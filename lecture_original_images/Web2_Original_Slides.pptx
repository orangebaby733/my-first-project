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999" cy="686364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未改动原图；来源web2，原PDF第3页，第1张PPT图片。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未改动原图；来源web2，原PDF第3页，第2张PPT图片。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未改动原图；来源web2，原PDF第3页，第3张PPT图片。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未改动原图；来源web2，原PDF第3页，第4张PPT图片。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未改动原图；来源web2，原PDF第4页，第5张PPT图片。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未改动原图；来源web2，原PDF第4页，第6张PPT图片。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未改动原图；来源web2，原PDF第4页，第7张PPT图片。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未改动原图；来源web2，原PDF第4页，第8张PPT图片。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未改动原图；来源web2，原PDF第5页，第9张PPT图片。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未改动原图；来源web2，原PDF第5页，第10张PPT图片。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未改动原图；来源web2，原PDF第5页，第11张PPT图片。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未改动原图；来源web2，原PDF第5页，第12张PPT图片。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未改动原图；来源web2，原PDF第6页，第13张PPT图片。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未改动原图；来源web2，原PDF第6页，第14张PPT图片。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未改动原图；来源web2，原PDF第6页，第15张PPT图片。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未改动原图；来源web2，原PDF第6页，第16张PPT图片。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未改动原图；来源web2，原PDF第7页，第17张PPT图片。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未改动原图；来源web2，原PDF第7页，第18张PPT图片。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未改动原图；来源web2，原PDF第7页，第19张PPT图片。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未改动原图；来源web2，原PDF第7页，第20张PPT图片。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未改动原图；来源web2，原PDF第8页，第21张PPT图片。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未改动原图；来源web2，原PDF第8页，第22张PPT图片。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未改动原图；来源web2，原PDF第8页，第23张PPT图片。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未改动原图；来源web2，原PDF第8页，第24张PPT图片。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未改动原图；来源web2，原PDF第9页，第25张PPT图片。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未改动原图；来源web2，原PDF第9页，第26张PPT图片。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未改动原图；来源web2，原PDF第9页，第27张PPT图片。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未改动原图；来源web2，原PDF第9页，第28张PPT图片。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未改动原图；来源web2，原PDF第10页，第29张PPT图片。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未改动原图；来源web2，原PDF第10页，第30张PPT图片。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未改动原图；来源web2，原PDF第10页，第31张PPT图片。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未改动原图；来源web2，原PDF第10页，第32张PPT图片。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未改动原图；来源web2，原PDF第11页，第33张PPT图片。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未改动原图；来源web2，原PDF第11页，第34张PPT图片。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未改动原图；来源web2，原PDF第11页，第35张PPT图片。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未改动原图；来源web2，原PDF第11页，第36张PPT图片。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未改动原图；来源web2，原PDF第12页，第37张PPT图片。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未改动原图；来源web2，原PDF第12页，第38张PPT图片。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未改动原图；来源web2，原PDF第12页，第39张PPT图片。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未改动原图；来源web2，原PDF第12页，第40张PPT图片。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未改动原图；来源web2，原PDF第13页，第41张PPT图片。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未改动原图；来源web2，原PDF第13页，第42张PPT图片。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未改动原图；来源web2，原PDF第13页，第43张PPT图片。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未改动原图；来源web2，原PDF第13页，第44张PPT图片。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未改动原图；来源web2，原PDF第14页，第45张PPT图片。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未改动原图；来源web2，原PDF第14页，第46张PPT图片。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Times New Roman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1" descr="未改动原图；来源web2，原PDF第3页，第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2" descr="未改动原图；来源web2，原PDF第3页，第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3" descr="未改动原图；来源web2，原PDF第3页，第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4" descr="未改动原图；来源web2，原PDF第3页，第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5" descr="未改动原图；来源web2，原PDF第4页，第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6" descr="未改动原图；来源web2，原PDF第4页，第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7" descr="未改动原图；来源web2，原PDF第4页，第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8" descr="未改动原图；来源web2，原PDF第4页，第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09" descr="未改动原图；来源web2，原PDF第5页，第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0" descr="未改动原图；来源web2，原PDF第5页，第1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1" descr="未改动原图；来源web2，原PDF第5页，第1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2" descr="未改动原图；来源web2，原PDF第5页，第1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3" descr="未改动原图；来源web2，原PDF第6页，第1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4" descr="未改动原图；来源web2，原PDF第6页，第1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5" descr="未改动原图；来源web2，原PDF第6页，第1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6" descr="未改动原图；来源web2，原PDF第6页，第1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7" descr="未改动原图；来源web2，原PDF第7页，第1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8" descr="未改动原图；来源web2，原PDF第7页，第1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19" descr="未改动原图；来源web2，原PDF第7页，第1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0" descr="未改动原图；来源web2，原PDF第7页，第2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1" descr="未改动原图；来源web2，原PDF第8页，第2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2" descr="未改动原图；来源web2，原PDF第8页，第2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3" descr="未改动原图；来源web2，原PDF第8页，第2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4" descr="未改动原图；来源web2，原PDF第8页，第2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5" descr="未改动原图；来源web2，原PDF第9页，第2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6" descr="未改动原图；来源web2，原PDF第9页，第2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7" descr="未改动原图；来源web2，原PDF第9页，第2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8" descr="未改动原图；来源web2，原PDF第9页，第2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29" descr="未改动原图；来源web2，原PDF第10页，第2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0" descr="未改动原图；来源web2，原PDF第10页，第3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1" descr="未改动原图；来源web2，原PDF第10页，第3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2" descr="未改动原图；来源web2，原PDF第10页，第3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3" descr="未改动原图；来源web2，原PDF第11页，第3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4" descr="未改动原图；来源web2，原PDF第11页，第3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5" descr="未改动原图；来源web2，原PDF第11页，第3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6" descr="未改动原图；来源web2，原PDF第11页，第3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7" descr="未改动原图；来源web2，原PDF第12页，第3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8" descr="未改动原图；来源web2，原PDF第12页，第3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39" descr="未改动原图；来源web2，原PDF第12页，第3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0" descr="未改动原图；来源web2，原PDF第12页，第4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1" descr="未改动原图；来源web2，原PDF第13页，第4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2" descr="未改动原图；来源web2，原PDF第13页，第4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3" descr="未改动原图；来源web2，原PDF第13页，第4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4" descr="未改动原图；来源web2，原PDF第13页，第4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5" descr="未改动原图；来源web2，原PDF第14页，第4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2 image 46" descr="未改动原图；来源web2，原PDF第14页，第4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新型蒸发冷却空调系统在干燥地区数据中心的应用研究｜完整原图</dc:title>
  <dc:subject>原报告PPT图片版；未重绘图表或编写公式</dc:subject>
  <dc:creator>原报告：黄翔；图片选编与授课排序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