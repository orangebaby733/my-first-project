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999" cy="686364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Times New Rom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未改动原图；来源web1，原PDF第2页，第1张PPT图片。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未改动原图；来源web1，原PDF第2页，第2张PPT图片。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未改动原图；来源web1，原PDF第2页，第3张PPT图片。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未改动原图；来源web1，原PDF第3页，第4张PPT图片。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未改动原图；来源web1，原PDF第3页，第5张PPT图片。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未改动原图；来源web1，原PDF第3页，第6张PPT图片。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未改动原图；来源web1，原PDF第3页，第7张PPT图片。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未改动原图；来源web1，原PDF第4页，第8张PPT图片。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未改动原图；来源web1，原PDF第4页，第9张PPT图片。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未改动原图；来源web1，原PDF第4页，第10张PPT图片。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未改动原图；来源web1，原PDF第4页，第11张PPT图片。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未改动原图；来源web1，原PDF第5页，第12张PPT图片。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未改动原图；来源web1，原PDF第5页，第13张PPT图片。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未改动原图；来源web1，原PDF第5页，第14张PPT图片。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未改动原图；来源web1，原PDF第5页，第15张PPT图片。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未改动原图；来源web1，原PDF第6页，第16张PPT图片。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未改动原图；来源web1，原PDF第6页，第17张PPT图片。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未改动原图；来源web1，原PDF第6页，第18张PPT图片。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未改动原图；来源web1，原PDF第6页，第19张PPT图片。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未改动原图；来源web1，原PDF第7页，第20张PPT图片。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未改动原图；来源web1，原PDF第7页，第21张PPT图片。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未改动原图；来源web1，原PDF第7页，第22张PPT图片。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未改动原图；来源web1，原PDF第7页，第23张PPT图片。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未改动原图；来源web1，原PDF第8页，第24张PPT图片。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未改动原图；来源web1，原PDF第8页，第25张PPT图片。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未改动原图；来源web1，原PDF第8页，第26张PPT图片。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未改动原图；来源web1，原PDF第8页，第27张PPT图片。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未改动原图；来源web1，原PDF第9页，第28张PPT图片。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未改动原图；来源web1，原PDF第9页，第29张PPT图片。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未改动原图；来源web1，原PDF第9页，第30张PPT图片。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未改动原图；来源web1，原PDF第9页，第31张PPT图片。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未改动原图；来源web1，原PDF第10页，第32张PPT图片。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未改动原图；来源web1，原PDF第10页，第33张PPT图片。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未改动原图；来源web1，原PDF第10页，第34张PPT图片。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未改动原图；来源web1，原PDF第10页，第35张PPT图片。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未改动原图；来源web1，原PDF第11页，第36张PPT图片。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Times New Roman"/>
              </a:rPr>
              <a:t>保留原报告图片与原图顺序；本页内容按原报告工况及时间背景理解。</a:t>
            </a:r>
          </a:p>
          <a:p/>
          <a:p>
            <a:r>
              <a:rPr sz="1200">
                <a:latin typeface="Times New Roman"/>
              </a:rPr>
              <a:t>未改动原图；来源web1，原PDF第11页，第37张PPT图片。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latin typeface="Times New Roman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latin typeface="Times New Roman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latin typeface="Times New Roman"/>
              </a:rPr>
              <a:t>Click to edit Master text styles</a:t>
            </a:r>
          </a:p>
          <a:p>
            <a:pPr lvl="1"/>
            <a:r>
              <a:rPr lang="en-US" smtClean="0">
                <a:latin typeface="Times New Roman"/>
              </a:rPr>
              <a:t>Second level</a:t>
            </a:r>
          </a:p>
          <a:p>
            <a:pPr lvl="2"/>
            <a:r>
              <a:rPr lang="en-US" smtClean="0">
                <a:latin typeface="Times New Roman"/>
              </a:rPr>
              <a:t>Third level</a:t>
            </a:r>
          </a:p>
          <a:p>
            <a:pPr lvl="3"/>
            <a:r>
              <a:rPr lang="en-US" smtClean="0">
                <a:latin typeface="Times New Roman"/>
              </a:rPr>
              <a:t>Fourth level</a:t>
            </a:r>
          </a:p>
          <a:p>
            <a:pPr lvl="4"/>
            <a:r>
              <a:rPr lang="en-US" smtClean="0">
                <a:latin typeface="Times New Roman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01" descr="未改动原图；来源web1，原PDF第2页，第1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02" descr="未改动原图；来源web1，原PDF第2页，第2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03" descr="未改动原图；来源web1，原PDF第2页，第3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04" descr="未改动原图；来源web1，原PDF第3页，第4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05" descr="未改动原图；来源web1，原PDF第3页，第5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06" descr="未改动原图；来源web1，原PDF第3页，第6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07" descr="未改动原图；来源web1，原PDF第3页，第7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08" descr="未改动原图；来源web1，原PDF第4页，第8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09" descr="未改动原图；来源web1，原PDF第4页，第9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10" descr="未改动原图；来源web1，原PDF第4页，第10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11" descr="未改动原图；来源web1，原PDF第4页，第11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12" descr="未改动原图；来源web1，原PDF第5页，第12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13" descr="未改动原图；来源web1，原PDF第5页，第13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14" descr="未改动原图；来源web1，原PDF第5页，第14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15" descr="未改动原图；来源web1，原PDF第5页，第15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16" descr="未改动原图；来源web1，原PDF第6页，第16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17" descr="未改动原图；来源web1，原PDF第6页，第17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18" descr="未改动原图；来源web1，原PDF第6页，第18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19" descr="未改动原图；来源web1，原PDF第6页，第19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20" descr="未改动原图；来源web1，原PDF第7页，第20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21" descr="未改动原图；来源web1，原PDF第7页，第21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22" descr="未改动原图；来源web1，原PDF第7页，第22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23" descr="未改动原图；来源web1，原PDF第7页，第23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24" descr="未改动原图；来源web1，原PDF第8页，第24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25" descr="未改动原图；来源web1，原PDF第8页，第25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26" descr="未改动原图；来源web1，原PDF第8页，第26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27" descr="未改动原图；来源web1，原PDF第8页，第27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28" descr="未改动原图；来源web1，原PDF第9页，第28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29" descr="未改动原图；来源web1，原PDF第9页，第29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30" descr="未改动原图；来源web1，原PDF第9页，第30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31" descr="未改动原图；来源web1，原PDF第9页，第31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32" descr="未改动原图；来源web1，原PDF第10页，第32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33" descr="未改动原图；来源web1，原PDF第10页，第33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34" descr="未改动原图；来源web1，原PDF第10页，第34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35" descr="未改动原图；来源web1，原PDF第10页，第35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36" descr="未改动原图；来源web1，原PDF第11页，第36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iginal web1 image 37" descr="未改动原图；来源web1，原PDF第11页，第37张PPT图片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636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Microsoft YaHei"/>
        <a:cs typeface="Times New Roman"/>
        <a:font script="Jpan" typeface="Microsoft YaHei"/>
        <a:font script="Hang" typeface="Times New Roman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</a:majorFont>
      <a:minorFont>
        <a:latin typeface="Times New Roman"/>
        <a:ea typeface="Microsoft YaHei"/>
        <a:cs typeface="Times New Roman"/>
        <a:font script="Jpan" typeface="Microsoft YaHei"/>
        <a:font script="Hang" typeface="Times New Roman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Microsoft YaHei"/>
        <a:cs typeface="Times New Roman"/>
        <a:font script="Jpan" typeface="Microsoft YaHei"/>
        <a:font script="Hang" typeface="Times New Roman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</a:majorFont>
      <a:minorFont>
        <a:latin typeface="Times New Roman"/>
        <a:ea typeface="Microsoft YaHei"/>
        <a:cs typeface="Times New Roman"/>
        <a:font script="Jpan" typeface="Microsoft YaHei"/>
        <a:font script="Hang" typeface="Times New Roman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算力时代数据中心冷却蒸发冷与液冷的融合发展｜完整原图</dc:title>
  <dc:subject>原报告PPT图片版；未重绘图表或编写公式</dc:subject>
  <dc:creator>原报告：黄翔；图片选编与授课排序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