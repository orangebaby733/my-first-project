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7"/>
    <p:sldId id="257" r:id="rId8"/>
    <p:sldId id="258" r:id="rId9"/>
    <p:sldId id="259" r:id="rId10"/>
    <p:sldId id="260" r:id="rId11"/>
    <p:sldId id="261" r:id="rId12"/>
    <p:sldId id="262" r:id="rId13"/>
    <p:sldId id="263" r:id="rId6"/>
    <p:sldId id="264" r:id="rId5"/>
    <p:sldId id="265" r:id="rId4"/>
    <p:sldId id="266" r:id="rId3"/>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icrosoft YaHei"/>
        <a:ea typeface="Microsoft YaHei"/>
        <a:cs typeface="Microsoft YaHei"/>
      </a:defRPr>
    </a:lvl1pPr>
    <a:lvl2pPr marL="457200" algn="l" defTabSz="914400" rtl="0" eaLnBrk="1" latinLnBrk="0" hangingPunct="1">
      <a:defRPr sz="1800" kern="1200">
        <a:solidFill>
          <a:schemeClr val="tx1"/>
        </a:solidFill>
        <a:latin typeface="Microsoft YaHei"/>
        <a:ea typeface="Microsoft YaHei"/>
        <a:cs typeface="Microsoft YaHei"/>
      </a:defRPr>
    </a:lvl2pPr>
    <a:lvl3pPr marL="914400" algn="l" defTabSz="914400" rtl="0" eaLnBrk="1" latinLnBrk="0" hangingPunct="1">
      <a:defRPr sz="1800" kern="1200">
        <a:solidFill>
          <a:schemeClr val="tx1"/>
        </a:solidFill>
        <a:latin typeface="Microsoft YaHei"/>
        <a:ea typeface="Microsoft YaHei"/>
        <a:cs typeface="Microsoft YaHei"/>
      </a:defRPr>
    </a:lvl3pPr>
    <a:lvl4pPr marL="1371600" algn="l" defTabSz="914400" rtl="0" eaLnBrk="1" latinLnBrk="0" hangingPunct="1">
      <a:defRPr sz="1800" kern="1200">
        <a:solidFill>
          <a:schemeClr val="tx1"/>
        </a:solidFill>
        <a:latin typeface="Microsoft YaHei"/>
        <a:ea typeface="Microsoft YaHei"/>
        <a:cs typeface="Microsoft YaHei"/>
      </a:defRPr>
    </a:lvl4pPr>
    <a:lvl5pPr marL="1828800" algn="l" defTabSz="914400" rtl="0" eaLnBrk="1" latinLnBrk="0" hangingPunct="1">
      <a:defRPr sz="1800" kern="1200">
        <a:solidFill>
          <a:schemeClr val="tx1"/>
        </a:solidFill>
        <a:latin typeface="Microsoft YaHei"/>
        <a:ea typeface="Microsoft YaHei"/>
        <a:cs typeface="Microsoft YaHei"/>
      </a:defRPr>
    </a:lvl5pPr>
    <a:lvl6pPr marL="2286000" algn="l" defTabSz="914400" rtl="0" eaLnBrk="1" latinLnBrk="0" hangingPunct="1">
      <a:defRPr sz="1800" kern="1200">
        <a:solidFill>
          <a:schemeClr val="tx1"/>
        </a:solidFill>
        <a:latin typeface="Microsoft YaHei"/>
        <a:ea typeface="Microsoft YaHei"/>
        <a:cs typeface="Microsoft YaHei"/>
      </a:defRPr>
    </a:lvl6pPr>
    <a:lvl7pPr marL="2743200" algn="l" defTabSz="914400" rtl="0" eaLnBrk="1" latinLnBrk="0" hangingPunct="1">
      <a:defRPr sz="1800" kern="1200">
        <a:solidFill>
          <a:schemeClr val="tx1"/>
        </a:solidFill>
        <a:latin typeface="Microsoft YaHei"/>
        <a:ea typeface="Microsoft YaHei"/>
        <a:cs typeface="Microsoft YaHei"/>
      </a:defRPr>
    </a:lvl7pPr>
    <a:lvl8pPr marL="3200400" algn="l" defTabSz="914400" rtl="0" eaLnBrk="1" latinLnBrk="0" hangingPunct="1">
      <a:defRPr sz="1800" kern="1200">
        <a:solidFill>
          <a:schemeClr val="tx1"/>
        </a:solidFill>
        <a:latin typeface="Microsoft YaHei"/>
        <a:ea typeface="Microsoft YaHei"/>
        <a:cs typeface="Microsoft YaHei"/>
      </a:defRPr>
    </a:lvl8pPr>
    <a:lvl9pPr marL="3657600" algn="l" defTabSz="914400" rtl="0" eaLnBrk="1" latinLnBrk="0" hangingPunct="1">
      <a:defRPr sz="1800" kern="1200">
        <a:solidFill>
          <a:schemeClr val="tx1"/>
        </a:solidFill>
        <a:latin typeface="Microsoft YaHei"/>
        <a:ea typeface="Microsoft YaHei"/>
        <a:cs typeface="Microsoft YaHei"/>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778"/>
    <a:srgbClr val="F5A01B"/>
    <a:srgbClr val="D80011"/>
    <a:srgbClr val="69B9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5" d="100"/>
          <a:sy n="115" d="100"/>
        </p:scale>
        <p:origin x="372" y="84"/>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73B13C-5F1F-4CA4-8BFB-2C3B775AE77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5AD46-1FC8-4151-AB69-054A7E6A3CB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a:ea typeface="Microsoft YaHei"/>
        <a:cs typeface="Microsoft YaHei"/>
      </a:defRPr>
    </a:lvl1pPr>
    <a:lvl2pPr marL="457200" algn="l" defTabSz="914400" rtl="0" eaLnBrk="1" latinLnBrk="0" hangingPunct="1">
      <a:defRPr sz="1200" kern="1200">
        <a:solidFill>
          <a:schemeClr val="tx1"/>
        </a:solidFill>
        <a:latin typeface="Microsoft YaHei"/>
        <a:ea typeface="Microsoft YaHei"/>
        <a:cs typeface="Microsoft YaHei"/>
      </a:defRPr>
    </a:lvl2pPr>
    <a:lvl3pPr marL="914400" algn="l" defTabSz="914400" rtl="0" eaLnBrk="1" latinLnBrk="0" hangingPunct="1">
      <a:defRPr sz="1200" kern="1200">
        <a:solidFill>
          <a:schemeClr val="tx1"/>
        </a:solidFill>
        <a:latin typeface="Microsoft YaHei"/>
        <a:ea typeface="Microsoft YaHei"/>
        <a:cs typeface="Microsoft YaHei"/>
      </a:defRPr>
    </a:lvl3pPr>
    <a:lvl4pPr marL="1371600" algn="l" defTabSz="914400" rtl="0" eaLnBrk="1" latinLnBrk="0" hangingPunct="1">
      <a:defRPr sz="1200" kern="1200">
        <a:solidFill>
          <a:schemeClr val="tx1"/>
        </a:solidFill>
        <a:latin typeface="Microsoft YaHei"/>
        <a:ea typeface="Microsoft YaHei"/>
        <a:cs typeface="Microsoft YaHei"/>
      </a:defRPr>
    </a:lvl4pPr>
    <a:lvl5pPr marL="1828800" algn="l" defTabSz="914400" rtl="0" eaLnBrk="1" latinLnBrk="0" hangingPunct="1">
      <a:defRPr sz="1200" kern="1200">
        <a:solidFill>
          <a:schemeClr val="tx1"/>
        </a:solidFill>
        <a:latin typeface="Microsoft YaHei"/>
        <a:ea typeface="Microsoft YaHei"/>
        <a:cs typeface="Microsoft YaHei"/>
      </a:defRPr>
    </a:lvl5pPr>
    <a:lvl6pPr marL="2286000" algn="l" defTabSz="914400" rtl="0" eaLnBrk="1" latinLnBrk="0" hangingPunct="1">
      <a:defRPr sz="1200" kern="1200">
        <a:solidFill>
          <a:schemeClr val="tx1"/>
        </a:solidFill>
        <a:latin typeface="Microsoft YaHei"/>
        <a:ea typeface="Microsoft YaHei"/>
        <a:cs typeface="Microsoft YaHei"/>
      </a:defRPr>
    </a:lvl6pPr>
    <a:lvl7pPr marL="2743200" algn="l" defTabSz="914400" rtl="0" eaLnBrk="1" latinLnBrk="0" hangingPunct="1">
      <a:defRPr sz="1200" kern="1200">
        <a:solidFill>
          <a:schemeClr val="tx1"/>
        </a:solidFill>
        <a:latin typeface="Microsoft YaHei"/>
        <a:ea typeface="Microsoft YaHei"/>
        <a:cs typeface="Microsoft YaHei"/>
      </a:defRPr>
    </a:lvl7pPr>
    <a:lvl8pPr marL="3200400" algn="l" defTabSz="914400" rtl="0" eaLnBrk="1" latinLnBrk="0" hangingPunct="1">
      <a:defRPr sz="1200" kern="1200">
        <a:solidFill>
          <a:schemeClr val="tx1"/>
        </a:solidFill>
        <a:latin typeface="Microsoft YaHei"/>
        <a:ea typeface="Microsoft YaHei"/>
        <a:cs typeface="Microsoft YaHei"/>
      </a:defRPr>
    </a:lvl8pPr>
    <a:lvl9pPr marL="3657600" algn="l" defTabSz="914400" rtl="0" eaLnBrk="1" latinLnBrk="0" hangingPunct="1">
      <a:defRPr sz="1200" kern="1200">
        <a:solidFill>
          <a:schemeClr val="tx1"/>
        </a:solidFill>
        <a:latin typeface="Microsoft YaHei"/>
        <a:ea typeface="Microsoft YaHei"/>
        <a:cs typeface="Microsoft YaHe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我们从建筑环境专业熟悉的湿空气出发，讨论如何把空气中的蒸发冷却潜力用于数据中心。课程分成两个部分：先把两股空气之间的热质传递讲清楚，再追踪服务器产生的热量最终怎样排到室外。请始终带着一个问题：不让室外空气进入机房，能不能仍然利用室外空气来冷却服务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说明课程的能力目标。第一个问题考察热湿过程，第二个问题要求用温度和流量做数量级估算，第三个问题转向工程判断。我们不会把注意力放在记忆某个品牌的设备参数上，而是训练大家看懂一张流程图、检查一组工况，并找出方案成立的前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课时的主讲安排到十点三十五分，余下五分钟用于追问和板书。十点四十到十点四十五安排课间。第二课时的主讲安排到十一点二十五分，最后五分钟用于答疑。课堂计算题已计入各部分时间，讨论热烈时可以把原文图示附录留作课后材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手打湿后吹风会觉得凉，因为水从液态变成水蒸气需要吸收汽化潜热。但水并没有凭空制造冷量，热量只是转移到了蒸发后的湿空气中。若环境已经接近饱和，空气继续容纳水蒸气的能力下降，蒸发降温就会减弱。请大家先预测：同样三十五度，干燥和闷热的天气，哪一种更利于蒸发冷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干球温度就是通常说的气温。湿球温度描述空气通过近似绝热蒸发过程可接近的温度，对普通蒸发冷却非常关键。露点温度描述含湿量不变时开始凝结的条件，后面讨论再生式结构时还会用到。含湿量表示每千克干空气带有多少水蒸气，而相对湿度还会随温度变化；因此等含湿量降温并不意味着相对湿度也保持不变。对通常的不饱和空气，露点低于湿球，湿球低于干球；饱和时三者相等。</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接蒸发冷却让待处理空气与湿表面直接接触，温度下降的同时含湿量增加。间接蒸发冷却把产品空气和湿侧工作空气隔开，水只在另一侧蒸发。理想情况下，隔板只传热而不传湿，一次空气就可以降温而不被加湿。实际设备还要检查板间泄漏、材料透湿以及低温表面凝结，所以图中写的是无凝露、无串漏时近似等含湿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横坐标为干球温度，纵坐标为含湿量。先找三十五度、每千克干空气十二克水蒸气的起点甲。沿水平线向左到乙，是无凝露的间接冷却：含湿量不变，而相对湿度会升高。向左上方到丙，是近似等焓的直接蒸发冷却：温度下降，但空气增加了水蒸气。请学生用手指出哪一条路径对机房湿度控制更直接。这里画的是坐标和过程示意，不用它替代精确设计焓湿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方是我们真正希望获得的产品空气，也称一次空气。下方是承担蒸发过程的工作空气，也称二次空气。两者之间的薄壁必须导热良好，并尽可能避免质量交换；一次空气的显热通过壁面传递到湿侧，被水蒸发和二次空气升温带走。请学生沿图走一遍水和两股气流，检查湿空气到底从哪个出口排出。若把二次排风误接回机房，间接隔离的意义就被破坏了。</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次空气的降温冷量可以由质量流量、比热和温差估算。湿侧并不是只有汽化潜热，二次空气的显热变化、补水带入的能量、风机和水泵功以及外界散热也可能参与能量平衡。本科阶段先建立主项判断：一次空气丢失的热量，最终要在二次排风和水相关的能量变化中找到。因为这涉及不同湿空气基准，精确计算时要统一用干空气质量流量与湿空气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种结构先让二次空气通过湿填料降温，再进入空气换热器。另一种结构直接润湿换热表面，让蒸发和壁面传热同时发生。后一种往往具有较强的局部热质传递，但也更直接地面临换热表面结垢、润湿均匀性和材料耐久问题。两者都是间接冷却，不能单凭板式或管式外形判断水到底在哪里蒸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采用一个适合课堂估算的定义：分子是一次空气实际降温，分母是一次入口干球与二次入口湿球的温差。对于两股空气入口状态不同的数据中心回风系统，不能把所有入口温度混写成一个室外温度。如果分母很小，效率这个比值会变得不稳定，工程判断还需要看实际冷量、风机功率和保证工况。不同文献与厂家可能采用不同参照状态，比较前应先核对定义。</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学生用一分钟独立代入。一次空气入口为三十五度，二次入口湿球为二十二度，湿球效率为零点七，因此实际温降为九点一度，出风二十五点九度。接着让学生用每秒两千克空气、每千克每开尔文一点零二千焦的比热，得到约十八点六千瓦的显冷量。最后追问：这是否证明已经满足房间送风条件？答案还需要知道送风目标、风机温升、混风以及湿度与凝露约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普通单级间接冷却通常把二次入口湿球作为重要冷源参照。再生式结构通过预冷工作空气等安排，逐步降低湿侧可达到的温度，因此产品风可能低于原始入口空气的湿球温度。它没有违反热力学，因为我们改变了内部气流状态和传热过程。对适当的理想结构，同源入口露点可以作为一个理论参照，但实际设备有有限面积、阻力、工作风消耗和环境影响，不能承诺无限接近露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普通间接冷却的产品空气只经过干侧降温。再生式仍属于间接冷却，但其工作空气经过内部预冷或特殊分流。间接加直接两级则是在间接段后又让产品空气接触湿表面，最终仍会加湿。读设备宣传资料时，先问产品空气实际走过哪些段，比背缩写更可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加大面积通常有利于传热，但设备体积和流道阻力也可能增加。提高二次风量有利于湿侧换热，却会增加二次风机电耗。润湿率不足时，名义湿侧面积并没有真正参与蒸发；同时结垢会带来热阻和流量分配恶化。设计优化不能只有一个效率目标，应该在净冷量、用电、用水、体积与维护之间作权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体积流量乘以总压升得到风机传给空气的功率，再除以综合效率得到电功率。若流量十立方米每秒、总压升三百帕、效率零点六，电功率约五千瓦。这个例子提醒大家，增加换热面积或提高迎面风速并不免费。评价数据中心全年节能时，一次风机、二次风机和循环水泵都应进入相同边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备内部循环的水可以反复经过湿表面，流量很大，但不能把它全部算作耗水。稳定运行时，补水要补偿蒸发、排污和漂水等损失。水蒸发后，盐分基本留在循环水中，需要通过排污限制浓缩。忽略漂水且补水和排污盐分平衡时，排污约等于蒸发量除以浓缩倍数减一；这只是初步估算，真实设计还要考虑水质、加药和排放要求。</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两组条件的一次入口温度和设备效率相同，只改变二次入口湿球温度。干燥工况湿球十八度，算得出风二十三点一度；潮湿工况湿球二十八度，出风三十点一度。相差七度不是由干球温度造成的，而是蒸发潜力不同。请学生解释为什么不能用一张室外干球温度图估计全年蒸发冷却小时数；应该同时考虑逐时干湿球、负荷和设备性能。</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室外条件好时优先利用自然冷却，条件不足时再由机械制冷补足温差，这是混合系统的重要思路。原文在讨论干燥地区应用后，也提出因地制宜配置适当的压缩式制冷备份。不能把某个项目的全年自然冷却经验推广成所有气候下都能取消压缩机。极端天气、检修、故障和未来负荷增长都可能改变冷量需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湿侧长期工作在有水、有空气流动和较大传热面积的环境中。水垢、腐蚀和生物膜会影响性能，也会增加维护负担。湿侧与机房空气隔离并不意味着湿侧没有卫生管理要求；排风位置、漂水控制、清洗消毒与水处理都需根据系统形式确定。寒冷地区还要检查停机排空、伴热、防冻介质与冬季旁通，防冻措施又可能改变换热和泵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学生逐条补上限制条件。间接冷却一次空气不加湿，依赖隔离完整且不发生凝露。露点型可能低于原始入口湿球，但不代表任意普通设备都可以。自然冷却仍需要风机水泵，蒸发冷却也要用水。至于全年不使用压缩机，必须由当地气象、负荷和可靠性设计共同证明。工程表达的严谨性，往往就体现在这些条件有没有说清。</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留四十秒给学生独立思考，再邀请三位同学分别回答。第一题同时考含湿量和相对湿度，第二题考温度参照和再生过程，第三题考系统边界。不要只接受对错，要求说出导致结论成立的物理条件。如果回答分歧较大，可回到焓湿图重新画一次产品空气的路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题错误：等含湿量降温通常会提高相对湿度。第二题错误：以原始入口湿球作为参照时，再生过程可以产生大于一的温降效率，而这个指标不是能量转化效率。第三题也错误：设备出口和服务器入口之间还有风机温升、混风、输送、气流组织和可靠性条件。把这三条记牢，第二课时读数据中心系统图会容易得多。</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不用看文字，口述一次空气、隔板、水膜、二次排风这四个环节。随后再补上三项工程判断：湿球潜力决定能降到多低，换热器与风水侧参数决定实际能降多少，系统功耗和用水决定是否划算。课间可以想一想，如果把一次入口换成三十八度的机房回风，二次空气仍来自室外，整个系统会变成什么样。</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课时把研究对象从换热芯体放大到数据中心。我们先看热量从芯片经过机房空气或冷却液，最终排向室外的路径；再看普通风冷机房如何利用间接蒸发冷却。随后阅读一个干燥地区空气水系统案例，最后讨论液冷为什么会与蒸发冷却共同发展。请把设备、系统和建筑三个层次区分开。</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所选系统边界内，IT设备消耗的电力通常几乎都会转化为热量，所以功率可以帮助我们估算排热需求。但实际空调负荷还可能包含照明、围护结构、人员以及风机和供电设备散热，具体取决于它们是否位于这个边界中。高密度机柜会放大局部热点，因此房间平均温度合格不能证明每台服务器入口都合格。进风温湿度的目标应按设备类别、厂商要求与项目采用标准确定，本课不把一个温度值当成所有数据中心的标准。</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通道把冷空气送到机柜入口，热通道收集服务器排风。若冷热气流短路混合，就会同时出现有些设备过热、有些送风被浪费的情况。冷热通道封闭、机柜盲板、孔洞封堵和合理压差，都能减少混合并改善冷量利用。原资料展示了机房内循环与外循环路径，读图时要区分日常运行路径和备份路径，不能把所有箭头都当成同一时刻运行。</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条是风侧间接蒸发冷却，机房空气通过干侧换热，不直接接触室外空气。第二条先由蒸发冷却制取冷水，再由盘管或其他显热末端冷却机房空气。第三条把冷量通过液冷回路送到芯片或服务器，再通过换热单元和室外冷源排热。它们都可能利用蒸发过程，但换热级数、温差损失、管路风险和自然冷却条件不同。接下来先讲风侧，再看原资料中的空气水系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的上半部分是机房内循环：热回风进入干通道，被冷却后重新送到服务器。下半部分是室外工作空气：进入湿侧吸热吸湿后排走。中间换热器只承担热量跨壁面传递；主空气回路和工作空气回路都需要风机。机械补冷可以布置在机房侧适当位置，但其设计要考虑风量、盘管压降和维护隔离。本图是帮助理解边界的功能示意，不是可直接施工的管线图。</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干模式利用室外空气与回风的干球温差，不启用湿侧喷淋。湿模式用水蒸发进一步降低冷源温度。混合模式则在蒸发段之后由机械制冷补足剩余负荷。三个模式的边界会随送风目标、负荷、流量和效率变化，不能由月份直接固定。极端低温时还可能需要旁通或混风，防止过冷和结冰。</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在看原资料的具体工程。项目位于乌鲁木齐，第一期机房总负荷标注为二千七百六十七千瓦。资料展示十六台立管式蒸发冷却冷水机组，采用加三台的冗余配置，并配有三百二十立方米蓄水池和备份新风冷源。这里的教学重点不是记住数量，而是看见水保障、设备冗余与备用排热路径都属于节能系统的一部分。原资料的气候和负荷条件不能直接外推到其他项目。</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资料给出一次水系统十六到二十一度，介质为水；二次系统十七到二十二度，介质为百分之四十五乙二醇溶液。这里按原资料的一次二次命名，不能与前面的产品空气和工作空气混淆。板式换热器提供回路隔离，但需要约一度的换热端差；乙二醇回路有助于防冻，同时增加黏度并影响泵功和换热。原文展示的季节工况不是完整的控制边界，也不宜把某个湿球值当成通用开关设定值。</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资料报告了特定干燥地区条件下的全年自然冷却运行思路，同时明确建议根据当地自然条件、气象条件和甲方需求适当备份压缩式制冷。两个表述并不矛盾：前者描述一个适用案例，后者说明工程推广的边界。课堂上不直接搬用原文节能百分比作为我们新方案的保证值，因为比较基准、负荷率、电价、气象年份和统计边界都会影响结果。对外介绍研究成果时，也应该把性能条件与保障策略同时呈现。</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了把模式选择变成可以检查的计算，我们假定回风三十八度，目标送风二十六度。干式效率取零点七，把出风温度不高于二十六度代入，得到室外干球约不高于二十点九度。湿球效率取零点七五，同样推导得到室外湿球不高于二十二度。这两个值只属于当前假设。实际控制还需加入风机温升、部件衰减、设备性能曲线和切换回差，不能把这两个课堂数字当作实际工程设定值。</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机房显热一兆瓦，送风二十六度、回风三十八度，温差十二开尔文，比热一点零二千焦每千克每开尔文。由热平衡得到质量流量约每秒八十一点七千克，按密度一点二换算得到体积流量约每秒六十八点一立方米，即每小时二十四点五万立方米。让学生核对千瓦与千焦每秒的单位关系。这个数量级也解释了为什么数据中心非常重视通道封闭：如此大的风量一旦短路，输送功和冷量都会被浪费。</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延续上一页的一兆瓦机房，室外湿球二十度、湿球效率零点七五。计算得到换热器一次出风二十四点五度，比二十六度目标低一点五度。初步说明湿模式有达到目标的潜力，但多余冷量应通过调节而不是持续过冷消耗。若计入风机温升、混风和换热器衰减后，一点五度余量被吃掉，结论就要重新检查。这个练习把单个换热器性能与机房运行要求联系起来。</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室外湿球改为二十七度，换热器出风为二十九点七五度，距离二十六度目标还差三点七五开尔文。按上一页风量，每开尔文对应约八十三点三千瓦显热，因此需要约三百一十二点五千瓦补冷。这里说的是热负荷，不是压缩机电功率；电功率还要用该工况下的制冷性能计算。若盘管发生除湿，或者湿模式本身不再划算，实际补冷策略还需要进一步调整。</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测量回风、送风、二次空气干湿球以及水系统状态，同时监视服务器入口的代表点。控制器先排除停水、防冻、污染、泄漏或设备故障等不允许的模式，再用性能模型预估各可用模式是否能达标。满足要求的模式中比较风机、泵和机械制冷功率，并设置回差与最小运行时间，避免频繁切换。安全约束和备用逻辑优先于追求某一个瞬时节能值。</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能使用效率用同一时期、同一设施边界的总电能除以IT电能。设施总电能包含IT、制冷、供电损耗以及其他相关用电。制冷节能会降低分子，但若IT负荷率变化，PUE也会改变，因此跨方案比较需要统一负荷与统计期。PUE不能描述水资源消耗，也不能直接证明碳排放下降或业务计算效率提升。接下来我们用一组明确的教学假设，算一次全年结果。</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假设全年干模式二千五百小时、湿模式四千五百小时、混合模式一千七百六十小时，对应制冷系统功率八十、一百和一百八十千瓦。这些功率已包含该模式的制冷相关辅助设备，不能再重复加一次风机泵功。相乘后得到新系统全年制冷用电九百六十六点八兆瓦时。对比基准假定三百千瓦恒定运行，得到二千六百二十八兆瓦时，制冷用电降低约百分之六十三点二；在IT和其他用电不变时，PUE由一点四变为约一点二一。强调这只是算术演示，不能当成案例实测或项目节能承诺。</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假设湿模式与混合模式合计六千二百六十小时，期间平均由水蒸发承担八百千瓦潜热负荷。按每千克水二千四百五十千焦汽化潜热估算，蒸发量约每小时一点一八立方米。浓缩倍数取三、忽略漂水，补水约为蒸发量的一点五倍，全年约一点一零万立方米。用相同年度的一兆瓦IT电量作分母，现场水使用效率约每千瓦时一点二六升。这些假设不等于所有IT热量都由蒸发带走，实际需要由二次侧能量平衡决定蒸发占比。</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然冷却系统的失效模式与压缩式制冷不完全一样，但同样需要冗余与恢复策略。请先分析市政停水、单泵故障、风机失效、污染高湿天气以及控制和供电故障，分别会影响哪条热量路径。原案例给出了蓄水池和设备冗余，这些都是具体项目条件下的设计措施。不能仅凭储水容积就断言能坚持某个小时数，必须结合当时蒸发和排污流量、可用容积以及降级策略验证。</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干燥地区往往具有较大的蒸发冷却潜力，但也可能面临缺水、沙尘和冬季低温。湿热地区可能需要更多机械补冷，而温和或寒冷地区的干式自然冷却小时数可能较多。工程比选应该输入逐时气象、负荷计划、设备性能曲线、当地水电价格和水资源条件，再叠加场地、噪声与运维约束。最终输出应是全年模式时数、能耗水耗、峰值能力与可靠性，而不只是按气候区给一个简单的推荐标签。</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液冷改变的是芯片附近的取热方式，并没有消除最终向室外排热的需求。冷板把部分或主要IT热量交给液冷回路，再通过冷却液分配单元中的换热器交给设施水回路，最后由蒸发冷却冷水机组或其他室外冷源排热。若设备允许较高液温，通常有利于提高自然冷却可用时数，但仍要保证芯片温度、换热端差、流体兼容性与泄漏保护。没有被液冷带走的残余热量仍可能需要风侧系统。</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成三组，各负责一个工况，用上一页的模式定义和前面的温度模型判断。甲组室外干球十度、湿球八度；乙组干球三十二度、湿球二十度；丙组干球三十五度、湿球二十七度。每组不仅给模式名称，还要给出预测出风温度，以及一个可能使结论失效的工程条件。给学生九十秒讨论，然后用一分钟汇报。所有工况都暂时忽略风机温升与裕量，因此不能直接作为控制设定。</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甲工况干模式出风约十八点四度，能够达到目标，但需要旁通、调风或其他控制防止过冷，并检查防冻。乙工况干模式只能到三十三点八度，湿模式约二十四点五度，因此优先考虑湿模式，同时检查一点五度余量能否覆盖输送温升。丙工况湿模式仍为二十九点七五度，必须补冷或采用其他有保证的运行路径。最后请学生说出：模式选择除了温度可达，还需要比较辅助功率、用水、可靠性和切换稳定性。</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类问题位于换热芯体层面：在有限体积和压降约束下，怎样保持高效且均匀的润湿，并避免长期衰减。第二类问题位于运行控制层面：利用逐时负荷与天气预测，把设备性能、用电、用水和约束统一起来。第三类问题位于融合系统层面：液冷和空气冷却如何共享冷源、分配温度等级并保留可靠性。大家熟悉的传热学、工程热力学、流体力学与自控知识，在这三类研究里都会用到。</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间接蒸发冷却依靠气流隔离，实现一次空气近似等含湿量降温。第二，湿球和露点是不同结构下的温度参照，不能混用。第三，数据中心要关心服务器入口条件，不能只看换热器出口。第四，全年模式、风机泵功、用水和备用能力必须放在同一系统边界中。第五，液冷改变取热路径，蒸发冷却仍可作为冷源侧的一部分。希望大家以后读到某个很高的效率或很低的PUE时，首先追问它的工况、分母和可靠性前提。</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学生在三个问题中选一个回答。若时间有限，优先讨论第三个问题，因为它能把前面所有设备知识都带回工程决策。鼓励用可测变量回答，例如逐时干湿球、机柜入口分布、风机与水泵电表、补水表、故障切换时间，而不只是泛泛地说多做调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是原资料图示，供需要进一步解释原案例时使用。左图展示春夏秋条件下通过板式换热器连接不同介质回路，右图展示冬季乙二醇自然冷却的路径。图中温度和介质浓度都属于该案例，完整的模式选择还需要它没有在这两张图中全部展示的控制逻辑与故障策略。前文已用可编辑形状重绘了核心回路，这里保留原图便于核对。</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保留原报告的冷板液冷与蒸发冷却冷水系统融合示意，供延伸讨论。请沿着芯片冷板、分液、热交换单元、设施侧冷源逐步追踪热流。图中温度是原报告展示的示意条件，不是所有芯片、冷却液或数据中心都适用的推荐值。主讲页已经用可编辑框图重绘了功能路径，这里主要用于对应原报告。</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以用户提供的两份网页打印PDF为主要报告素材，原文报告作者为黄翔教授。基础公式与热湿过程参考公开的EnergyPlus蒸发冷却工程模型；课内新增数字例题全部为标注了条件的教学假设。大部分原理流程、公式和表格为原生可编辑对象，原文工程照片与复杂图示以图片保留，并在相应页面标明来源。请在传播或二次使用时保留原报告和模板的署名信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页-红">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任意多边形: 形状 6"/>
          <p:cNvSpPr/>
          <p:nvPr userDrawn="1"/>
        </p:nvSpPr>
        <p:spPr>
          <a:xfrm>
            <a:off x="0" y="5324476"/>
            <a:ext cx="12192000" cy="1536648"/>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nvSpPr>
        <p:spPr>
          <a:xfrm>
            <a:off x="0" y="5581650"/>
            <a:ext cx="12192000" cy="127947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D8001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0" y="5808181"/>
            <a:ext cx="12192000" cy="105294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0"/>
            <a:ext cx="12192000" cy="1918726"/>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userDrawn="1"/>
        </p:nvSpPr>
        <p:spPr>
          <a:xfrm>
            <a:off x="0" y="0"/>
            <a:ext cx="12192000" cy="1685925"/>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32595" y="301117"/>
            <a:ext cx="3400425" cy="733912"/>
          </a:xfrm>
          <a:prstGeom prst="rect">
            <a:avLst/>
          </a:prstGeom>
        </p:spPr>
      </p:pic>
      <p:grpSp>
        <p:nvGrpSpPr>
          <p:cNvPr id="13" name="组合 12"/>
          <p:cNvGrpSpPr/>
          <p:nvPr userDrawn="1"/>
        </p:nvGrpSpPr>
        <p:grpSpPr>
          <a:xfrm>
            <a:off x="361950" y="303086"/>
            <a:ext cx="1714500" cy="161925"/>
            <a:chOff x="361950" y="208200"/>
            <a:chExt cx="1714500" cy="161925"/>
          </a:xfrm>
        </p:grpSpPr>
        <p:sp>
          <p:nvSpPr>
            <p:cNvPr id="14" name="椭圆 13"/>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0161468" y="6435735"/>
            <a:ext cx="1714500" cy="161925"/>
            <a:chOff x="361950" y="208200"/>
            <a:chExt cx="1714500" cy="161925"/>
          </a:xfrm>
        </p:grpSpPr>
        <p:sp>
          <p:nvSpPr>
            <p:cNvPr id="22" name="椭圆 21"/>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userDrawn="1"/>
        </p:nvGrpSpPr>
        <p:grpSpPr>
          <a:xfrm>
            <a:off x="615213" y="6221386"/>
            <a:ext cx="1633536" cy="300394"/>
            <a:chOff x="614365" y="6160955"/>
            <a:chExt cx="1633536" cy="300394"/>
          </a:xfrm>
        </p:grpSpPr>
        <p:sp>
          <p:nvSpPr>
            <p:cNvPr id="30" name="Freeform 6"/>
            <p:cNvSpPr/>
            <p:nvPr/>
          </p:nvSpPr>
          <p:spPr bwMode="auto">
            <a:xfrm>
              <a:off x="1074556" y="6170554"/>
              <a:ext cx="286843" cy="62112"/>
            </a:xfrm>
            <a:custGeom>
              <a:avLst/>
              <a:gdLst>
                <a:gd name="T0" fmla="*/ 98 w 214"/>
                <a:gd name="T1" fmla="*/ 0 h 46"/>
                <a:gd name="T2" fmla="*/ 108 w 214"/>
                <a:gd name="T3" fmla="*/ 3 h 46"/>
                <a:gd name="T4" fmla="*/ 127 w 214"/>
                <a:gd name="T5" fmla="*/ 17 h 46"/>
                <a:gd name="T6" fmla="*/ 137 w 214"/>
                <a:gd name="T7" fmla="*/ 19 h 46"/>
                <a:gd name="T8" fmla="*/ 139 w 214"/>
                <a:gd name="T9" fmla="*/ 19 h 46"/>
                <a:gd name="T10" fmla="*/ 162 w 214"/>
                <a:gd name="T11" fmla="*/ 19 h 46"/>
                <a:gd name="T12" fmla="*/ 176 w 214"/>
                <a:gd name="T13" fmla="*/ 19 h 46"/>
                <a:gd name="T14" fmla="*/ 188 w 214"/>
                <a:gd name="T15" fmla="*/ 19 h 46"/>
                <a:gd name="T16" fmla="*/ 202 w 214"/>
                <a:gd name="T17" fmla="*/ 18 h 46"/>
                <a:gd name="T18" fmla="*/ 210 w 214"/>
                <a:gd name="T19" fmla="*/ 31 h 46"/>
                <a:gd name="T20" fmla="*/ 200 w 214"/>
                <a:gd name="T21" fmla="*/ 34 h 46"/>
                <a:gd name="T22" fmla="*/ 193 w 214"/>
                <a:gd name="T23" fmla="*/ 35 h 46"/>
                <a:gd name="T24" fmla="*/ 183 w 214"/>
                <a:gd name="T25" fmla="*/ 35 h 46"/>
                <a:gd name="T26" fmla="*/ 165 w 214"/>
                <a:gd name="T27" fmla="*/ 36 h 46"/>
                <a:gd name="T28" fmla="*/ 129 w 214"/>
                <a:gd name="T29" fmla="*/ 36 h 46"/>
                <a:gd name="T30" fmla="*/ 121 w 214"/>
                <a:gd name="T31" fmla="*/ 36 h 46"/>
                <a:gd name="T32" fmla="*/ 118 w 214"/>
                <a:gd name="T33" fmla="*/ 38 h 46"/>
                <a:gd name="T34" fmla="*/ 114 w 214"/>
                <a:gd name="T35" fmla="*/ 38 h 46"/>
                <a:gd name="T36" fmla="*/ 94 w 214"/>
                <a:gd name="T37" fmla="*/ 36 h 46"/>
                <a:gd name="T38" fmla="*/ 80 w 214"/>
                <a:gd name="T39" fmla="*/ 36 h 46"/>
                <a:gd name="T40" fmla="*/ 71 w 214"/>
                <a:gd name="T41" fmla="*/ 37 h 46"/>
                <a:gd name="T42" fmla="*/ 41 w 214"/>
                <a:gd name="T43" fmla="*/ 39 h 46"/>
                <a:gd name="T44" fmla="*/ 34 w 214"/>
                <a:gd name="T45" fmla="*/ 39 h 46"/>
                <a:gd name="T46" fmla="*/ 3 w 214"/>
                <a:gd name="T47" fmla="*/ 39 h 46"/>
                <a:gd name="T48" fmla="*/ 0 w 214"/>
                <a:gd name="T49" fmla="*/ 30 h 46"/>
                <a:gd name="T50" fmla="*/ 5 w 214"/>
                <a:gd name="T51" fmla="*/ 25 h 46"/>
                <a:gd name="T52" fmla="*/ 17 w 214"/>
                <a:gd name="T53" fmla="*/ 23 h 46"/>
                <a:gd name="T54" fmla="*/ 46 w 214"/>
                <a:gd name="T55" fmla="*/ 25 h 46"/>
                <a:gd name="T56" fmla="*/ 61 w 214"/>
                <a:gd name="T57" fmla="*/ 23 h 46"/>
                <a:gd name="T58" fmla="*/ 74 w 214"/>
                <a:gd name="T59" fmla="*/ 21 h 46"/>
                <a:gd name="T60" fmla="*/ 84 w 214"/>
                <a:gd name="T61" fmla="*/ 20 h 46"/>
                <a:gd name="T62" fmla="*/ 88 w 214"/>
                <a:gd name="T63" fmla="*/ 19 h 46"/>
                <a:gd name="T64" fmla="*/ 88 w 214"/>
                <a:gd name="T65" fmla="*/ 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4" h="46">
                  <a:moveTo>
                    <a:pt x="93" y="0"/>
                  </a:moveTo>
                  <a:cubicBezTo>
                    <a:pt x="94" y="1"/>
                    <a:pt x="96" y="0"/>
                    <a:pt x="98" y="0"/>
                  </a:cubicBezTo>
                  <a:cubicBezTo>
                    <a:pt x="101" y="1"/>
                    <a:pt x="101" y="2"/>
                    <a:pt x="104" y="3"/>
                  </a:cubicBezTo>
                  <a:cubicBezTo>
                    <a:pt x="105" y="1"/>
                    <a:pt x="108" y="4"/>
                    <a:pt x="108" y="3"/>
                  </a:cubicBezTo>
                  <a:cubicBezTo>
                    <a:pt x="113" y="5"/>
                    <a:pt x="118" y="8"/>
                    <a:pt x="122" y="11"/>
                  </a:cubicBezTo>
                  <a:cubicBezTo>
                    <a:pt x="124" y="12"/>
                    <a:pt x="125" y="16"/>
                    <a:pt x="127" y="17"/>
                  </a:cubicBezTo>
                  <a:cubicBezTo>
                    <a:pt x="129" y="18"/>
                    <a:pt x="133" y="18"/>
                    <a:pt x="135" y="20"/>
                  </a:cubicBezTo>
                  <a:cubicBezTo>
                    <a:pt x="135" y="20"/>
                    <a:pt x="136" y="19"/>
                    <a:pt x="137" y="19"/>
                  </a:cubicBezTo>
                  <a:cubicBezTo>
                    <a:pt x="137" y="19"/>
                    <a:pt x="137" y="19"/>
                    <a:pt x="137" y="20"/>
                  </a:cubicBezTo>
                  <a:cubicBezTo>
                    <a:pt x="138" y="19"/>
                    <a:pt x="138" y="19"/>
                    <a:pt x="139" y="19"/>
                  </a:cubicBezTo>
                  <a:cubicBezTo>
                    <a:pt x="139" y="18"/>
                    <a:pt x="146" y="21"/>
                    <a:pt x="148" y="19"/>
                  </a:cubicBezTo>
                  <a:cubicBezTo>
                    <a:pt x="151" y="21"/>
                    <a:pt x="156" y="18"/>
                    <a:pt x="162" y="19"/>
                  </a:cubicBezTo>
                  <a:cubicBezTo>
                    <a:pt x="164" y="20"/>
                    <a:pt x="171" y="20"/>
                    <a:pt x="174" y="18"/>
                  </a:cubicBezTo>
                  <a:cubicBezTo>
                    <a:pt x="175" y="19"/>
                    <a:pt x="176" y="19"/>
                    <a:pt x="176" y="19"/>
                  </a:cubicBezTo>
                  <a:cubicBezTo>
                    <a:pt x="177" y="19"/>
                    <a:pt x="180" y="18"/>
                    <a:pt x="182" y="19"/>
                  </a:cubicBezTo>
                  <a:cubicBezTo>
                    <a:pt x="182" y="20"/>
                    <a:pt x="186" y="19"/>
                    <a:pt x="188" y="19"/>
                  </a:cubicBezTo>
                  <a:cubicBezTo>
                    <a:pt x="190" y="19"/>
                    <a:pt x="192" y="18"/>
                    <a:pt x="195" y="18"/>
                  </a:cubicBezTo>
                  <a:cubicBezTo>
                    <a:pt x="196" y="18"/>
                    <a:pt x="201" y="19"/>
                    <a:pt x="202" y="18"/>
                  </a:cubicBezTo>
                  <a:cubicBezTo>
                    <a:pt x="206" y="20"/>
                    <a:pt x="212" y="21"/>
                    <a:pt x="214" y="23"/>
                  </a:cubicBezTo>
                  <a:cubicBezTo>
                    <a:pt x="214" y="26"/>
                    <a:pt x="213" y="30"/>
                    <a:pt x="210" y="31"/>
                  </a:cubicBezTo>
                  <a:cubicBezTo>
                    <a:pt x="209" y="32"/>
                    <a:pt x="206" y="31"/>
                    <a:pt x="205" y="31"/>
                  </a:cubicBezTo>
                  <a:cubicBezTo>
                    <a:pt x="204" y="32"/>
                    <a:pt x="202" y="34"/>
                    <a:pt x="200" y="34"/>
                  </a:cubicBezTo>
                  <a:cubicBezTo>
                    <a:pt x="198" y="35"/>
                    <a:pt x="195" y="34"/>
                    <a:pt x="194" y="36"/>
                  </a:cubicBezTo>
                  <a:cubicBezTo>
                    <a:pt x="194" y="36"/>
                    <a:pt x="193" y="35"/>
                    <a:pt x="193" y="35"/>
                  </a:cubicBezTo>
                  <a:cubicBezTo>
                    <a:pt x="192" y="35"/>
                    <a:pt x="184" y="35"/>
                    <a:pt x="184" y="35"/>
                  </a:cubicBezTo>
                  <a:cubicBezTo>
                    <a:pt x="183" y="35"/>
                    <a:pt x="183" y="35"/>
                    <a:pt x="183" y="35"/>
                  </a:cubicBezTo>
                  <a:cubicBezTo>
                    <a:pt x="183" y="35"/>
                    <a:pt x="171" y="36"/>
                    <a:pt x="169" y="35"/>
                  </a:cubicBezTo>
                  <a:cubicBezTo>
                    <a:pt x="167" y="35"/>
                    <a:pt x="166" y="35"/>
                    <a:pt x="165" y="36"/>
                  </a:cubicBezTo>
                  <a:cubicBezTo>
                    <a:pt x="159" y="33"/>
                    <a:pt x="147" y="34"/>
                    <a:pt x="141" y="36"/>
                  </a:cubicBezTo>
                  <a:cubicBezTo>
                    <a:pt x="138" y="36"/>
                    <a:pt x="129" y="36"/>
                    <a:pt x="129" y="36"/>
                  </a:cubicBezTo>
                  <a:cubicBezTo>
                    <a:pt x="129" y="36"/>
                    <a:pt x="128" y="37"/>
                    <a:pt x="128" y="37"/>
                  </a:cubicBezTo>
                  <a:cubicBezTo>
                    <a:pt x="125" y="36"/>
                    <a:pt x="123" y="36"/>
                    <a:pt x="121" y="36"/>
                  </a:cubicBezTo>
                  <a:cubicBezTo>
                    <a:pt x="119" y="36"/>
                    <a:pt x="119" y="37"/>
                    <a:pt x="118" y="38"/>
                  </a:cubicBezTo>
                  <a:cubicBezTo>
                    <a:pt x="118" y="38"/>
                    <a:pt x="118" y="38"/>
                    <a:pt x="118" y="38"/>
                  </a:cubicBezTo>
                  <a:cubicBezTo>
                    <a:pt x="117" y="37"/>
                    <a:pt x="116" y="37"/>
                    <a:pt x="115" y="37"/>
                  </a:cubicBezTo>
                  <a:cubicBezTo>
                    <a:pt x="115" y="38"/>
                    <a:pt x="114" y="38"/>
                    <a:pt x="114" y="38"/>
                  </a:cubicBezTo>
                  <a:cubicBezTo>
                    <a:pt x="112" y="38"/>
                    <a:pt x="109" y="37"/>
                    <a:pt x="107" y="36"/>
                  </a:cubicBezTo>
                  <a:cubicBezTo>
                    <a:pt x="104" y="37"/>
                    <a:pt x="98" y="37"/>
                    <a:pt x="94" y="36"/>
                  </a:cubicBezTo>
                  <a:cubicBezTo>
                    <a:pt x="93" y="36"/>
                    <a:pt x="87" y="37"/>
                    <a:pt x="86" y="38"/>
                  </a:cubicBezTo>
                  <a:cubicBezTo>
                    <a:pt x="85" y="38"/>
                    <a:pt x="81" y="37"/>
                    <a:pt x="80" y="36"/>
                  </a:cubicBezTo>
                  <a:cubicBezTo>
                    <a:pt x="78" y="37"/>
                    <a:pt x="77" y="37"/>
                    <a:pt x="75" y="38"/>
                  </a:cubicBezTo>
                  <a:cubicBezTo>
                    <a:pt x="73" y="38"/>
                    <a:pt x="72" y="37"/>
                    <a:pt x="71" y="37"/>
                  </a:cubicBezTo>
                  <a:cubicBezTo>
                    <a:pt x="66" y="39"/>
                    <a:pt x="55" y="36"/>
                    <a:pt x="51" y="39"/>
                  </a:cubicBezTo>
                  <a:cubicBezTo>
                    <a:pt x="49" y="40"/>
                    <a:pt x="44" y="38"/>
                    <a:pt x="41" y="39"/>
                  </a:cubicBezTo>
                  <a:cubicBezTo>
                    <a:pt x="40" y="39"/>
                    <a:pt x="38" y="39"/>
                    <a:pt x="36" y="40"/>
                  </a:cubicBezTo>
                  <a:cubicBezTo>
                    <a:pt x="36" y="40"/>
                    <a:pt x="35" y="39"/>
                    <a:pt x="34" y="39"/>
                  </a:cubicBezTo>
                  <a:cubicBezTo>
                    <a:pt x="30" y="41"/>
                    <a:pt x="20" y="42"/>
                    <a:pt x="18" y="46"/>
                  </a:cubicBezTo>
                  <a:cubicBezTo>
                    <a:pt x="14" y="45"/>
                    <a:pt x="6" y="43"/>
                    <a:pt x="3" y="39"/>
                  </a:cubicBezTo>
                  <a:cubicBezTo>
                    <a:pt x="2" y="38"/>
                    <a:pt x="3" y="35"/>
                    <a:pt x="2" y="34"/>
                  </a:cubicBezTo>
                  <a:cubicBezTo>
                    <a:pt x="1" y="32"/>
                    <a:pt x="0" y="33"/>
                    <a:pt x="0" y="30"/>
                  </a:cubicBezTo>
                  <a:cubicBezTo>
                    <a:pt x="1" y="28"/>
                    <a:pt x="2" y="27"/>
                    <a:pt x="3" y="25"/>
                  </a:cubicBezTo>
                  <a:cubicBezTo>
                    <a:pt x="4" y="25"/>
                    <a:pt x="4" y="26"/>
                    <a:pt x="5" y="25"/>
                  </a:cubicBezTo>
                  <a:cubicBezTo>
                    <a:pt x="8" y="25"/>
                    <a:pt x="10" y="24"/>
                    <a:pt x="13" y="23"/>
                  </a:cubicBezTo>
                  <a:cubicBezTo>
                    <a:pt x="14" y="23"/>
                    <a:pt x="16" y="24"/>
                    <a:pt x="17" y="23"/>
                  </a:cubicBezTo>
                  <a:cubicBezTo>
                    <a:pt x="23" y="23"/>
                    <a:pt x="28" y="23"/>
                    <a:pt x="34" y="23"/>
                  </a:cubicBezTo>
                  <a:cubicBezTo>
                    <a:pt x="35" y="23"/>
                    <a:pt x="43" y="26"/>
                    <a:pt x="46" y="25"/>
                  </a:cubicBezTo>
                  <a:cubicBezTo>
                    <a:pt x="48" y="24"/>
                    <a:pt x="52" y="23"/>
                    <a:pt x="52" y="23"/>
                  </a:cubicBezTo>
                  <a:cubicBezTo>
                    <a:pt x="53" y="23"/>
                    <a:pt x="59" y="23"/>
                    <a:pt x="61" y="23"/>
                  </a:cubicBezTo>
                  <a:cubicBezTo>
                    <a:pt x="63" y="22"/>
                    <a:pt x="68" y="23"/>
                    <a:pt x="70" y="23"/>
                  </a:cubicBezTo>
                  <a:cubicBezTo>
                    <a:pt x="71" y="22"/>
                    <a:pt x="73" y="21"/>
                    <a:pt x="74" y="21"/>
                  </a:cubicBezTo>
                  <a:cubicBezTo>
                    <a:pt x="77" y="21"/>
                    <a:pt x="79" y="21"/>
                    <a:pt x="82" y="21"/>
                  </a:cubicBezTo>
                  <a:cubicBezTo>
                    <a:pt x="83" y="21"/>
                    <a:pt x="83" y="21"/>
                    <a:pt x="84" y="20"/>
                  </a:cubicBezTo>
                  <a:cubicBezTo>
                    <a:pt x="85" y="21"/>
                    <a:pt x="84" y="21"/>
                    <a:pt x="86" y="21"/>
                  </a:cubicBezTo>
                  <a:cubicBezTo>
                    <a:pt x="86" y="21"/>
                    <a:pt x="87" y="20"/>
                    <a:pt x="88" y="19"/>
                  </a:cubicBezTo>
                  <a:cubicBezTo>
                    <a:pt x="88" y="18"/>
                    <a:pt x="89" y="17"/>
                    <a:pt x="89" y="16"/>
                  </a:cubicBezTo>
                  <a:cubicBezTo>
                    <a:pt x="86" y="13"/>
                    <a:pt x="90" y="5"/>
                    <a:pt x="88" y="4"/>
                  </a:cubicBezTo>
                  <a:cubicBezTo>
                    <a:pt x="89" y="2"/>
                    <a:pt x="91" y="1"/>
                    <a:pt x="93"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1" name="Freeform 7"/>
            <p:cNvSpPr>
              <a:spLocks noEditPoints="1"/>
            </p:cNvSpPr>
            <p:nvPr/>
          </p:nvSpPr>
          <p:spPr bwMode="auto">
            <a:xfrm>
              <a:off x="1047452" y="6228149"/>
              <a:ext cx="364765" cy="232071"/>
            </a:xfrm>
            <a:custGeom>
              <a:avLst/>
              <a:gdLst>
                <a:gd name="T0" fmla="*/ 257 w 272"/>
                <a:gd name="T1" fmla="*/ 115 h 172"/>
                <a:gd name="T2" fmla="*/ 219 w 272"/>
                <a:gd name="T3" fmla="*/ 115 h 172"/>
                <a:gd name="T4" fmla="*/ 187 w 272"/>
                <a:gd name="T5" fmla="*/ 113 h 172"/>
                <a:gd name="T6" fmla="*/ 171 w 272"/>
                <a:gd name="T7" fmla="*/ 112 h 172"/>
                <a:gd name="T8" fmla="*/ 125 w 272"/>
                <a:gd name="T9" fmla="*/ 112 h 172"/>
                <a:gd name="T10" fmla="*/ 139 w 272"/>
                <a:gd name="T11" fmla="*/ 100 h 172"/>
                <a:gd name="T12" fmla="*/ 162 w 272"/>
                <a:gd name="T13" fmla="*/ 101 h 172"/>
                <a:gd name="T14" fmla="*/ 183 w 272"/>
                <a:gd name="T15" fmla="*/ 101 h 172"/>
                <a:gd name="T16" fmla="*/ 185 w 272"/>
                <a:gd name="T17" fmla="*/ 58 h 172"/>
                <a:gd name="T18" fmla="*/ 186 w 272"/>
                <a:gd name="T19" fmla="*/ 32 h 172"/>
                <a:gd name="T20" fmla="*/ 194 w 272"/>
                <a:gd name="T21" fmla="*/ 0 h 172"/>
                <a:gd name="T22" fmla="*/ 168 w 272"/>
                <a:gd name="T23" fmla="*/ 1 h 172"/>
                <a:gd name="T24" fmla="*/ 143 w 272"/>
                <a:gd name="T25" fmla="*/ 3 h 172"/>
                <a:gd name="T26" fmla="*/ 114 w 272"/>
                <a:gd name="T27" fmla="*/ 4 h 172"/>
                <a:gd name="T28" fmla="*/ 95 w 272"/>
                <a:gd name="T29" fmla="*/ 2 h 172"/>
                <a:gd name="T30" fmla="*/ 63 w 272"/>
                <a:gd name="T31" fmla="*/ 5 h 172"/>
                <a:gd name="T32" fmla="*/ 62 w 272"/>
                <a:gd name="T33" fmla="*/ 22 h 172"/>
                <a:gd name="T34" fmla="*/ 67 w 272"/>
                <a:gd name="T35" fmla="*/ 50 h 172"/>
                <a:gd name="T36" fmla="*/ 66 w 272"/>
                <a:gd name="T37" fmla="*/ 63 h 172"/>
                <a:gd name="T38" fmla="*/ 67 w 272"/>
                <a:gd name="T39" fmla="*/ 82 h 172"/>
                <a:gd name="T40" fmla="*/ 62 w 272"/>
                <a:gd name="T41" fmla="*/ 106 h 172"/>
                <a:gd name="T42" fmla="*/ 75 w 272"/>
                <a:gd name="T43" fmla="*/ 101 h 172"/>
                <a:gd name="T44" fmla="*/ 109 w 272"/>
                <a:gd name="T45" fmla="*/ 102 h 172"/>
                <a:gd name="T46" fmla="*/ 99 w 272"/>
                <a:gd name="T47" fmla="*/ 112 h 172"/>
                <a:gd name="T48" fmla="*/ 71 w 272"/>
                <a:gd name="T49" fmla="*/ 116 h 172"/>
                <a:gd name="T50" fmla="*/ 43 w 272"/>
                <a:gd name="T51" fmla="*/ 120 h 172"/>
                <a:gd name="T52" fmla="*/ 23 w 272"/>
                <a:gd name="T53" fmla="*/ 122 h 172"/>
                <a:gd name="T54" fmla="*/ 4 w 272"/>
                <a:gd name="T55" fmla="*/ 129 h 172"/>
                <a:gd name="T56" fmla="*/ 28 w 272"/>
                <a:gd name="T57" fmla="*/ 143 h 172"/>
                <a:gd name="T58" fmla="*/ 42 w 272"/>
                <a:gd name="T59" fmla="*/ 138 h 172"/>
                <a:gd name="T60" fmla="*/ 62 w 272"/>
                <a:gd name="T61" fmla="*/ 133 h 172"/>
                <a:gd name="T62" fmla="*/ 93 w 272"/>
                <a:gd name="T63" fmla="*/ 127 h 172"/>
                <a:gd name="T64" fmla="*/ 92 w 272"/>
                <a:gd name="T65" fmla="*/ 141 h 172"/>
                <a:gd name="T66" fmla="*/ 86 w 272"/>
                <a:gd name="T67" fmla="*/ 156 h 172"/>
                <a:gd name="T68" fmla="*/ 100 w 272"/>
                <a:gd name="T69" fmla="*/ 153 h 172"/>
                <a:gd name="T70" fmla="*/ 119 w 272"/>
                <a:gd name="T71" fmla="*/ 126 h 172"/>
                <a:gd name="T72" fmla="*/ 138 w 272"/>
                <a:gd name="T73" fmla="*/ 130 h 172"/>
                <a:gd name="T74" fmla="*/ 150 w 272"/>
                <a:gd name="T75" fmla="*/ 150 h 172"/>
                <a:gd name="T76" fmla="*/ 170 w 272"/>
                <a:gd name="T77" fmla="*/ 159 h 172"/>
                <a:gd name="T78" fmla="*/ 172 w 272"/>
                <a:gd name="T79" fmla="*/ 128 h 172"/>
                <a:gd name="T80" fmla="*/ 209 w 272"/>
                <a:gd name="T81" fmla="*/ 134 h 172"/>
                <a:gd name="T82" fmla="*/ 229 w 272"/>
                <a:gd name="T83" fmla="*/ 144 h 172"/>
                <a:gd name="T84" fmla="*/ 238 w 272"/>
                <a:gd name="T85" fmla="*/ 146 h 172"/>
                <a:gd name="T86" fmla="*/ 266 w 272"/>
                <a:gd name="T87" fmla="*/ 140 h 172"/>
                <a:gd name="T88" fmla="*/ 170 w 272"/>
                <a:gd name="T89" fmla="*/ 55 h 172"/>
                <a:gd name="T90" fmla="*/ 139 w 272"/>
                <a:gd name="T91" fmla="*/ 55 h 172"/>
                <a:gd name="T92" fmla="*/ 107 w 272"/>
                <a:gd name="T93" fmla="*/ 58 h 172"/>
                <a:gd name="T94" fmla="*/ 87 w 272"/>
                <a:gd name="T95" fmla="*/ 60 h 172"/>
                <a:gd name="T96" fmla="*/ 104 w 272"/>
                <a:gd name="T97" fmla="*/ 48 h 172"/>
                <a:gd name="T98" fmla="*/ 135 w 272"/>
                <a:gd name="T99" fmla="*/ 45 h 172"/>
                <a:gd name="T100" fmla="*/ 166 w 272"/>
                <a:gd name="T101" fmla="*/ 44 h 172"/>
                <a:gd name="T102" fmla="*/ 94 w 272"/>
                <a:gd name="T103" fmla="*/ 23 h 172"/>
                <a:gd name="T104" fmla="*/ 135 w 272"/>
                <a:gd name="T105" fmla="*/ 20 h 172"/>
                <a:gd name="T106" fmla="*/ 174 w 272"/>
                <a:gd name="T107" fmla="*/ 19 h 172"/>
                <a:gd name="T108" fmla="*/ 102 w 272"/>
                <a:gd name="T109" fmla="*/ 32 h 172"/>
                <a:gd name="T110" fmla="*/ 94 w 272"/>
                <a:gd name="T111" fmla="*/ 23 h 172"/>
                <a:gd name="T112" fmla="*/ 95 w 272"/>
                <a:gd name="T113" fmla="*/ 85 h 172"/>
                <a:gd name="T114" fmla="*/ 82 w 272"/>
                <a:gd name="T115" fmla="*/ 82 h 172"/>
                <a:gd name="T116" fmla="*/ 106 w 272"/>
                <a:gd name="T117" fmla="*/ 75 h 172"/>
                <a:gd name="T118" fmla="*/ 149 w 272"/>
                <a:gd name="T119" fmla="*/ 71 h 172"/>
                <a:gd name="T120" fmla="*/ 170 w 272"/>
                <a:gd name="T121" fmla="*/ 81 h 172"/>
                <a:gd name="T122" fmla="*/ 133 w 272"/>
                <a:gd name="T123" fmla="*/ 8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72">
                  <a:moveTo>
                    <a:pt x="270" y="130"/>
                  </a:moveTo>
                  <a:cubicBezTo>
                    <a:pt x="272" y="123"/>
                    <a:pt x="264" y="119"/>
                    <a:pt x="266" y="115"/>
                  </a:cubicBezTo>
                  <a:cubicBezTo>
                    <a:pt x="265" y="114"/>
                    <a:pt x="264" y="112"/>
                    <a:pt x="262" y="112"/>
                  </a:cubicBezTo>
                  <a:cubicBezTo>
                    <a:pt x="261" y="112"/>
                    <a:pt x="258" y="115"/>
                    <a:pt x="257" y="115"/>
                  </a:cubicBezTo>
                  <a:cubicBezTo>
                    <a:pt x="255" y="116"/>
                    <a:pt x="241" y="114"/>
                    <a:pt x="239" y="113"/>
                  </a:cubicBezTo>
                  <a:cubicBezTo>
                    <a:pt x="237" y="113"/>
                    <a:pt x="237" y="115"/>
                    <a:pt x="235" y="115"/>
                  </a:cubicBezTo>
                  <a:cubicBezTo>
                    <a:pt x="234" y="116"/>
                    <a:pt x="231" y="115"/>
                    <a:pt x="231" y="115"/>
                  </a:cubicBezTo>
                  <a:cubicBezTo>
                    <a:pt x="230" y="114"/>
                    <a:pt x="220" y="116"/>
                    <a:pt x="219" y="115"/>
                  </a:cubicBezTo>
                  <a:cubicBezTo>
                    <a:pt x="218" y="115"/>
                    <a:pt x="218" y="114"/>
                    <a:pt x="217" y="114"/>
                  </a:cubicBezTo>
                  <a:cubicBezTo>
                    <a:pt x="213" y="117"/>
                    <a:pt x="206" y="114"/>
                    <a:pt x="202" y="113"/>
                  </a:cubicBezTo>
                  <a:cubicBezTo>
                    <a:pt x="200" y="114"/>
                    <a:pt x="193" y="113"/>
                    <a:pt x="193" y="113"/>
                  </a:cubicBezTo>
                  <a:cubicBezTo>
                    <a:pt x="191" y="113"/>
                    <a:pt x="189" y="113"/>
                    <a:pt x="187" y="113"/>
                  </a:cubicBezTo>
                  <a:cubicBezTo>
                    <a:pt x="186" y="113"/>
                    <a:pt x="186" y="112"/>
                    <a:pt x="185" y="112"/>
                  </a:cubicBezTo>
                  <a:cubicBezTo>
                    <a:pt x="184" y="114"/>
                    <a:pt x="183" y="112"/>
                    <a:pt x="181" y="113"/>
                  </a:cubicBezTo>
                  <a:cubicBezTo>
                    <a:pt x="180" y="113"/>
                    <a:pt x="179" y="113"/>
                    <a:pt x="179" y="113"/>
                  </a:cubicBezTo>
                  <a:cubicBezTo>
                    <a:pt x="176" y="112"/>
                    <a:pt x="175" y="113"/>
                    <a:pt x="171" y="112"/>
                  </a:cubicBezTo>
                  <a:cubicBezTo>
                    <a:pt x="169" y="112"/>
                    <a:pt x="166" y="112"/>
                    <a:pt x="164" y="112"/>
                  </a:cubicBezTo>
                  <a:cubicBezTo>
                    <a:pt x="164" y="112"/>
                    <a:pt x="155" y="110"/>
                    <a:pt x="154" y="110"/>
                  </a:cubicBezTo>
                  <a:cubicBezTo>
                    <a:pt x="153" y="111"/>
                    <a:pt x="153" y="112"/>
                    <a:pt x="151" y="111"/>
                  </a:cubicBezTo>
                  <a:cubicBezTo>
                    <a:pt x="144" y="109"/>
                    <a:pt x="131" y="110"/>
                    <a:pt x="125" y="112"/>
                  </a:cubicBezTo>
                  <a:cubicBezTo>
                    <a:pt x="125" y="112"/>
                    <a:pt x="124" y="111"/>
                    <a:pt x="124" y="111"/>
                  </a:cubicBezTo>
                  <a:cubicBezTo>
                    <a:pt x="124" y="108"/>
                    <a:pt x="125" y="101"/>
                    <a:pt x="129" y="100"/>
                  </a:cubicBezTo>
                  <a:cubicBezTo>
                    <a:pt x="132" y="99"/>
                    <a:pt x="132" y="100"/>
                    <a:pt x="135" y="101"/>
                  </a:cubicBezTo>
                  <a:cubicBezTo>
                    <a:pt x="137" y="101"/>
                    <a:pt x="138" y="100"/>
                    <a:pt x="139" y="100"/>
                  </a:cubicBezTo>
                  <a:cubicBezTo>
                    <a:pt x="140" y="100"/>
                    <a:pt x="140" y="100"/>
                    <a:pt x="141" y="100"/>
                  </a:cubicBezTo>
                  <a:cubicBezTo>
                    <a:pt x="141" y="100"/>
                    <a:pt x="142" y="100"/>
                    <a:pt x="142" y="100"/>
                  </a:cubicBezTo>
                  <a:cubicBezTo>
                    <a:pt x="147" y="101"/>
                    <a:pt x="147" y="101"/>
                    <a:pt x="147" y="101"/>
                  </a:cubicBezTo>
                  <a:cubicBezTo>
                    <a:pt x="149" y="101"/>
                    <a:pt x="161" y="101"/>
                    <a:pt x="162" y="101"/>
                  </a:cubicBezTo>
                  <a:cubicBezTo>
                    <a:pt x="165" y="101"/>
                    <a:pt x="168" y="101"/>
                    <a:pt x="170" y="101"/>
                  </a:cubicBezTo>
                  <a:cubicBezTo>
                    <a:pt x="173" y="103"/>
                    <a:pt x="174" y="105"/>
                    <a:pt x="175" y="106"/>
                  </a:cubicBezTo>
                  <a:cubicBezTo>
                    <a:pt x="175" y="106"/>
                    <a:pt x="176" y="106"/>
                    <a:pt x="177" y="106"/>
                  </a:cubicBezTo>
                  <a:cubicBezTo>
                    <a:pt x="179" y="104"/>
                    <a:pt x="181" y="102"/>
                    <a:pt x="183" y="101"/>
                  </a:cubicBezTo>
                  <a:cubicBezTo>
                    <a:pt x="185" y="99"/>
                    <a:pt x="186" y="91"/>
                    <a:pt x="185" y="87"/>
                  </a:cubicBezTo>
                  <a:cubicBezTo>
                    <a:pt x="185" y="86"/>
                    <a:pt x="181" y="84"/>
                    <a:pt x="183" y="81"/>
                  </a:cubicBezTo>
                  <a:cubicBezTo>
                    <a:pt x="183" y="80"/>
                    <a:pt x="183" y="75"/>
                    <a:pt x="183" y="75"/>
                  </a:cubicBezTo>
                  <a:cubicBezTo>
                    <a:pt x="185" y="72"/>
                    <a:pt x="186" y="61"/>
                    <a:pt x="185" y="58"/>
                  </a:cubicBezTo>
                  <a:cubicBezTo>
                    <a:pt x="185" y="57"/>
                    <a:pt x="184" y="56"/>
                    <a:pt x="184" y="55"/>
                  </a:cubicBezTo>
                  <a:cubicBezTo>
                    <a:pt x="184" y="55"/>
                    <a:pt x="184" y="50"/>
                    <a:pt x="184" y="49"/>
                  </a:cubicBezTo>
                  <a:cubicBezTo>
                    <a:pt x="185" y="47"/>
                    <a:pt x="186" y="44"/>
                    <a:pt x="186" y="41"/>
                  </a:cubicBezTo>
                  <a:cubicBezTo>
                    <a:pt x="187" y="37"/>
                    <a:pt x="185" y="36"/>
                    <a:pt x="186" y="32"/>
                  </a:cubicBezTo>
                  <a:cubicBezTo>
                    <a:pt x="187" y="32"/>
                    <a:pt x="186" y="31"/>
                    <a:pt x="187" y="31"/>
                  </a:cubicBezTo>
                  <a:cubicBezTo>
                    <a:pt x="187" y="28"/>
                    <a:pt x="189" y="27"/>
                    <a:pt x="191" y="25"/>
                  </a:cubicBezTo>
                  <a:cubicBezTo>
                    <a:pt x="194" y="21"/>
                    <a:pt x="198" y="15"/>
                    <a:pt x="199" y="9"/>
                  </a:cubicBezTo>
                  <a:cubicBezTo>
                    <a:pt x="197" y="6"/>
                    <a:pt x="197" y="2"/>
                    <a:pt x="194" y="0"/>
                  </a:cubicBezTo>
                  <a:cubicBezTo>
                    <a:pt x="193" y="0"/>
                    <a:pt x="192" y="0"/>
                    <a:pt x="191" y="0"/>
                  </a:cubicBezTo>
                  <a:cubicBezTo>
                    <a:pt x="190" y="2"/>
                    <a:pt x="188" y="1"/>
                    <a:pt x="187" y="1"/>
                  </a:cubicBezTo>
                  <a:cubicBezTo>
                    <a:pt x="184" y="4"/>
                    <a:pt x="180" y="4"/>
                    <a:pt x="176" y="3"/>
                  </a:cubicBezTo>
                  <a:cubicBezTo>
                    <a:pt x="174" y="5"/>
                    <a:pt x="169" y="2"/>
                    <a:pt x="168" y="1"/>
                  </a:cubicBezTo>
                  <a:cubicBezTo>
                    <a:pt x="168" y="2"/>
                    <a:pt x="165" y="2"/>
                    <a:pt x="164" y="2"/>
                  </a:cubicBezTo>
                  <a:cubicBezTo>
                    <a:pt x="164" y="2"/>
                    <a:pt x="161" y="1"/>
                    <a:pt x="161" y="2"/>
                  </a:cubicBezTo>
                  <a:cubicBezTo>
                    <a:pt x="158" y="2"/>
                    <a:pt x="151" y="2"/>
                    <a:pt x="148" y="4"/>
                  </a:cubicBezTo>
                  <a:cubicBezTo>
                    <a:pt x="146" y="4"/>
                    <a:pt x="145" y="3"/>
                    <a:pt x="143" y="3"/>
                  </a:cubicBezTo>
                  <a:cubicBezTo>
                    <a:pt x="140" y="2"/>
                    <a:pt x="140" y="4"/>
                    <a:pt x="137" y="3"/>
                  </a:cubicBezTo>
                  <a:cubicBezTo>
                    <a:pt x="137" y="3"/>
                    <a:pt x="137" y="3"/>
                    <a:pt x="137" y="3"/>
                  </a:cubicBezTo>
                  <a:cubicBezTo>
                    <a:pt x="134" y="3"/>
                    <a:pt x="131" y="1"/>
                    <a:pt x="128" y="2"/>
                  </a:cubicBezTo>
                  <a:cubicBezTo>
                    <a:pt x="124" y="3"/>
                    <a:pt x="117" y="3"/>
                    <a:pt x="114" y="4"/>
                  </a:cubicBezTo>
                  <a:cubicBezTo>
                    <a:pt x="113" y="3"/>
                    <a:pt x="113" y="3"/>
                    <a:pt x="112" y="3"/>
                  </a:cubicBezTo>
                  <a:cubicBezTo>
                    <a:pt x="109" y="4"/>
                    <a:pt x="108" y="4"/>
                    <a:pt x="106" y="4"/>
                  </a:cubicBezTo>
                  <a:cubicBezTo>
                    <a:pt x="104" y="4"/>
                    <a:pt x="100" y="3"/>
                    <a:pt x="100" y="2"/>
                  </a:cubicBezTo>
                  <a:cubicBezTo>
                    <a:pt x="98" y="2"/>
                    <a:pt x="96" y="2"/>
                    <a:pt x="95" y="2"/>
                  </a:cubicBezTo>
                  <a:cubicBezTo>
                    <a:pt x="94" y="3"/>
                    <a:pt x="84" y="2"/>
                    <a:pt x="82" y="4"/>
                  </a:cubicBezTo>
                  <a:cubicBezTo>
                    <a:pt x="80" y="4"/>
                    <a:pt x="78" y="4"/>
                    <a:pt x="76" y="4"/>
                  </a:cubicBezTo>
                  <a:cubicBezTo>
                    <a:pt x="73" y="4"/>
                    <a:pt x="71" y="4"/>
                    <a:pt x="67" y="6"/>
                  </a:cubicBezTo>
                  <a:cubicBezTo>
                    <a:pt x="66" y="6"/>
                    <a:pt x="65" y="5"/>
                    <a:pt x="63" y="5"/>
                  </a:cubicBezTo>
                  <a:cubicBezTo>
                    <a:pt x="61" y="7"/>
                    <a:pt x="58" y="9"/>
                    <a:pt x="55" y="10"/>
                  </a:cubicBezTo>
                  <a:cubicBezTo>
                    <a:pt x="55" y="12"/>
                    <a:pt x="55" y="13"/>
                    <a:pt x="56" y="14"/>
                  </a:cubicBezTo>
                  <a:cubicBezTo>
                    <a:pt x="57" y="14"/>
                    <a:pt x="61" y="18"/>
                    <a:pt x="62" y="19"/>
                  </a:cubicBezTo>
                  <a:cubicBezTo>
                    <a:pt x="62" y="20"/>
                    <a:pt x="62" y="22"/>
                    <a:pt x="62" y="22"/>
                  </a:cubicBezTo>
                  <a:cubicBezTo>
                    <a:pt x="63" y="23"/>
                    <a:pt x="63" y="26"/>
                    <a:pt x="63" y="26"/>
                  </a:cubicBezTo>
                  <a:cubicBezTo>
                    <a:pt x="66" y="29"/>
                    <a:pt x="65" y="31"/>
                    <a:pt x="66" y="35"/>
                  </a:cubicBezTo>
                  <a:cubicBezTo>
                    <a:pt x="65" y="41"/>
                    <a:pt x="65" y="41"/>
                    <a:pt x="65" y="41"/>
                  </a:cubicBezTo>
                  <a:cubicBezTo>
                    <a:pt x="65" y="45"/>
                    <a:pt x="66" y="49"/>
                    <a:pt x="67" y="50"/>
                  </a:cubicBezTo>
                  <a:cubicBezTo>
                    <a:pt x="67" y="51"/>
                    <a:pt x="66" y="52"/>
                    <a:pt x="66" y="52"/>
                  </a:cubicBezTo>
                  <a:cubicBezTo>
                    <a:pt x="67" y="54"/>
                    <a:pt x="67" y="56"/>
                    <a:pt x="67" y="58"/>
                  </a:cubicBezTo>
                  <a:cubicBezTo>
                    <a:pt x="67" y="58"/>
                    <a:pt x="67" y="59"/>
                    <a:pt x="67" y="59"/>
                  </a:cubicBezTo>
                  <a:cubicBezTo>
                    <a:pt x="67" y="60"/>
                    <a:pt x="67" y="62"/>
                    <a:pt x="66" y="63"/>
                  </a:cubicBezTo>
                  <a:cubicBezTo>
                    <a:pt x="66" y="64"/>
                    <a:pt x="67" y="65"/>
                    <a:pt x="67" y="66"/>
                  </a:cubicBezTo>
                  <a:cubicBezTo>
                    <a:pt x="66" y="66"/>
                    <a:pt x="66" y="67"/>
                    <a:pt x="65" y="68"/>
                  </a:cubicBezTo>
                  <a:cubicBezTo>
                    <a:pt x="66" y="71"/>
                    <a:pt x="68" y="80"/>
                    <a:pt x="66" y="82"/>
                  </a:cubicBezTo>
                  <a:cubicBezTo>
                    <a:pt x="67" y="82"/>
                    <a:pt x="66" y="82"/>
                    <a:pt x="67" y="82"/>
                  </a:cubicBezTo>
                  <a:cubicBezTo>
                    <a:pt x="67" y="83"/>
                    <a:pt x="66" y="87"/>
                    <a:pt x="66" y="88"/>
                  </a:cubicBezTo>
                  <a:cubicBezTo>
                    <a:pt x="66" y="88"/>
                    <a:pt x="66" y="88"/>
                    <a:pt x="66" y="88"/>
                  </a:cubicBezTo>
                  <a:cubicBezTo>
                    <a:pt x="66" y="88"/>
                    <a:pt x="66" y="93"/>
                    <a:pt x="66" y="93"/>
                  </a:cubicBezTo>
                  <a:cubicBezTo>
                    <a:pt x="65" y="98"/>
                    <a:pt x="64" y="102"/>
                    <a:pt x="62" y="106"/>
                  </a:cubicBezTo>
                  <a:cubicBezTo>
                    <a:pt x="62" y="107"/>
                    <a:pt x="62" y="113"/>
                    <a:pt x="62" y="113"/>
                  </a:cubicBezTo>
                  <a:cubicBezTo>
                    <a:pt x="63" y="114"/>
                    <a:pt x="64" y="114"/>
                    <a:pt x="65" y="114"/>
                  </a:cubicBezTo>
                  <a:cubicBezTo>
                    <a:pt x="65" y="114"/>
                    <a:pt x="67" y="114"/>
                    <a:pt x="67" y="113"/>
                  </a:cubicBezTo>
                  <a:cubicBezTo>
                    <a:pt x="70" y="112"/>
                    <a:pt x="74" y="103"/>
                    <a:pt x="75" y="101"/>
                  </a:cubicBezTo>
                  <a:cubicBezTo>
                    <a:pt x="79" y="102"/>
                    <a:pt x="80" y="107"/>
                    <a:pt x="87" y="106"/>
                  </a:cubicBezTo>
                  <a:cubicBezTo>
                    <a:pt x="90" y="105"/>
                    <a:pt x="91" y="106"/>
                    <a:pt x="94" y="105"/>
                  </a:cubicBezTo>
                  <a:cubicBezTo>
                    <a:pt x="95" y="105"/>
                    <a:pt x="97" y="103"/>
                    <a:pt x="98" y="102"/>
                  </a:cubicBezTo>
                  <a:cubicBezTo>
                    <a:pt x="101" y="101"/>
                    <a:pt x="107" y="101"/>
                    <a:pt x="109" y="102"/>
                  </a:cubicBezTo>
                  <a:cubicBezTo>
                    <a:pt x="111" y="102"/>
                    <a:pt x="113" y="100"/>
                    <a:pt x="116" y="102"/>
                  </a:cubicBezTo>
                  <a:cubicBezTo>
                    <a:pt x="116" y="102"/>
                    <a:pt x="116" y="102"/>
                    <a:pt x="116" y="102"/>
                  </a:cubicBezTo>
                  <a:cubicBezTo>
                    <a:pt x="114" y="104"/>
                    <a:pt x="109" y="110"/>
                    <a:pt x="108" y="111"/>
                  </a:cubicBezTo>
                  <a:cubicBezTo>
                    <a:pt x="105" y="112"/>
                    <a:pt x="101" y="112"/>
                    <a:pt x="99" y="112"/>
                  </a:cubicBezTo>
                  <a:cubicBezTo>
                    <a:pt x="98" y="112"/>
                    <a:pt x="96" y="112"/>
                    <a:pt x="96" y="112"/>
                  </a:cubicBezTo>
                  <a:cubicBezTo>
                    <a:pt x="95" y="113"/>
                    <a:pt x="92" y="113"/>
                    <a:pt x="90" y="114"/>
                  </a:cubicBezTo>
                  <a:cubicBezTo>
                    <a:pt x="86" y="115"/>
                    <a:pt x="83" y="112"/>
                    <a:pt x="80" y="113"/>
                  </a:cubicBezTo>
                  <a:cubicBezTo>
                    <a:pt x="76" y="115"/>
                    <a:pt x="73" y="115"/>
                    <a:pt x="71" y="116"/>
                  </a:cubicBezTo>
                  <a:cubicBezTo>
                    <a:pt x="70" y="116"/>
                    <a:pt x="69" y="116"/>
                    <a:pt x="68" y="116"/>
                  </a:cubicBezTo>
                  <a:cubicBezTo>
                    <a:pt x="67" y="117"/>
                    <a:pt x="64" y="118"/>
                    <a:pt x="62" y="118"/>
                  </a:cubicBezTo>
                  <a:cubicBezTo>
                    <a:pt x="58" y="119"/>
                    <a:pt x="55" y="118"/>
                    <a:pt x="53" y="119"/>
                  </a:cubicBezTo>
                  <a:cubicBezTo>
                    <a:pt x="49" y="120"/>
                    <a:pt x="46" y="119"/>
                    <a:pt x="43" y="120"/>
                  </a:cubicBezTo>
                  <a:cubicBezTo>
                    <a:pt x="43" y="120"/>
                    <a:pt x="42" y="120"/>
                    <a:pt x="41" y="120"/>
                  </a:cubicBezTo>
                  <a:cubicBezTo>
                    <a:pt x="39" y="120"/>
                    <a:pt x="35" y="120"/>
                    <a:pt x="34" y="121"/>
                  </a:cubicBezTo>
                  <a:cubicBezTo>
                    <a:pt x="33" y="121"/>
                    <a:pt x="32" y="122"/>
                    <a:pt x="31" y="123"/>
                  </a:cubicBezTo>
                  <a:cubicBezTo>
                    <a:pt x="29" y="123"/>
                    <a:pt x="24" y="122"/>
                    <a:pt x="23" y="122"/>
                  </a:cubicBezTo>
                  <a:cubicBezTo>
                    <a:pt x="22" y="123"/>
                    <a:pt x="19" y="122"/>
                    <a:pt x="17" y="123"/>
                  </a:cubicBezTo>
                  <a:cubicBezTo>
                    <a:pt x="12" y="124"/>
                    <a:pt x="10" y="124"/>
                    <a:pt x="6" y="124"/>
                  </a:cubicBezTo>
                  <a:cubicBezTo>
                    <a:pt x="5" y="125"/>
                    <a:pt x="5" y="125"/>
                    <a:pt x="4" y="126"/>
                  </a:cubicBezTo>
                  <a:cubicBezTo>
                    <a:pt x="4" y="127"/>
                    <a:pt x="4" y="128"/>
                    <a:pt x="4" y="129"/>
                  </a:cubicBezTo>
                  <a:cubicBezTo>
                    <a:pt x="3" y="130"/>
                    <a:pt x="2" y="132"/>
                    <a:pt x="2" y="133"/>
                  </a:cubicBezTo>
                  <a:cubicBezTo>
                    <a:pt x="0" y="139"/>
                    <a:pt x="4" y="143"/>
                    <a:pt x="7" y="147"/>
                  </a:cubicBezTo>
                  <a:cubicBezTo>
                    <a:pt x="12" y="147"/>
                    <a:pt x="19" y="146"/>
                    <a:pt x="23" y="143"/>
                  </a:cubicBezTo>
                  <a:cubicBezTo>
                    <a:pt x="23" y="143"/>
                    <a:pt x="28" y="143"/>
                    <a:pt x="28" y="143"/>
                  </a:cubicBezTo>
                  <a:cubicBezTo>
                    <a:pt x="29" y="143"/>
                    <a:pt x="31" y="141"/>
                    <a:pt x="32" y="140"/>
                  </a:cubicBezTo>
                  <a:cubicBezTo>
                    <a:pt x="32" y="140"/>
                    <a:pt x="32" y="140"/>
                    <a:pt x="32" y="140"/>
                  </a:cubicBezTo>
                  <a:cubicBezTo>
                    <a:pt x="35" y="140"/>
                    <a:pt x="37" y="139"/>
                    <a:pt x="39" y="138"/>
                  </a:cubicBezTo>
                  <a:cubicBezTo>
                    <a:pt x="40" y="138"/>
                    <a:pt x="41" y="138"/>
                    <a:pt x="42" y="138"/>
                  </a:cubicBezTo>
                  <a:cubicBezTo>
                    <a:pt x="43" y="138"/>
                    <a:pt x="44" y="137"/>
                    <a:pt x="45" y="137"/>
                  </a:cubicBezTo>
                  <a:cubicBezTo>
                    <a:pt x="46" y="136"/>
                    <a:pt x="49" y="137"/>
                    <a:pt x="49" y="137"/>
                  </a:cubicBezTo>
                  <a:cubicBezTo>
                    <a:pt x="51" y="136"/>
                    <a:pt x="53" y="135"/>
                    <a:pt x="55" y="134"/>
                  </a:cubicBezTo>
                  <a:cubicBezTo>
                    <a:pt x="55" y="134"/>
                    <a:pt x="62" y="134"/>
                    <a:pt x="62" y="133"/>
                  </a:cubicBezTo>
                  <a:cubicBezTo>
                    <a:pt x="62" y="133"/>
                    <a:pt x="63" y="133"/>
                    <a:pt x="63" y="133"/>
                  </a:cubicBezTo>
                  <a:cubicBezTo>
                    <a:pt x="65" y="132"/>
                    <a:pt x="68" y="132"/>
                    <a:pt x="70" y="131"/>
                  </a:cubicBezTo>
                  <a:cubicBezTo>
                    <a:pt x="74" y="130"/>
                    <a:pt x="82" y="127"/>
                    <a:pt x="88" y="128"/>
                  </a:cubicBezTo>
                  <a:cubicBezTo>
                    <a:pt x="90" y="128"/>
                    <a:pt x="92" y="126"/>
                    <a:pt x="93" y="127"/>
                  </a:cubicBezTo>
                  <a:cubicBezTo>
                    <a:pt x="94" y="127"/>
                    <a:pt x="96" y="128"/>
                    <a:pt x="97" y="128"/>
                  </a:cubicBezTo>
                  <a:cubicBezTo>
                    <a:pt x="98" y="129"/>
                    <a:pt x="97" y="128"/>
                    <a:pt x="98" y="129"/>
                  </a:cubicBezTo>
                  <a:cubicBezTo>
                    <a:pt x="98" y="130"/>
                    <a:pt x="96" y="131"/>
                    <a:pt x="96" y="133"/>
                  </a:cubicBezTo>
                  <a:cubicBezTo>
                    <a:pt x="94" y="136"/>
                    <a:pt x="94" y="138"/>
                    <a:pt x="92" y="141"/>
                  </a:cubicBezTo>
                  <a:cubicBezTo>
                    <a:pt x="91" y="142"/>
                    <a:pt x="90" y="142"/>
                    <a:pt x="90" y="143"/>
                  </a:cubicBezTo>
                  <a:cubicBezTo>
                    <a:pt x="90" y="144"/>
                    <a:pt x="90" y="145"/>
                    <a:pt x="90" y="145"/>
                  </a:cubicBezTo>
                  <a:cubicBezTo>
                    <a:pt x="89" y="146"/>
                    <a:pt x="88" y="148"/>
                    <a:pt x="87" y="149"/>
                  </a:cubicBezTo>
                  <a:cubicBezTo>
                    <a:pt x="87" y="151"/>
                    <a:pt x="87" y="155"/>
                    <a:pt x="86" y="156"/>
                  </a:cubicBezTo>
                  <a:cubicBezTo>
                    <a:pt x="87" y="158"/>
                    <a:pt x="87" y="159"/>
                    <a:pt x="88" y="160"/>
                  </a:cubicBezTo>
                  <a:cubicBezTo>
                    <a:pt x="90" y="161"/>
                    <a:pt x="92" y="163"/>
                    <a:pt x="94" y="163"/>
                  </a:cubicBezTo>
                  <a:cubicBezTo>
                    <a:pt x="95" y="160"/>
                    <a:pt x="97" y="157"/>
                    <a:pt x="98" y="155"/>
                  </a:cubicBezTo>
                  <a:cubicBezTo>
                    <a:pt x="99" y="154"/>
                    <a:pt x="100" y="153"/>
                    <a:pt x="100" y="153"/>
                  </a:cubicBezTo>
                  <a:cubicBezTo>
                    <a:pt x="100" y="153"/>
                    <a:pt x="100" y="152"/>
                    <a:pt x="100" y="151"/>
                  </a:cubicBezTo>
                  <a:cubicBezTo>
                    <a:pt x="102" y="149"/>
                    <a:pt x="107" y="146"/>
                    <a:pt x="108" y="144"/>
                  </a:cubicBezTo>
                  <a:cubicBezTo>
                    <a:pt x="111" y="141"/>
                    <a:pt x="110" y="137"/>
                    <a:pt x="112" y="134"/>
                  </a:cubicBezTo>
                  <a:cubicBezTo>
                    <a:pt x="114" y="131"/>
                    <a:pt x="118" y="129"/>
                    <a:pt x="119" y="126"/>
                  </a:cubicBezTo>
                  <a:cubicBezTo>
                    <a:pt x="120" y="126"/>
                    <a:pt x="121" y="126"/>
                    <a:pt x="122" y="126"/>
                  </a:cubicBezTo>
                  <a:cubicBezTo>
                    <a:pt x="122" y="126"/>
                    <a:pt x="130" y="125"/>
                    <a:pt x="131" y="125"/>
                  </a:cubicBezTo>
                  <a:cubicBezTo>
                    <a:pt x="133" y="126"/>
                    <a:pt x="135" y="127"/>
                    <a:pt x="136" y="127"/>
                  </a:cubicBezTo>
                  <a:cubicBezTo>
                    <a:pt x="137" y="127"/>
                    <a:pt x="138" y="130"/>
                    <a:pt x="138" y="130"/>
                  </a:cubicBezTo>
                  <a:cubicBezTo>
                    <a:pt x="140" y="132"/>
                    <a:pt x="141" y="131"/>
                    <a:pt x="142" y="133"/>
                  </a:cubicBezTo>
                  <a:cubicBezTo>
                    <a:pt x="144" y="133"/>
                    <a:pt x="145" y="139"/>
                    <a:pt x="146" y="141"/>
                  </a:cubicBezTo>
                  <a:cubicBezTo>
                    <a:pt x="147" y="143"/>
                    <a:pt x="149" y="145"/>
                    <a:pt x="150" y="147"/>
                  </a:cubicBezTo>
                  <a:cubicBezTo>
                    <a:pt x="150" y="148"/>
                    <a:pt x="150" y="149"/>
                    <a:pt x="150" y="150"/>
                  </a:cubicBezTo>
                  <a:cubicBezTo>
                    <a:pt x="152" y="154"/>
                    <a:pt x="155" y="159"/>
                    <a:pt x="158" y="162"/>
                  </a:cubicBezTo>
                  <a:cubicBezTo>
                    <a:pt x="161" y="165"/>
                    <a:pt x="159" y="169"/>
                    <a:pt x="166" y="172"/>
                  </a:cubicBezTo>
                  <a:cubicBezTo>
                    <a:pt x="167" y="170"/>
                    <a:pt x="169" y="169"/>
                    <a:pt x="170" y="167"/>
                  </a:cubicBezTo>
                  <a:cubicBezTo>
                    <a:pt x="172" y="165"/>
                    <a:pt x="170" y="161"/>
                    <a:pt x="170" y="159"/>
                  </a:cubicBezTo>
                  <a:cubicBezTo>
                    <a:pt x="171" y="153"/>
                    <a:pt x="167" y="148"/>
                    <a:pt x="165" y="142"/>
                  </a:cubicBezTo>
                  <a:cubicBezTo>
                    <a:pt x="165" y="141"/>
                    <a:pt x="165" y="139"/>
                    <a:pt x="164" y="137"/>
                  </a:cubicBezTo>
                  <a:cubicBezTo>
                    <a:pt x="161" y="133"/>
                    <a:pt x="161" y="133"/>
                    <a:pt x="163" y="127"/>
                  </a:cubicBezTo>
                  <a:cubicBezTo>
                    <a:pt x="167" y="127"/>
                    <a:pt x="170" y="127"/>
                    <a:pt x="172" y="128"/>
                  </a:cubicBezTo>
                  <a:cubicBezTo>
                    <a:pt x="173" y="127"/>
                    <a:pt x="182" y="129"/>
                    <a:pt x="183" y="129"/>
                  </a:cubicBezTo>
                  <a:cubicBezTo>
                    <a:pt x="185" y="128"/>
                    <a:pt x="198" y="130"/>
                    <a:pt x="200" y="131"/>
                  </a:cubicBezTo>
                  <a:cubicBezTo>
                    <a:pt x="201" y="131"/>
                    <a:pt x="202" y="132"/>
                    <a:pt x="203" y="133"/>
                  </a:cubicBezTo>
                  <a:cubicBezTo>
                    <a:pt x="205" y="133"/>
                    <a:pt x="207" y="133"/>
                    <a:pt x="209" y="134"/>
                  </a:cubicBezTo>
                  <a:cubicBezTo>
                    <a:pt x="209" y="134"/>
                    <a:pt x="209" y="135"/>
                    <a:pt x="210" y="136"/>
                  </a:cubicBezTo>
                  <a:cubicBezTo>
                    <a:pt x="211" y="136"/>
                    <a:pt x="212" y="137"/>
                    <a:pt x="213" y="137"/>
                  </a:cubicBezTo>
                  <a:cubicBezTo>
                    <a:pt x="214" y="137"/>
                    <a:pt x="215" y="137"/>
                    <a:pt x="216" y="137"/>
                  </a:cubicBezTo>
                  <a:cubicBezTo>
                    <a:pt x="220" y="139"/>
                    <a:pt x="225" y="141"/>
                    <a:pt x="229" y="144"/>
                  </a:cubicBezTo>
                  <a:cubicBezTo>
                    <a:pt x="229" y="144"/>
                    <a:pt x="229" y="144"/>
                    <a:pt x="229" y="143"/>
                  </a:cubicBezTo>
                  <a:cubicBezTo>
                    <a:pt x="230" y="144"/>
                    <a:pt x="232" y="144"/>
                    <a:pt x="233" y="144"/>
                  </a:cubicBezTo>
                  <a:cubicBezTo>
                    <a:pt x="233" y="144"/>
                    <a:pt x="234" y="143"/>
                    <a:pt x="235" y="143"/>
                  </a:cubicBezTo>
                  <a:cubicBezTo>
                    <a:pt x="236" y="144"/>
                    <a:pt x="237" y="145"/>
                    <a:pt x="238" y="146"/>
                  </a:cubicBezTo>
                  <a:cubicBezTo>
                    <a:pt x="239" y="144"/>
                    <a:pt x="244" y="147"/>
                    <a:pt x="245" y="147"/>
                  </a:cubicBezTo>
                  <a:cubicBezTo>
                    <a:pt x="247" y="148"/>
                    <a:pt x="249" y="146"/>
                    <a:pt x="250" y="146"/>
                  </a:cubicBezTo>
                  <a:cubicBezTo>
                    <a:pt x="251" y="146"/>
                    <a:pt x="251" y="147"/>
                    <a:pt x="253" y="147"/>
                  </a:cubicBezTo>
                  <a:cubicBezTo>
                    <a:pt x="259" y="145"/>
                    <a:pt x="262" y="142"/>
                    <a:pt x="266" y="140"/>
                  </a:cubicBezTo>
                  <a:cubicBezTo>
                    <a:pt x="267" y="136"/>
                    <a:pt x="271" y="133"/>
                    <a:pt x="271" y="131"/>
                  </a:cubicBezTo>
                  <a:cubicBezTo>
                    <a:pt x="271" y="131"/>
                    <a:pt x="271" y="130"/>
                    <a:pt x="271" y="130"/>
                  </a:cubicBezTo>
                  <a:cubicBezTo>
                    <a:pt x="271" y="130"/>
                    <a:pt x="271" y="130"/>
                    <a:pt x="270" y="130"/>
                  </a:cubicBezTo>
                  <a:close/>
                  <a:moveTo>
                    <a:pt x="170" y="55"/>
                  </a:moveTo>
                  <a:cubicBezTo>
                    <a:pt x="168" y="56"/>
                    <a:pt x="168" y="55"/>
                    <a:pt x="166" y="55"/>
                  </a:cubicBezTo>
                  <a:cubicBezTo>
                    <a:pt x="164" y="55"/>
                    <a:pt x="159" y="55"/>
                    <a:pt x="156" y="55"/>
                  </a:cubicBezTo>
                  <a:cubicBezTo>
                    <a:pt x="154" y="55"/>
                    <a:pt x="151" y="55"/>
                    <a:pt x="149" y="54"/>
                  </a:cubicBezTo>
                  <a:cubicBezTo>
                    <a:pt x="146" y="57"/>
                    <a:pt x="143" y="54"/>
                    <a:pt x="139" y="55"/>
                  </a:cubicBezTo>
                  <a:cubicBezTo>
                    <a:pt x="136" y="56"/>
                    <a:pt x="133" y="57"/>
                    <a:pt x="130" y="57"/>
                  </a:cubicBezTo>
                  <a:cubicBezTo>
                    <a:pt x="130" y="57"/>
                    <a:pt x="129" y="56"/>
                    <a:pt x="129" y="56"/>
                  </a:cubicBezTo>
                  <a:cubicBezTo>
                    <a:pt x="125" y="59"/>
                    <a:pt x="115" y="57"/>
                    <a:pt x="110" y="56"/>
                  </a:cubicBezTo>
                  <a:cubicBezTo>
                    <a:pt x="108" y="56"/>
                    <a:pt x="108" y="57"/>
                    <a:pt x="107" y="58"/>
                  </a:cubicBezTo>
                  <a:cubicBezTo>
                    <a:pt x="106" y="58"/>
                    <a:pt x="104" y="57"/>
                    <a:pt x="103" y="58"/>
                  </a:cubicBezTo>
                  <a:cubicBezTo>
                    <a:pt x="100" y="60"/>
                    <a:pt x="95" y="61"/>
                    <a:pt x="92" y="62"/>
                  </a:cubicBezTo>
                  <a:cubicBezTo>
                    <a:pt x="91" y="62"/>
                    <a:pt x="89" y="61"/>
                    <a:pt x="88" y="61"/>
                  </a:cubicBezTo>
                  <a:cubicBezTo>
                    <a:pt x="88" y="61"/>
                    <a:pt x="87" y="60"/>
                    <a:pt x="87" y="60"/>
                  </a:cubicBezTo>
                  <a:cubicBezTo>
                    <a:pt x="87" y="58"/>
                    <a:pt x="90" y="55"/>
                    <a:pt x="92" y="54"/>
                  </a:cubicBezTo>
                  <a:cubicBezTo>
                    <a:pt x="92" y="54"/>
                    <a:pt x="93" y="53"/>
                    <a:pt x="94" y="53"/>
                  </a:cubicBezTo>
                  <a:cubicBezTo>
                    <a:pt x="95" y="52"/>
                    <a:pt x="96" y="52"/>
                    <a:pt x="96" y="51"/>
                  </a:cubicBezTo>
                  <a:cubicBezTo>
                    <a:pt x="99" y="49"/>
                    <a:pt x="102" y="49"/>
                    <a:pt x="104" y="48"/>
                  </a:cubicBezTo>
                  <a:cubicBezTo>
                    <a:pt x="106" y="48"/>
                    <a:pt x="108" y="47"/>
                    <a:pt x="110" y="47"/>
                  </a:cubicBezTo>
                  <a:cubicBezTo>
                    <a:pt x="111" y="46"/>
                    <a:pt x="117" y="47"/>
                    <a:pt x="117" y="47"/>
                  </a:cubicBezTo>
                  <a:cubicBezTo>
                    <a:pt x="120" y="46"/>
                    <a:pt x="125" y="47"/>
                    <a:pt x="126" y="46"/>
                  </a:cubicBezTo>
                  <a:cubicBezTo>
                    <a:pt x="129" y="45"/>
                    <a:pt x="132" y="44"/>
                    <a:pt x="135" y="45"/>
                  </a:cubicBezTo>
                  <a:cubicBezTo>
                    <a:pt x="139" y="46"/>
                    <a:pt x="142" y="45"/>
                    <a:pt x="148" y="45"/>
                  </a:cubicBezTo>
                  <a:cubicBezTo>
                    <a:pt x="151" y="45"/>
                    <a:pt x="154" y="45"/>
                    <a:pt x="156" y="45"/>
                  </a:cubicBezTo>
                  <a:cubicBezTo>
                    <a:pt x="157" y="45"/>
                    <a:pt x="158" y="44"/>
                    <a:pt x="160" y="44"/>
                  </a:cubicBezTo>
                  <a:cubicBezTo>
                    <a:pt x="162" y="44"/>
                    <a:pt x="163" y="46"/>
                    <a:pt x="166" y="44"/>
                  </a:cubicBezTo>
                  <a:cubicBezTo>
                    <a:pt x="167" y="45"/>
                    <a:pt x="169" y="45"/>
                    <a:pt x="170" y="46"/>
                  </a:cubicBezTo>
                  <a:cubicBezTo>
                    <a:pt x="172" y="47"/>
                    <a:pt x="172" y="51"/>
                    <a:pt x="172" y="53"/>
                  </a:cubicBezTo>
                  <a:cubicBezTo>
                    <a:pt x="172" y="54"/>
                    <a:pt x="171" y="54"/>
                    <a:pt x="170" y="55"/>
                  </a:cubicBezTo>
                  <a:close/>
                  <a:moveTo>
                    <a:pt x="94" y="23"/>
                  </a:moveTo>
                  <a:cubicBezTo>
                    <a:pt x="95" y="22"/>
                    <a:pt x="96" y="21"/>
                    <a:pt x="96" y="21"/>
                  </a:cubicBezTo>
                  <a:cubicBezTo>
                    <a:pt x="97" y="20"/>
                    <a:pt x="99" y="21"/>
                    <a:pt x="100" y="21"/>
                  </a:cubicBezTo>
                  <a:cubicBezTo>
                    <a:pt x="104" y="19"/>
                    <a:pt x="109" y="19"/>
                    <a:pt x="113" y="19"/>
                  </a:cubicBezTo>
                  <a:cubicBezTo>
                    <a:pt x="122" y="18"/>
                    <a:pt x="130" y="21"/>
                    <a:pt x="135" y="20"/>
                  </a:cubicBezTo>
                  <a:cubicBezTo>
                    <a:pt x="140" y="19"/>
                    <a:pt x="156" y="16"/>
                    <a:pt x="159" y="17"/>
                  </a:cubicBezTo>
                  <a:cubicBezTo>
                    <a:pt x="159" y="16"/>
                    <a:pt x="159" y="16"/>
                    <a:pt x="159" y="16"/>
                  </a:cubicBezTo>
                  <a:cubicBezTo>
                    <a:pt x="161" y="17"/>
                    <a:pt x="164" y="17"/>
                    <a:pt x="166" y="18"/>
                  </a:cubicBezTo>
                  <a:cubicBezTo>
                    <a:pt x="168" y="17"/>
                    <a:pt x="173" y="19"/>
                    <a:pt x="174" y="19"/>
                  </a:cubicBezTo>
                  <a:cubicBezTo>
                    <a:pt x="175" y="20"/>
                    <a:pt x="175" y="21"/>
                    <a:pt x="176" y="21"/>
                  </a:cubicBezTo>
                  <a:cubicBezTo>
                    <a:pt x="176" y="22"/>
                    <a:pt x="175" y="27"/>
                    <a:pt x="174" y="28"/>
                  </a:cubicBezTo>
                  <a:cubicBezTo>
                    <a:pt x="174" y="29"/>
                    <a:pt x="174" y="29"/>
                    <a:pt x="174" y="29"/>
                  </a:cubicBezTo>
                  <a:cubicBezTo>
                    <a:pt x="148" y="29"/>
                    <a:pt x="120" y="27"/>
                    <a:pt x="102" y="32"/>
                  </a:cubicBezTo>
                  <a:cubicBezTo>
                    <a:pt x="102" y="32"/>
                    <a:pt x="97" y="32"/>
                    <a:pt x="96" y="32"/>
                  </a:cubicBezTo>
                  <a:cubicBezTo>
                    <a:pt x="96" y="32"/>
                    <a:pt x="88" y="33"/>
                    <a:pt x="87" y="33"/>
                  </a:cubicBezTo>
                  <a:cubicBezTo>
                    <a:pt x="86" y="32"/>
                    <a:pt x="85" y="31"/>
                    <a:pt x="84" y="30"/>
                  </a:cubicBezTo>
                  <a:cubicBezTo>
                    <a:pt x="85" y="27"/>
                    <a:pt x="91" y="24"/>
                    <a:pt x="94" y="23"/>
                  </a:cubicBezTo>
                  <a:close/>
                  <a:moveTo>
                    <a:pt x="121" y="83"/>
                  </a:moveTo>
                  <a:cubicBezTo>
                    <a:pt x="119" y="84"/>
                    <a:pt x="113" y="84"/>
                    <a:pt x="111" y="84"/>
                  </a:cubicBezTo>
                  <a:cubicBezTo>
                    <a:pt x="107" y="84"/>
                    <a:pt x="103" y="85"/>
                    <a:pt x="100" y="85"/>
                  </a:cubicBezTo>
                  <a:cubicBezTo>
                    <a:pt x="98" y="85"/>
                    <a:pt x="96" y="85"/>
                    <a:pt x="95" y="85"/>
                  </a:cubicBezTo>
                  <a:cubicBezTo>
                    <a:pt x="94" y="86"/>
                    <a:pt x="94" y="86"/>
                    <a:pt x="94" y="86"/>
                  </a:cubicBezTo>
                  <a:cubicBezTo>
                    <a:pt x="93" y="86"/>
                    <a:pt x="92" y="86"/>
                    <a:pt x="90" y="86"/>
                  </a:cubicBezTo>
                  <a:cubicBezTo>
                    <a:pt x="86" y="88"/>
                    <a:pt x="85" y="89"/>
                    <a:pt x="80" y="88"/>
                  </a:cubicBezTo>
                  <a:cubicBezTo>
                    <a:pt x="80" y="86"/>
                    <a:pt x="82" y="83"/>
                    <a:pt x="82" y="82"/>
                  </a:cubicBezTo>
                  <a:cubicBezTo>
                    <a:pt x="83" y="78"/>
                    <a:pt x="90" y="77"/>
                    <a:pt x="94" y="75"/>
                  </a:cubicBezTo>
                  <a:cubicBezTo>
                    <a:pt x="95" y="75"/>
                    <a:pt x="96" y="75"/>
                    <a:pt x="98" y="75"/>
                  </a:cubicBezTo>
                  <a:cubicBezTo>
                    <a:pt x="98" y="75"/>
                    <a:pt x="103" y="74"/>
                    <a:pt x="103" y="74"/>
                  </a:cubicBezTo>
                  <a:cubicBezTo>
                    <a:pt x="103" y="74"/>
                    <a:pt x="105" y="75"/>
                    <a:pt x="106" y="75"/>
                  </a:cubicBezTo>
                  <a:cubicBezTo>
                    <a:pt x="110" y="74"/>
                    <a:pt x="118" y="74"/>
                    <a:pt x="122" y="72"/>
                  </a:cubicBezTo>
                  <a:cubicBezTo>
                    <a:pt x="123" y="72"/>
                    <a:pt x="131" y="73"/>
                    <a:pt x="132" y="73"/>
                  </a:cubicBezTo>
                  <a:cubicBezTo>
                    <a:pt x="133" y="74"/>
                    <a:pt x="148" y="72"/>
                    <a:pt x="148" y="72"/>
                  </a:cubicBezTo>
                  <a:cubicBezTo>
                    <a:pt x="149" y="72"/>
                    <a:pt x="149" y="72"/>
                    <a:pt x="149" y="71"/>
                  </a:cubicBezTo>
                  <a:cubicBezTo>
                    <a:pt x="149" y="71"/>
                    <a:pt x="149" y="71"/>
                    <a:pt x="149" y="71"/>
                  </a:cubicBezTo>
                  <a:cubicBezTo>
                    <a:pt x="149" y="71"/>
                    <a:pt x="153" y="73"/>
                    <a:pt x="153" y="73"/>
                  </a:cubicBezTo>
                  <a:cubicBezTo>
                    <a:pt x="159" y="70"/>
                    <a:pt x="164" y="72"/>
                    <a:pt x="169" y="73"/>
                  </a:cubicBezTo>
                  <a:cubicBezTo>
                    <a:pt x="171" y="75"/>
                    <a:pt x="170" y="79"/>
                    <a:pt x="170" y="81"/>
                  </a:cubicBezTo>
                  <a:cubicBezTo>
                    <a:pt x="169" y="82"/>
                    <a:pt x="168" y="82"/>
                    <a:pt x="168" y="83"/>
                  </a:cubicBezTo>
                  <a:cubicBezTo>
                    <a:pt x="162" y="83"/>
                    <a:pt x="154" y="82"/>
                    <a:pt x="148" y="83"/>
                  </a:cubicBezTo>
                  <a:cubicBezTo>
                    <a:pt x="147" y="83"/>
                    <a:pt x="142" y="82"/>
                    <a:pt x="142" y="82"/>
                  </a:cubicBezTo>
                  <a:cubicBezTo>
                    <a:pt x="140" y="83"/>
                    <a:pt x="135" y="83"/>
                    <a:pt x="133" y="82"/>
                  </a:cubicBezTo>
                  <a:cubicBezTo>
                    <a:pt x="130" y="84"/>
                    <a:pt x="122" y="83"/>
                    <a:pt x="121" y="83"/>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2" name="Freeform 8"/>
            <p:cNvSpPr/>
            <p:nvPr/>
          </p:nvSpPr>
          <p:spPr bwMode="auto">
            <a:xfrm>
              <a:off x="1468682" y="6171684"/>
              <a:ext cx="98249" cy="289665"/>
            </a:xfrm>
            <a:custGeom>
              <a:avLst/>
              <a:gdLst>
                <a:gd name="T0" fmla="*/ 67 w 73"/>
                <a:gd name="T1" fmla="*/ 1 h 215"/>
                <a:gd name="T2" fmla="*/ 69 w 73"/>
                <a:gd name="T3" fmla="*/ 18 h 215"/>
                <a:gd name="T4" fmla="*/ 65 w 73"/>
                <a:gd name="T5" fmla="*/ 37 h 215"/>
                <a:gd name="T6" fmla="*/ 67 w 73"/>
                <a:gd name="T7" fmla="*/ 53 h 215"/>
                <a:gd name="T8" fmla="*/ 68 w 73"/>
                <a:gd name="T9" fmla="*/ 65 h 215"/>
                <a:gd name="T10" fmla="*/ 68 w 73"/>
                <a:gd name="T11" fmla="*/ 74 h 215"/>
                <a:gd name="T12" fmla="*/ 67 w 73"/>
                <a:gd name="T13" fmla="*/ 91 h 215"/>
                <a:gd name="T14" fmla="*/ 69 w 73"/>
                <a:gd name="T15" fmla="*/ 99 h 215"/>
                <a:gd name="T16" fmla="*/ 71 w 73"/>
                <a:gd name="T17" fmla="*/ 107 h 215"/>
                <a:gd name="T18" fmla="*/ 73 w 73"/>
                <a:gd name="T19" fmla="*/ 114 h 215"/>
                <a:gd name="T20" fmla="*/ 69 w 73"/>
                <a:gd name="T21" fmla="*/ 118 h 215"/>
                <a:gd name="T22" fmla="*/ 68 w 73"/>
                <a:gd name="T23" fmla="*/ 130 h 215"/>
                <a:gd name="T24" fmla="*/ 67 w 73"/>
                <a:gd name="T25" fmla="*/ 137 h 215"/>
                <a:gd name="T26" fmla="*/ 67 w 73"/>
                <a:gd name="T27" fmla="*/ 148 h 215"/>
                <a:gd name="T28" fmla="*/ 65 w 73"/>
                <a:gd name="T29" fmla="*/ 157 h 215"/>
                <a:gd name="T30" fmla="*/ 64 w 73"/>
                <a:gd name="T31" fmla="*/ 159 h 215"/>
                <a:gd name="T32" fmla="*/ 63 w 73"/>
                <a:gd name="T33" fmla="*/ 160 h 215"/>
                <a:gd name="T34" fmla="*/ 63 w 73"/>
                <a:gd name="T35" fmla="*/ 168 h 215"/>
                <a:gd name="T36" fmla="*/ 64 w 73"/>
                <a:gd name="T37" fmla="*/ 186 h 215"/>
                <a:gd name="T38" fmla="*/ 65 w 73"/>
                <a:gd name="T39" fmla="*/ 197 h 215"/>
                <a:gd name="T40" fmla="*/ 65 w 73"/>
                <a:gd name="T41" fmla="*/ 208 h 215"/>
                <a:gd name="T42" fmla="*/ 61 w 73"/>
                <a:gd name="T43" fmla="*/ 215 h 215"/>
                <a:gd name="T44" fmla="*/ 55 w 73"/>
                <a:gd name="T45" fmla="*/ 208 h 215"/>
                <a:gd name="T46" fmla="*/ 53 w 73"/>
                <a:gd name="T47" fmla="*/ 204 h 215"/>
                <a:gd name="T48" fmla="*/ 48 w 73"/>
                <a:gd name="T49" fmla="*/ 186 h 215"/>
                <a:gd name="T50" fmla="*/ 48 w 73"/>
                <a:gd name="T51" fmla="*/ 178 h 215"/>
                <a:gd name="T52" fmla="*/ 45 w 73"/>
                <a:gd name="T53" fmla="*/ 147 h 215"/>
                <a:gd name="T54" fmla="*/ 33 w 73"/>
                <a:gd name="T55" fmla="*/ 153 h 215"/>
                <a:gd name="T56" fmla="*/ 18 w 73"/>
                <a:gd name="T57" fmla="*/ 161 h 215"/>
                <a:gd name="T58" fmla="*/ 11 w 73"/>
                <a:gd name="T59" fmla="*/ 163 h 215"/>
                <a:gd name="T60" fmla="*/ 4 w 73"/>
                <a:gd name="T61" fmla="*/ 155 h 215"/>
                <a:gd name="T62" fmla="*/ 0 w 73"/>
                <a:gd name="T63" fmla="*/ 147 h 215"/>
                <a:gd name="T64" fmla="*/ 0 w 73"/>
                <a:gd name="T65" fmla="*/ 138 h 215"/>
                <a:gd name="T66" fmla="*/ 0 w 73"/>
                <a:gd name="T67" fmla="*/ 127 h 215"/>
                <a:gd name="T68" fmla="*/ 8 w 73"/>
                <a:gd name="T69" fmla="*/ 112 h 215"/>
                <a:gd name="T70" fmla="*/ 12 w 73"/>
                <a:gd name="T71" fmla="*/ 90 h 215"/>
                <a:gd name="T72" fmla="*/ 12 w 73"/>
                <a:gd name="T73" fmla="*/ 73 h 215"/>
                <a:gd name="T74" fmla="*/ 13 w 73"/>
                <a:gd name="T75" fmla="*/ 64 h 215"/>
                <a:gd name="T76" fmla="*/ 18 w 73"/>
                <a:gd name="T77" fmla="*/ 47 h 215"/>
                <a:gd name="T78" fmla="*/ 24 w 73"/>
                <a:gd name="T79" fmla="*/ 41 h 215"/>
                <a:gd name="T80" fmla="*/ 32 w 73"/>
                <a:gd name="T81" fmla="*/ 39 h 215"/>
                <a:gd name="T82" fmla="*/ 38 w 73"/>
                <a:gd name="T83" fmla="*/ 47 h 215"/>
                <a:gd name="T84" fmla="*/ 28 w 73"/>
                <a:gd name="T85" fmla="*/ 62 h 215"/>
                <a:gd name="T86" fmla="*/ 31 w 73"/>
                <a:gd name="T87" fmla="*/ 81 h 215"/>
                <a:gd name="T88" fmla="*/ 31 w 73"/>
                <a:gd name="T89" fmla="*/ 89 h 215"/>
                <a:gd name="T90" fmla="*/ 30 w 73"/>
                <a:gd name="T91" fmla="*/ 99 h 215"/>
                <a:gd name="T92" fmla="*/ 48 w 73"/>
                <a:gd name="T93" fmla="*/ 115 h 215"/>
                <a:gd name="T94" fmla="*/ 50 w 73"/>
                <a:gd name="T95" fmla="*/ 115 h 215"/>
                <a:gd name="T96" fmla="*/ 51 w 73"/>
                <a:gd name="T97" fmla="*/ 109 h 215"/>
                <a:gd name="T98" fmla="*/ 55 w 73"/>
                <a:gd name="T99" fmla="*/ 79 h 215"/>
                <a:gd name="T100" fmla="*/ 53 w 73"/>
                <a:gd name="T101" fmla="*/ 35 h 215"/>
                <a:gd name="T102" fmla="*/ 60 w 73"/>
                <a:gd name="T103"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215">
                  <a:moveTo>
                    <a:pt x="65" y="0"/>
                  </a:moveTo>
                  <a:cubicBezTo>
                    <a:pt x="66" y="0"/>
                    <a:pt x="67" y="0"/>
                    <a:pt x="67" y="1"/>
                  </a:cubicBezTo>
                  <a:cubicBezTo>
                    <a:pt x="70" y="3"/>
                    <a:pt x="68" y="10"/>
                    <a:pt x="69" y="15"/>
                  </a:cubicBezTo>
                  <a:cubicBezTo>
                    <a:pt x="69" y="16"/>
                    <a:pt x="69" y="17"/>
                    <a:pt x="69" y="18"/>
                  </a:cubicBezTo>
                  <a:cubicBezTo>
                    <a:pt x="71" y="22"/>
                    <a:pt x="69" y="30"/>
                    <a:pt x="67" y="34"/>
                  </a:cubicBezTo>
                  <a:cubicBezTo>
                    <a:pt x="66" y="35"/>
                    <a:pt x="66" y="37"/>
                    <a:pt x="65" y="37"/>
                  </a:cubicBezTo>
                  <a:cubicBezTo>
                    <a:pt x="64" y="39"/>
                    <a:pt x="65" y="45"/>
                    <a:pt x="66" y="46"/>
                  </a:cubicBezTo>
                  <a:cubicBezTo>
                    <a:pt x="66" y="47"/>
                    <a:pt x="66" y="51"/>
                    <a:pt x="67" y="53"/>
                  </a:cubicBezTo>
                  <a:cubicBezTo>
                    <a:pt x="67" y="55"/>
                    <a:pt x="67" y="57"/>
                    <a:pt x="67" y="59"/>
                  </a:cubicBezTo>
                  <a:cubicBezTo>
                    <a:pt x="67" y="61"/>
                    <a:pt x="67" y="63"/>
                    <a:pt x="68" y="65"/>
                  </a:cubicBezTo>
                  <a:cubicBezTo>
                    <a:pt x="68" y="67"/>
                    <a:pt x="67" y="70"/>
                    <a:pt x="67" y="71"/>
                  </a:cubicBezTo>
                  <a:cubicBezTo>
                    <a:pt x="67" y="71"/>
                    <a:pt x="68" y="73"/>
                    <a:pt x="68" y="74"/>
                  </a:cubicBezTo>
                  <a:cubicBezTo>
                    <a:pt x="69" y="76"/>
                    <a:pt x="67" y="82"/>
                    <a:pt x="68" y="85"/>
                  </a:cubicBezTo>
                  <a:cubicBezTo>
                    <a:pt x="68" y="86"/>
                    <a:pt x="65" y="89"/>
                    <a:pt x="67" y="91"/>
                  </a:cubicBezTo>
                  <a:cubicBezTo>
                    <a:pt x="67" y="92"/>
                    <a:pt x="66" y="94"/>
                    <a:pt x="67" y="95"/>
                  </a:cubicBezTo>
                  <a:cubicBezTo>
                    <a:pt x="68" y="97"/>
                    <a:pt x="68" y="98"/>
                    <a:pt x="69" y="99"/>
                  </a:cubicBezTo>
                  <a:cubicBezTo>
                    <a:pt x="69" y="101"/>
                    <a:pt x="69" y="104"/>
                    <a:pt x="69" y="106"/>
                  </a:cubicBezTo>
                  <a:cubicBezTo>
                    <a:pt x="70" y="106"/>
                    <a:pt x="71" y="107"/>
                    <a:pt x="71" y="107"/>
                  </a:cubicBezTo>
                  <a:cubicBezTo>
                    <a:pt x="72" y="109"/>
                    <a:pt x="71" y="110"/>
                    <a:pt x="72" y="112"/>
                  </a:cubicBezTo>
                  <a:cubicBezTo>
                    <a:pt x="72" y="113"/>
                    <a:pt x="73" y="112"/>
                    <a:pt x="73" y="114"/>
                  </a:cubicBezTo>
                  <a:cubicBezTo>
                    <a:pt x="72" y="114"/>
                    <a:pt x="71" y="116"/>
                    <a:pt x="72" y="117"/>
                  </a:cubicBezTo>
                  <a:cubicBezTo>
                    <a:pt x="71" y="117"/>
                    <a:pt x="70" y="118"/>
                    <a:pt x="69" y="118"/>
                  </a:cubicBezTo>
                  <a:cubicBezTo>
                    <a:pt x="69" y="119"/>
                    <a:pt x="67" y="127"/>
                    <a:pt x="67" y="127"/>
                  </a:cubicBezTo>
                  <a:cubicBezTo>
                    <a:pt x="67" y="128"/>
                    <a:pt x="68" y="129"/>
                    <a:pt x="68" y="130"/>
                  </a:cubicBezTo>
                  <a:cubicBezTo>
                    <a:pt x="68" y="132"/>
                    <a:pt x="68" y="133"/>
                    <a:pt x="68" y="134"/>
                  </a:cubicBezTo>
                  <a:cubicBezTo>
                    <a:pt x="68" y="135"/>
                    <a:pt x="67" y="138"/>
                    <a:pt x="67" y="137"/>
                  </a:cubicBezTo>
                  <a:cubicBezTo>
                    <a:pt x="67" y="138"/>
                    <a:pt x="67" y="138"/>
                    <a:pt x="67" y="139"/>
                  </a:cubicBezTo>
                  <a:cubicBezTo>
                    <a:pt x="67" y="139"/>
                    <a:pt x="66" y="148"/>
                    <a:pt x="67" y="148"/>
                  </a:cubicBezTo>
                  <a:cubicBezTo>
                    <a:pt x="67" y="148"/>
                    <a:pt x="67" y="149"/>
                    <a:pt x="67" y="149"/>
                  </a:cubicBezTo>
                  <a:cubicBezTo>
                    <a:pt x="66" y="152"/>
                    <a:pt x="64" y="155"/>
                    <a:pt x="65" y="157"/>
                  </a:cubicBezTo>
                  <a:cubicBezTo>
                    <a:pt x="65" y="157"/>
                    <a:pt x="65" y="158"/>
                    <a:pt x="65" y="158"/>
                  </a:cubicBezTo>
                  <a:cubicBezTo>
                    <a:pt x="65" y="158"/>
                    <a:pt x="65" y="158"/>
                    <a:pt x="64" y="159"/>
                  </a:cubicBezTo>
                  <a:cubicBezTo>
                    <a:pt x="64" y="159"/>
                    <a:pt x="64" y="159"/>
                    <a:pt x="64" y="159"/>
                  </a:cubicBezTo>
                  <a:cubicBezTo>
                    <a:pt x="64" y="160"/>
                    <a:pt x="64" y="160"/>
                    <a:pt x="63" y="160"/>
                  </a:cubicBezTo>
                  <a:cubicBezTo>
                    <a:pt x="63" y="162"/>
                    <a:pt x="63" y="164"/>
                    <a:pt x="63" y="166"/>
                  </a:cubicBezTo>
                  <a:cubicBezTo>
                    <a:pt x="63" y="167"/>
                    <a:pt x="63" y="167"/>
                    <a:pt x="63" y="168"/>
                  </a:cubicBezTo>
                  <a:cubicBezTo>
                    <a:pt x="61" y="173"/>
                    <a:pt x="64" y="179"/>
                    <a:pt x="65" y="181"/>
                  </a:cubicBezTo>
                  <a:cubicBezTo>
                    <a:pt x="65" y="183"/>
                    <a:pt x="65" y="184"/>
                    <a:pt x="64" y="186"/>
                  </a:cubicBezTo>
                  <a:cubicBezTo>
                    <a:pt x="64" y="186"/>
                    <a:pt x="64" y="186"/>
                    <a:pt x="64" y="186"/>
                  </a:cubicBezTo>
                  <a:cubicBezTo>
                    <a:pt x="64" y="186"/>
                    <a:pt x="65" y="197"/>
                    <a:pt x="65" y="197"/>
                  </a:cubicBezTo>
                  <a:cubicBezTo>
                    <a:pt x="65" y="197"/>
                    <a:pt x="64" y="201"/>
                    <a:pt x="64" y="201"/>
                  </a:cubicBezTo>
                  <a:cubicBezTo>
                    <a:pt x="65" y="202"/>
                    <a:pt x="65" y="207"/>
                    <a:pt x="65" y="208"/>
                  </a:cubicBezTo>
                  <a:cubicBezTo>
                    <a:pt x="65" y="209"/>
                    <a:pt x="64" y="209"/>
                    <a:pt x="63" y="209"/>
                  </a:cubicBezTo>
                  <a:cubicBezTo>
                    <a:pt x="63" y="211"/>
                    <a:pt x="63" y="214"/>
                    <a:pt x="61" y="215"/>
                  </a:cubicBezTo>
                  <a:cubicBezTo>
                    <a:pt x="60" y="215"/>
                    <a:pt x="61" y="215"/>
                    <a:pt x="60" y="215"/>
                  </a:cubicBezTo>
                  <a:cubicBezTo>
                    <a:pt x="57" y="213"/>
                    <a:pt x="58" y="210"/>
                    <a:pt x="55" y="208"/>
                  </a:cubicBezTo>
                  <a:cubicBezTo>
                    <a:pt x="55" y="208"/>
                    <a:pt x="56" y="208"/>
                    <a:pt x="56" y="207"/>
                  </a:cubicBezTo>
                  <a:cubicBezTo>
                    <a:pt x="56" y="206"/>
                    <a:pt x="54" y="205"/>
                    <a:pt x="53" y="204"/>
                  </a:cubicBezTo>
                  <a:cubicBezTo>
                    <a:pt x="52" y="202"/>
                    <a:pt x="53" y="199"/>
                    <a:pt x="52" y="197"/>
                  </a:cubicBezTo>
                  <a:cubicBezTo>
                    <a:pt x="51" y="194"/>
                    <a:pt x="50" y="188"/>
                    <a:pt x="48" y="186"/>
                  </a:cubicBezTo>
                  <a:cubicBezTo>
                    <a:pt x="48" y="185"/>
                    <a:pt x="49" y="183"/>
                    <a:pt x="49" y="182"/>
                  </a:cubicBezTo>
                  <a:cubicBezTo>
                    <a:pt x="48" y="181"/>
                    <a:pt x="48" y="179"/>
                    <a:pt x="48" y="178"/>
                  </a:cubicBezTo>
                  <a:cubicBezTo>
                    <a:pt x="48" y="174"/>
                    <a:pt x="49" y="168"/>
                    <a:pt x="48" y="166"/>
                  </a:cubicBezTo>
                  <a:cubicBezTo>
                    <a:pt x="46" y="163"/>
                    <a:pt x="51" y="148"/>
                    <a:pt x="45" y="147"/>
                  </a:cubicBezTo>
                  <a:cubicBezTo>
                    <a:pt x="43" y="148"/>
                    <a:pt x="40" y="148"/>
                    <a:pt x="38" y="149"/>
                  </a:cubicBezTo>
                  <a:cubicBezTo>
                    <a:pt x="37" y="150"/>
                    <a:pt x="35" y="152"/>
                    <a:pt x="33" y="153"/>
                  </a:cubicBezTo>
                  <a:cubicBezTo>
                    <a:pt x="33" y="153"/>
                    <a:pt x="23" y="157"/>
                    <a:pt x="23" y="157"/>
                  </a:cubicBezTo>
                  <a:cubicBezTo>
                    <a:pt x="21" y="158"/>
                    <a:pt x="20" y="160"/>
                    <a:pt x="18" y="161"/>
                  </a:cubicBezTo>
                  <a:cubicBezTo>
                    <a:pt x="16" y="161"/>
                    <a:pt x="15" y="161"/>
                    <a:pt x="13" y="161"/>
                  </a:cubicBezTo>
                  <a:cubicBezTo>
                    <a:pt x="13" y="162"/>
                    <a:pt x="12" y="162"/>
                    <a:pt x="11" y="163"/>
                  </a:cubicBezTo>
                  <a:cubicBezTo>
                    <a:pt x="8" y="164"/>
                    <a:pt x="5" y="159"/>
                    <a:pt x="4" y="157"/>
                  </a:cubicBezTo>
                  <a:cubicBezTo>
                    <a:pt x="4" y="156"/>
                    <a:pt x="4" y="156"/>
                    <a:pt x="4" y="155"/>
                  </a:cubicBezTo>
                  <a:cubicBezTo>
                    <a:pt x="2" y="152"/>
                    <a:pt x="2" y="150"/>
                    <a:pt x="0" y="148"/>
                  </a:cubicBezTo>
                  <a:cubicBezTo>
                    <a:pt x="1" y="147"/>
                    <a:pt x="0" y="146"/>
                    <a:pt x="0" y="147"/>
                  </a:cubicBezTo>
                  <a:cubicBezTo>
                    <a:pt x="0" y="147"/>
                    <a:pt x="0" y="144"/>
                    <a:pt x="0" y="144"/>
                  </a:cubicBezTo>
                  <a:cubicBezTo>
                    <a:pt x="0" y="142"/>
                    <a:pt x="0" y="138"/>
                    <a:pt x="0" y="138"/>
                  </a:cubicBezTo>
                  <a:cubicBezTo>
                    <a:pt x="2" y="137"/>
                    <a:pt x="1" y="129"/>
                    <a:pt x="0" y="127"/>
                  </a:cubicBezTo>
                  <a:cubicBezTo>
                    <a:pt x="0" y="127"/>
                    <a:pt x="0" y="127"/>
                    <a:pt x="0" y="127"/>
                  </a:cubicBezTo>
                  <a:cubicBezTo>
                    <a:pt x="0" y="126"/>
                    <a:pt x="1" y="124"/>
                    <a:pt x="0" y="123"/>
                  </a:cubicBezTo>
                  <a:cubicBezTo>
                    <a:pt x="2" y="119"/>
                    <a:pt x="7" y="115"/>
                    <a:pt x="8" y="112"/>
                  </a:cubicBezTo>
                  <a:cubicBezTo>
                    <a:pt x="8" y="111"/>
                    <a:pt x="8" y="110"/>
                    <a:pt x="8" y="109"/>
                  </a:cubicBezTo>
                  <a:cubicBezTo>
                    <a:pt x="10" y="104"/>
                    <a:pt x="10" y="93"/>
                    <a:pt x="12" y="90"/>
                  </a:cubicBezTo>
                  <a:cubicBezTo>
                    <a:pt x="12" y="87"/>
                    <a:pt x="12" y="85"/>
                    <a:pt x="12" y="83"/>
                  </a:cubicBezTo>
                  <a:cubicBezTo>
                    <a:pt x="12" y="79"/>
                    <a:pt x="11" y="76"/>
                    <a:pt x="12" y="73"/>
                  </a:cubicBezTo>
                  <a:cubicBezTo>
                    <a:pt x="13" y="70"/>
                    <a:pt x="13" y="66"/>
                    <a:pt x="14" y="65"/>
                  </a:cubicBezTo>
                  <a:cubicBezTo>
                    <a:pt x="14" y="64"/>
                    <a:pt x="14" y="64"/>
                    <a:pt x="13" y="64"/>
                  </a:cubicBezTo>
                  <a:cubicBezTo>
                    <a:pt x="13" y="63"/>
                    <a:pt x="15" y="60"/>
                    <a:pt x="14" y="58"/>
                  </a:cubicBezTo>
                  <a:cubicBezTo>
                    <a:pt x="16" y="55"/>
                    <a:pt x="17" y="50"/>
                    <a:pt x="18" y="47"/>
                  </a:cubicBezTo>
                  <a:cubicBezTo>
                    <a:pt x="19" y="47"/>
                    <a:pt x="20" y="46"/>
                    <a:pt x="21" y="45"/>
                  </a:cubicBezTo>
                  <a:cubicBezTo>
                    <a:pt x="23" y="44"/>
                    <a:pt x="21" y="42"/>
                    <a:pt x="24" y="41"/>
                  </a:cubicBezTo>
                  <a:cubicBezTo>
                    <a:pt x="24" y="41"/>
                    <a:pt x="24" y="40"/>
                    <a:pt x="24" y="40"/>
                  </a:cubicBezTo>
                  <a:cubicBezTo>
                    <a:pt x="26" y="40"/>
                    <a:pt x="31" y="38"/>
                    <a:pt x="32" y="39"/>
                  </a:cubicBezTo>
                  <a:cubicBezTo>
                    <a:pt x="33" y="40"/>
                    <a:pt x="33" y="41"/>
                    <a:pt x="34" y="43"/>
                  </a:cubicBezTo>
                  <a:cubicBezTo>
                    <a:pt x="35" y="44"/>
                    <a:pt x="37" y="45"/>
                    <a:pt x="38" y="47"/>
                  </a:cubicBezTo>
                  <a:cubicBezTo>
                    <a:pt x="39" y="48"/>
                    <a:pt x="39" y="49"/>
                    <a:pt x="38" y="50"/>
                  </a:cubicBezTo>
                  <a:cubicBezTo>
                    <a:pt x="37" y="59"/>
                    <a:pt x="31" y="56"/>
                    <a:pt x="28" y="62"/>
                  </a:cubicBezTo>
                  <a:cubicBezTo>
                    <a:pt x="27" y="65"/>
                    <a:pt x="30" y="74"/>
                    <a:pt x="31" y="76"/>
                  </a:cubicBezTo>
                  <a:cubicBezTo>
                    <a:pt x="32" y="78"/>
                    <a:pt x="31" y="80"/>
                    <a:pt x="31" y="81"/>
                  </a:cubicBezTo>
                  <a:cubicBezTo>
                    <a:pt x="31" y="82"/>
                    <a:pt x="31" y="84"/>
                    <a:pt x="30" y="85"/>
                  </a:cubicBezTo>
                  <a:cubicBezTo>
                    <a:pt x="30" y="86"/>
                    <a:pt x="31" y="88"/>
                    <a:pt x="31" y="89"/>
                  </a:cubicBezTo>
                  <a:cubicBezTo>
                    <a:pt x="31" y="92"/>
                    <a:pt x="30" y="93"/>
                    <a:pt x="30" y="94"/>
                  </a:cubicBezTo>
                  <a:cubicBezTo>
                    <a:pt x="29" y="95"/>
                    <a:pt x="30" y="99"/>
                    <a:pt x="30" y="99"/>
                  </a:cubicBezTo>
                  <a:cubicBezTo>
                    <a:pt x="28" y="100"/>
                    <a:pt x="27" y="110"/>
                    <a:pt x="28" y="111"/>
                  </a:cubicBezTo>
                  <a:cubicBezTo>
                    <a:pt x="30" y="115"/>
                    <a:pt x="41" y="114"/>
                    <a:pt x="48" y="115"/>
                  </a:cubicBezTo>
                  <a:cubicBezTo>
                    <a:pt x="48" y="114"/>
                    <a:pt x="48" y="115"/>
                    <a:pt x="49" y="114"/>
                  </a:cubicBezTo>
                  <a:cubicBezTo>
                    <a:pt x="49" y="115"/>
                    <a:pt x="49" y="115"/>
                    <a:pt x="50" y="115"/>
                  </a:cubicBezTo>
                  <a:cubicBezTo>
                    <a:pt x="51" y="113"/>
                    <a:pt x="51" y="113"/>
                    <a:pt x="52" y="111"/>
                  </a:cubicBezTo>
                  <a:cubicBezTo>
                    <a:pt x="51" y="111"/>
                    <a:pt x="51" y="111"/>
                    <a:pt x="51" y="109"/>
                  </a:cubicBezTo>
                  <a:cubicBezTo>
                    <a:pt x="56" y="105"/>
                    <a:pt x="55" y="98"/>
                    <a:pt x="56" y="90"/>
                  </a:cubicBezTo>
                  <a:cubicBezTo>
                    <a:pt x="56" y="87"/>
                    <a:pt x="55" y="83"/>
                    <a:pt x="55" y="79"/>
                  </a:cubicBezTo>
                  <a:cubicBezTo>
                    <a:pt x="57" y="77"/>
                    <a:pt x="56" y="67"/>
                    <a:pt x="56" y="63"/>
                  </a:cubicBezTo>
                  <a:cubicBezTo>
                    <a:pt x="56" y="50"/>
                    <a:pt x="57" y="44"/>
                    <a:pt x="53" y="35"/>
                  </a:cubicBezTo>
                  <a:cubicBezTo>
                    <a:pt x="53" y="30"/>
                    <a:pt x="53" y="25"/>
                    <a:pt x="53" y="19"/>
                  </a:cubicBezTo>
                  <a:cubicBezTo>
                    <a:pt x="57" y="17"/>
                    <a:pt x="58" y="5"/>
                    <a:pt x="60" y="4"/>
                  </a:cubicBezTo>
                  <a:cubicBezTo>
                    <a:pt x="61" y="2"/>
                    <a:pt x="64" y="2"/>
                    <a:pt x="65"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3" name="Freeform 9"/>
            <p:cNvSpPr/>
            <p:nvPr/>
          </p:nvSpPr>
          <p:spPr bwMode="auto">
            <a:xfrm>
              <a:off x="1579918" y="6178459"/>
              <a:ext cx="33879" cy="192546"/>
            </a:xfrm>
            <a:custGeom>
              <a:avLst/>
              <a:gdLst>
                <a:gd name="T0" fmla="*/ 10 w 25"/>
                <a:gd name="T1" fmla="*/ 0 h 143"/>
                <a:gd name="T2" fmla="*/ 16 w 25"/>
                <a:gd name="T3" fmla="*/ 0 h 143"/>
                <a:gd name="T4" fmla="*/ 24 w 25"/>
                <a:gd name="T5" fmla="*/ 12 h 143"/>
                <a:gd name="T6" fmla="*/ 25 w 25"/>
                <a:gd name="T7" fmla="*/ 18 h 143"/>
                <a:gd name="T8" fmla="*/ 23 w 25"/>
                <a:gd name="T9" fmla="*/ 24 h 143"/>
                <a:gd name="T10" fmla="*/ 22 w 25"/>
                <a:gd name="T11" fmla="*/ 26 h 143"/>
                <a:gd name="T12" fmla="*/ 22 w 25"/>
                <a:gd name="T13" fmla="*/ 26 h 143"/>
                <a:gd name="T14" fmla="*/ 21 w 25"/>
                <a:gd name="T15" fmla="*/ 29 h 143"/>
                <a:gd name="T16" fmla="*/ 19 w 25"/>
                <a:gd name="T17" fmla="*/ 32 h 143"/>
                <a:gd name="T18" fmla="*/ 21 w 25"/>
                <a:gd name="T19" fmla="*/ 48 h 143"/>
                <a:gd name="T20" fmla="*/ 21 w 25"/>
                <a:gd name="T21" fmla="*/ 64 h 143"/>
                <a:gd name="T22" fmla="*/ 21 w 25"/>
                <a:gd name="T23" fmla="*/ 64 h 143"/>
                <a:gd name="T24" fmla="*/ 17 w 25"/>
                <a:gd name="T25" fmla="*/ 69 h 143"/>
                <a:gd name="T26" fmla="*/ 17 w 25"/>
                <a:gd name="T27" fmla="*/ 76 h 143"/>
                <a:gd name="T28" fmla="*/ 17 w 25"/>
                <a:gd name="T29" fmla="*/ 76 h 143"/>
                <a:gd name="T30" fmla="*/ 17 w 25"/>
                <a:gd name="T31" fmla="*/ 81 h 143"/>
                <a:gd name="T32" fmla="*/ 17 w 25"/>
                <a:gd name="T33" fmla="*/ 90 h 143"/>
                <a:gd name="T34" fmla="*/ 17 w 25"/>
                <a:gd name="T35" fmla="*/ 91 h 143"/>
                <a:gd name="T36" fmla="*/ 18 w 25"/>
                <a:gd name="T37" fmla="*/ 97 h 143"/>
                <a:gd name="T38" fmla="*/ 17 w 25"/>
                <a:gd name="T39" fmla="*/ 100 h 143"/>
                <a:gd name="T40" fmla="*/ 17 w 25"/>
                <a:gd name="T41" fmla="*/ 100 h 143"/>
                <a:gd name="T42" fmla="*/ 18 w 25"/>
                <a:gd name="T43" fmla="*/ 100 h 143"/>
                <a:gd name="T44" fmla="*/ 18 w 25"/>
                <a:gd name="T45" fmla="*/ 102 h 143"/>
                <a:gd name="T46" fmla="*/ 18 w 25"/>
                <a:gd name="T47" fmla="*/ 108 h 143"/>
                <a:gd name="T48" fmla="*/ 17 w 25"/>
                <a:gd name="T49" fmla="*/ 108 h 143"/>
                <a:gd name="T50" fmla="*/ 17 w 25"/>
                <a:gd name="T51" fmla="*/ 113 h 143"/>
                <a:gd name="T52" fmla="*/ 16 w 25"/>
                <a:gd name="T53" fmla="*/ 117 h 143"/>
                <a:gd name="T54" fmla="*/ 16 w 25"/>
                <a:gd name="T55" fmla="*/ 118 h 143"/>
                <a:gd name="T56" fmla="*/ 15 w 25"/>
                <a:gd name="T57" fmla="*/ 119 h 143"/>
                <a:gd name="T58" fmla="*/ 15 w 25"/>
                <a:gd name="T59" fmla="*/ 121 h 143"/>
                <a:gd name="T60" fmla="*/ 12 w 25"/>
                <a:gd name="T61" fmla="*/ 130 h 143"/>
                <a:gd name="T62" fmla="*/ 5 w 25"/>
                <a:gd name="T63" fmla="*/ 142 h 143"/>
                <a:gd name="T64" fmla="*/ 3 w 25"/>
                <a:gd name="T65" fmla="*/ 141 h 143"/>
                <a:gd name="T66" fmla="*/ 0 w 25"/>
                <a:gd name="T67" fmla="*/ 129 h 143"/>
                <a:gd name="T68" fmla="*/ 1 w 25"/>
                <a:gd name="T69" fmla="*/ 127 h 143"/>
                <a:gd name="T70" fmla="*/ 4 w 25"/>
                <a:gd name="T71" fmla="*/ 126 h 143"/>
                <a:gd name="T72" fmla="*/ 5 w 25"/>
                <a:gd name="T73" fmla="*/ 126 h 143"/>
                <a:gd name="T74" fmla="*/ 8 w 25"/>
                <a:gd name="T75" fmla="*/ 123 h 143"/>
                <a:gd name="T76" fmla="*/ 9 w 25"/>
                <a:gd name="T77" fmla="*/ 114 h 143"/>
                <a:gd name="T78" fmla="*/ 9 w 25"/>
                <a:gd name="T79" fmla="*/ 104 h 143"/>
                <a:gd name="T80" fmla="*/ 9 w 25"/>
                <a:gd name="T81" fmla="*/ 92 h 143"/>
                <a:gd name="T82" fmla="*/ 8 w 25"/>
                <a:gd name="T83" fmla="*/ 83 h 143"/>
                <a:gd name="T84" fmla="*/ 9 w 25"/>
                <a:gd name="T85" fmla="*/ 62 h 143"/>
                <a:gd name="T86" fmla="*/ 8 w 25"/>
                <a:gd name="T87" fmla="*/ 58 h 143"/>
                <a:gd name="T88" fmla="*/ 8 w 25"/>
                <a:gd name="T89" fmla="*/ 57 h 143"/>
                <a:gd name="T90" fmla="*/ 9 w 25"/>
                <a:gd name="T91" fmla="*/ 52 h 143"/>
                <a:gd name="T92" fmla="*/ 10 w 25"/>
                <a:gd name="T93" fmla="*/ 52 h 143"/>
                <a:gd name="T94" fmla="*/ 9 w 25"/>
                <a:gd name="T95" fmla="*/ 48 h 143"/>
                <a:gd name="T96" fmla="*/ 9 w 25"/>
                <a:gd name="T97" fmla="*/ 34 h 143"/>
                <a:gd name="T98" fmla="*/ 9 w 25"/>
                <a:gd name="T99" fmla="*/ 25 h 143"/>
                <a:gd name="T100" fmla="*/ 8 w 25"/>
                <a:gd name="T101" fmla="*/ 20 h 143"/>
                <a:gd name="T102" fmla="*/ 9 w 25"/>
                <a:gd name="T103" fmla="*/ 11 h 143"/>
                <a:gd name="T104" fmla="*/ 10 w 25"/>
                <a:gd name="T10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 h="143">
                  <a:moveTo>
                    <a:pt x="10" y="0"/>
                  </a:moveTo>
                  <a:cubicBezTo>
                    <a:pt x="11" y="0"/>
                    <a:pt x="16" y="0"/>
                    <a:pt x="16" y="0"/>
                  </a:cubicBezTo>
                  <a:cubicBezTo>
                    <a:pt x="20" y="0"/>
                    <a:pt x="23" y="10"/>
                    <a:pt x="24" y="12"/>
                  </a:cubicBezTo>
                  <a:cubicBezTo>
                    <a:pt x="24" y="12"/>
                    <a:pt x="24" y="17"/>
                    <a:pt x="25" y="18"/>
                  </a:cubicBezTo>
                  <a:cubicBezTo>
                    <a:pt x="23" y="19"/>
                    <a:pt x="24" y="22"/>
                    <a:pt x="23" y="24"/>
                  </a:cubicBezTo>
                  <a:cubicBezTo>
                    <a:pt x="23" y="25"/>
                    <a:pt x="22" y="25"/>
                    <a:pt x="22" y="26"/>
                  </a:cubicBezTo>
                  <a:cubicBezTo>
                    <a:pt x="22" y="26"/>
                    <a:pt x="22" y="26"/>
                    <a:pt x="22" y="26"/>
                  </a:cubicBezTo>
                  <a:cubicBezTo>
                    <a:pt x="21" y="27"/>
                    <a:pt x="21" y="28"/>
                    <a:pt x="21" y="29"/>
                  </a:cubicBezTo>
                  <a:cubicBezTo>
                    <a:pt x="20" y="30"/>
                    <a:pt x="19" y="31"/>
                    <a:pt x="19" y="32"/>
                  </a:cubicBezTo>
                  <a:cubicBezTo>
                    <a:pt x="17" y="37"/>
                    <a:pt x="20" y="46"/>
                    <a:pt x="21" y="48"/>
                  </a:cubicBezTo>
                  <a:cubicBezTo>
                    <a:pt x="22" y="49"/>
                    <a:pt x="21" y="62"/>
                    <a:pt x="21" y="64"/>
                  </a:cubicBezTo>
                  <a:cubicBezTo>
                    <a:pt x="21" y="64"/>
                    <a:pt x="21" y="64"/>
                    <a:pt x="21" y="64"/>
                  </a:cubicBezTo>
                  <a:cubicBezTo>
                    <a:pt x="20" y="66"/>
                    <a:pt x="19" y="67"/>
                    <a:pt x="17" y="69"/>
                  </a:cubicBezTo>
                  <a:cubicBezTo>
                    <a:pt x="17" y="69"/>
                    <a:pt x="17" y="76"/>
                    <a:pt x="17" y="76"/>
                  </a:cubicBezTo>
                  <a:cubicBezTo>
                    <a:pt x="17" y="76"/>
                    <a:pt x="17" y="76"/>
                    <a:pt x="17" y="76"/>
                  </a:cubicBezTo>
                  <a:cubicBezTo>
                    <a:pt x="16" y="77"/>
                    <a:pt x="17" y="81"/>
                    <a:pt x="17" y="81"/>
                  </a:cubicBezTo>
                  <a:cubicBezTo>
                    <a:pt x="17" y="82"/>
                    <a:pt x="17" y="88"/>
                    <a:pt x="17" y="90"/>
                  </a:cubicBezTo>
                  <a:cubicBezTo>
                    <a:pt x="17" y="91"/>
                    <a:pt x="18" y="91"/>
                    <a:pt x="17" y="91"/>
                  </a:cubicBezTo>
                  <a:cubicBezTo>
                    <a:pt x="16" y="93"/>
                    <a:pt x="18" y="97"/>
                    <a:pt x="18" y="97"/>
                  </a:cubicBezTo>
                  <a:cubicBezTo>
                    <a:pt x="18" y="98"/>
                    <a:pt x="18" y="99"/>
                    <a:pt x="17" y="100"/>
                  </a:cubicBezTo>
                  <a:cubicBezTo>
                    <a:pt x="17" y="100"/>
                    <a:pt x="17" y="100"/>
                    <a:pt x="17" y="100"/>
                  </a:cubicBezTo>
                  <a:cubicBezTo>
                    <a:pt x="18" y="100"/>
                    <a:pt x="18" y="100"/>
                    <a:pt x="18" y="100"/>
                  </a:cubicBezTo>
                  <a:cubicBezTo>
                    <a:pt x="18" y="101"/>
                    <a:pt x="18" y="102"/>
                    <a:pt x="18" y="102"/>
                  </a:cubicBezTo>
                  <a:cubicBezTo>
                    <a:pt x="17" y="104"/>
                    <a:pt x="18" y="106"/>
                    <a:pt x="18" y="108"/>
                  </a:cubicBezTo>
                  <a:cubicBezTo>
                    <a:pt x="18" y="108"/>
                    <a:pt x="18" y="108"/>
                    <a:pt x="17" y="108"/>
                  </a:cubicBezTo>
                  <a:cubicBezTo>
                    <a:pt x="17" y="110"/>
                    <a:pt x="17" y="112"/>
                    <a:pt x="17" y="113"/>
                  </a:cubicBezTo>
                  <a:cubicBezTo>
                    <a:pt x="17" y="115"/>
                    <a:pt x="16" y="116"/>
                    <a:pt x="16" y="117"/>
                  </a:cubicBezTo>
                  <a:cubicBezTo>
                    <a:pt x="16" y="118"/>
                    <a:pt x="16" y="118"/>
                    <a:pt x="16" y="118"/>
                  </a:cubicBezTo>
                  <a:cubicBezTo>
                    <a:pt x="15" y="118"/>
                    <a:pt x="15" y="119"/>
                    <a:pt x="15" y="119"/>
                  </a:cubicBezTo>
                  <a:cubicBezTo>
                    <a:pt x="15" y="119"/>
                    <a:pt x="15" y="120"/>
                    <a:pt x="15" y="121"/>
                  </a:cubicBezTo>
                  <a:cubicBezTo>
                    <a:pt x="16" y="126"/>
                    <a:pt x="15" y="128"/>
                    <a:pt x="12" y="130"/>
                  </a:cubicBezTo>
                  <a:cubicBezTo>
                    <a:pt x="13" y="136"/>
                    <a:pt x="10" y="143"/>
                    <a:pt x="5" y="142"/>
                  </a:cubicBezTo>
                  <a:cubicBezTo>
                    <a:pt x="4" y="142"/>
                    <a:pt x="4" y="141"/>
                    <a:pt x="3" y="141"/>
                  </a:cubicBezTo>
                  <a:cubicBezTo>
                    <a:pt x="5" y="136"/>
                    <a:pt x="3" y="132"/>
                    <a:pt x="0" y="129"/>
                  </a:cubicBezTo>
                  <a:cubicBezTo>
                    <a:pt x="1" y="128"/>
                    <a:pt x="1" y="128"/>
                    <a:pt x="1" y="127"/>
                  </a:cubicBezTo>
                  <a:cubicBezTo>
                    <a:pt x="3" y="126"/>
                    <a:pt x="3" y="127"/>
                    <a:pt x="4" y="126"/>
                  </a:cubicBezTo>
                  <a:cubicBezTo>
                    <a:pt x="4" y="126"/>
                    <a:pt x="4" y="126"/>
                    <a:pt x="5" y="126"/>
                  </a:cubicBezTo>
                  <a:cubicBezTo>
                    <a:pt x="5" y="125"/>
                    <a:pt x="7" y="125"/>
                    <a:pt x="8" y="123"/>
                  </a:cubicBezTo>
                  <a:cubicBezTo>
                    <a:pt x="9" y="120"/>
                    <a:pt x="8" y="116"/>
                    <a:pt x="9" y="114"/>
                  </a:cubicBezTo>
                  <a:cubicBezTo>
                    <a:pt x="10" y="113"/>
                    <a:pt x="9" y="105"/>
                    <a:pt x="9" y="104"/>
                  </a:cubicBezTo>
                  <a:cubicBezTo>
                    <a:pt x="9" y="104"/>
                    <a:pt x="9" y="92"/>
                    <a:pt x="9" y="92"/>
                  </a:cubicBezTo>
                  <a:cubicBezTo>
                    <a:pt x="9" y="91"/>
                    <a:pt x="8" y="86"/>
                    <a:pt x="8" y="83"/>
                  </a:cubicBezTo>
                  <a:cubicBezTo>
                    <a:pt x="10" y="76"/>
                    <a:pt x="7" y="65"/>
                    <a:pt x="9" y="62"/>
                  </a:cubicBezTo>
                  <a:cubicBezTo>
                    <a:pt x="9" y="61"/>
                    <a:pt x="9" y="58"/>
                    <a:pt x="8" y="58"/>
                  </a:cubicBezTo>
                  <a:cubicBezTo>
                    <a:pt x="8" y="58"/>
                    <a:pt x="8" y="58"/>
                    <a:pt x="8" y="57"/>
                  </a:cubicBezTo>
                  <a:cubicBezTo>
                    <a:pt x="8" y="57"/>
                    <a:pt x="9" y="52"/>
                    <a:pt x="9" y="52"/>
                  </a:cubicBezTo>
                  <a:cubicBezTo>
                    <a:pt x="9" y="52"/>
                    <a:pt x="9" y="52"/>
                    <a:pt x="10" y="52"/>
                  </a:cubicBezTo>
                  <a:cubicBezTo>
                    <a:pt x="10" y="51"/>
                    <a:pt x="9" y="49"/>
                    <a:pt x="9" y="48"/>
                  </a:cubicBezTo>
                  <a:cubicBezTo>
                    <a:pt x="12" y="44"/>
                    <a:pt x="9" y="37"/>
                    <a:pt x="9" y="34"/>
                  </a:cubicBezTo>
                  <a:cubicBezTo>
                    <a:pt x="10" y="32"/>
                    <a:pt x="9" y="27"/>
                    <a:pt x="9" y="25"/>
                  </a:cubicBezTo>
                  <a:cubicBezTo>
                    <a:pt x="9" y="24"/>
                    <a:pt x="9" y="21"/>
                    <a:pt x="8" y="20"/>
                  </a:cubicBezTo>
                  <a:cubicBezTo>
                    <a:pt x="7" y="19"/>
                    <a:pt x="9" y="14"/>
                    <a:pt x="9" y="11"/>
                  </a:cubicBezTo>
                  <a:cubicBezTo>
                    <a:pt x="8" y="5"/>
                    <a:pt x="5" y="6"/>
                    <a:pt x="10"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4" name="Freeform 10"/>
            <p:cNvSpPr>
              <a:spLocks noEditPoints="1"/>
            </p:cNvSpPr>
            <p:nvPr/>
          </p:nvSpPr>
          <p:spPr bwMode="auto">
            <a:xfrm>
              <a:off x="1616621" y="6175636"/>
              <a:ext cx="229248" cy="284584"/>
            </a:xfrm>
            <a:custGeom>
              <a:avLst/>
              <a:gdLst>
                <a:gd name="T0" fmla="*/ 167 w 171"/>
                <a:gd name="T1" fmla="*/ 161 h 211"/>
                <a:gd name="T2" fmla="*/ 143 w 171"/>
                <a:gd name="T3" fmla="*/ 165 h 211"/>
                <a:gd name="T4" fmla="*/ 111 w 171"/>
                <a:gd name="T5" fmla="*/ 167 h 211"/>
                <a:gd name="T6" fmla="*/ 85 w 171"/>
                <a:gd name="T7" fmla="*/ 159 h 211"/>
                <a:gd name="T8" fmla="*/ 84 w 171"/>
                <a:gd name="T9" fmla="*/ 147 h 211"/>
                <a:gd name="T10" fmla="*/ 109 w 171"/>
                <a:gd name="T11" fmla="*/ 141 h 211"/>
                <a:gd name="T12" fmla="*/ 137 w 171"/>
                <a:gd name="T13" fmla="*/ 128 h 211"/>
                <a:gd name="T14" fmla="*/ 105 w 171"/>
                <a:gd name="T15" fmla="*/ 123 h 211"/>
                <a:gd name="T16" fmla="*/ 108 w 171"/>
                <a:gd name="T17" fmla="*/ 102 h 211"/>
                <a:gd name="T18" fmla="*/ 139 w 171"/>
                <a:gd name="T19" fmla="*/ 103 h 211"/>
                <a:gd name="T20" fmla="*/ 124 w 171"/>
                <a:gd name="T21" fmla="*/ 90 h 211"/>
                <a:gd name="T22" fmla="*/ 101 w 171"/>
                <a:gd name="T23" fmla="*/ 90 h 211"/>
                <a:gd name="T24" fmla="*/ 80 w 171"/>
                <a:gd name="T25" fmla="*/ 79 h 211"/>
                <a:gd name="T26" fmla="*/ 49 w 171"/>
                <a:gd name="T27" fmla="*/ 91 h 211"/>
                <a:gd name="T28" fmla="*/ 20 w 171"/>
                <a:gd name="T29" fmla="*/ 54 h 211"/>
                <a:gd name="T30" fmla="*/ 35 w 171"/>
                <a:gd name="T31" fmla="*/ 43 h 211"/>
                <a:gd name="T32" fmla="*/ 54 w 171"/>
                <a:gd name="T33" fmla="*/ 33 h 211"/>
                <a:gd name="T34" fmla="*/ 88 w 171"/>
                <a:gd name="T35" fmla="*/ 30 h 211"/>
                <a:gd name="T36" fmla="*/ 86 w 171"/>
                <a:gd name="T37" fmla="*/ 44 h 211"/>
                <a:gd name="T38" fmla="*/ 47 w 171"/>
                <a:gd name="T39" fmla="*/ 60 h 211"/>
                <a:gd name="T40" fmla="*/ 49 w 171"/>
                <a:gd name="T41" fmla="*/ 67 h 211"/>
                <a:gd name="T42" fmla="*/ 67 w 171"/>
                <a:gd name="T43" fmla="*/ 69 h 211"/>
                <a:gd name="T44" fmla="*/ 99 w 171"/>
                <a:gd name="T45" fmla="*/ 68 h 211"/>
                <a:gd name="T46" fmla="*/ 133 w 171"/>
                <a:gd name="T47" fmla="*/ 67 h 211"/>
                <a:gd name="T48" fmla="*/ 149 w 171"/>
                <a:gd name="T49" fmla="*/ 61 h 211"/>
                <a:gd name="T50" fmla="*/ 125 w 171"/>
                <a:gd name="T51" fmla="*/ 57 h 211"/>
                <a:gd name="T52" fmla="*/ 94 w 171"/>
                <a:gd name="T53" fmla="*/ 56 h 211"/>
                <a:gd name="T54" fmla="*/ 108 w 171"/>
                <a:gd name="T55" fmla="*/ 38 h 211"/>
                <a:gd name="T56" fmla="*/ 91 w 171"/>
                <a:gd name="T57" fmla="*/ 8 h 211"/>
                <a:gd name="T58" fmla="*/ 75 w 171"/>
                <a:gd name="T59" fmla="*/ 3 h 211"/>
                <a:gd name="T60" fmla="*/ 67 w 171"/>
                <a:gd name="T61" fmla="*/ 0 h 211"/>
                <a:gd name="T62" fmla="*/ 56 w 171"/>
                <a:gd name="T63" fmla="*/ 14 h 211"/>
                <a:gd name="T64" fmla="*/ 47 w 171"/>
                <a:gd name="T65" fmla="*/ 21 h 211"/>
                <a:gd name="T66" fmla="*/ 36 w 171"/>
                <a:gd name="T67" fmla="*/ 28 h 211"/>
                <a:gd name="T68" fmla="*/ 17 w 171"/>
                <a:gd name="T69" fmla="*/ 37 h 211"/>
                <a:gd name="T70" fmla="*/ 0 w 171"/>
                <a:gd name="T71" fmla="*/ 47 h 211"/>
                <a:gd name="T72" fmla="*/ 10 w 171"/>
                <a:gd name="T73" fmla="*/ 52 h 211"/>
                <a:gd name="T74" fmla="*/ 13 w 171"/>
                <a:gd name="T75" fmla="*/ 64 h 211"/>
                <a:gd name="T76" fmla="*/ 15 w 171"/>
                <a:gd name="T77" fmla="*/ 87 h 211"/>
                <a:gd name="T78" fmla="*/ 15 w 171"/>
                <a:gd name="T79" fmla="*/ 106 h 211"/>
                <a:gd name="T80" fmla="*/ 14 w 171"/>
                <a:gd name="T81" fmla="*/ 130 h 211"/>
                <a:gd name="T82" fmla="*/ 12 w 171"/>
                <a:gd name="T83" fmla="*/ 149 h 211"/>
                <a:gd name="T84" fmla="*/ 10 w 171"/>
                <a:gd name="T85" fmla="*/ 183 h 211"/>
                <a:gd name="T86" fmla="*/ 10 w 171"/>
                <a:gd name="T87" fmla="*/ 196 h 211"/>
                <a:gd name="T88" fmla="*/ 18 w 171"/>
                <a:gd name="T89" fmla="*/ 205 h 211"/>
                <a:gd name="T90" fmla="*/ 37 w 171"/>
                <a:gd name="T91" fmla="*/ 195 h 211"/>
                <a:gd name="T92" fmla="*/ 55 w 171"/>
                <a:gd name="T93" fmla="*/ 191 h 211"/>
                <a:gd name="T94" fmla="*/ 67 w 171"/>
                <a:gd name="T95" fmla="*/ 191 h 211"/>
                <a:gd name="T96" fmla="*/ 79 w 171"/>
                <a:gd name="T97" fmla="*/ 192 h 211"/>
                <a:gd name="T98" fmla="*/ 114 w 171"/>
                <a:gd name="T99" fmla="*/ 195 h 211"/>
                <a:gd name="T100" fmla="*/ 147 w 171"/>
                <a:gd name="T101" fmla="*/ 202 h 211"/>
                <a:gd name="T102" fmla="*/ 70 w 171"/>
                <a:gd name="T103" fmla="*/ 155 h 211"/>
                <a:gd name="T104" fmla="*/ 32 w 171"/>
                <a:gd name="T105" fmla="*/ 172 h 211"/>
                <a:gd name="T106" fmla="*/ 23 w 171"/>
                <a:gd name="T107" fmla="*/ 160 h 211"/>
                <a:gd name="T108" fmla="*/ 32 w 171"/>
                <a:gd name="T109" fmla="*/ 146 h 211"/>
                <a:gd name="T110" fmla="*/ 67 w 171"/>
                <a:gd name="T111" fmla="*/ 141 h 211"/>
                <a:gd name="T112" fmla="*/ 70 w 171"/>
                <a:gd name="T113" fmla="*/ 124 h 211"/>
                <a:gd name="T114" fmla="*/ 54 w 171"/>
                <a:gd name="T115" fmla="*/ 129 h 211"/>
                <a:gd name="T116" fmla="*/ 25 w 171"/>
                <a:gd name="T117" fmla="*/ 121 h 211"/>
                <a:gd name="T118" fmla="*/ 42 w 171"/>
                <a:gd name="T119" fmla="*/ 105 h 211"/>
                <a:gd name="T120" fmla="*/ 69 w 171"/>
                <a:gd name="T121" fmla="*/ 103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1" h="211">
                  <a:moveTo>
                    <a:pt x="167" y="171"/>
                  </a:moveTo>
                  <a:cubicBezTo>
                    <a:pt x="167" y="168"/>
                    <a:pt x="166" y="166"/>
                    <a:pt x="167" y="165"/>
                  </a:cubicBezTo>
                  <a:cubicBezTo>
                    <a:pt x="167" y="165"/>
                    <a:pt x="168" y="162"/>
                    <a:pt x="168" y="161"/>
                  </a:cubicBezTo>
                  <a:cubicBezTo>
                    <a:pt x="168" y="161"/>
                    <a:pt x="168" y="161"/>
                    <a:pt x="167" y="161"/>
                  </a:cubicBezTo>
                  <a:cubicBezTo>
                    <a:pt x="164" y="161"/>
                    <a:pt x="163" y="162"/>
                    <a:pt x="162" y="163"/>
                  </a:cubicBezTo>
                  <a:cubicBezTo>
                    <a:pt x="161" y="164"/>
                    <a:pt x="158" y="164"/>
                    <a:pt x="158" y="164"/>
                  </a:cubicBezTo>
                  <a:cubicBezTo>
                    <a:pt x="155" y="165"/>
                    <a:pt x="154" y="161"/>
                    <a:pt x="151" y="162"/>
                  </a:cubicBezTo>
                  <a:cubicBezTo>
                    <a:pt x="148" y="163"/>
                    <a:pt x="146" y="163"/>
                    <a:pt x="143" y="165"/>
                  </a:cubicBezTo>
                  <a:cubicBezTo>
                    <a:pt x="142" y="164"/>
                    <a:pt x="140" y="164"/>
                    <a:pt x="139" y="164"/>
                  </a:cubicBezTo>
                  <a:cubicBezTo>
                    <a:pt x="138" y="164"/>
                    <a:pt x="138" y="165"/>
                    <a:pt x="137" y="166"/>
                  </a:cubicBezTo>
                  <a:cubicBezTo>
                    <a:pt x="135" y="167"/>
                    <a:pt x="133" y="164"/>
                    <a:pt x="130" y="165"/>
                  </a:cubicBezTo>
                  <a:cubicBezTo>
                    <a:pt x="124" y="166"/>
                    <a:pt x="118" y="167"/>
                    <a:pt x="111" y="167"/>
                  </a:cubicBezTo>
                  <a:cubicBezTo>
                    <a:pt x="110" y="167"/>
                    <a:pt x="109" y="168"/>
                    <a:pt x="108" y="168"/>
                  </a:cubicBezTo>
                  <a:cubicBezTo>
                    <a:pt x="105" y="168"/>
                    <a:pt x="103" y="168"/>
                    <a:pt x="100" y="168"/>
                  </a:cubicBezTo>
                  <a:cubicBezTo>
                    <a:pt x="95" y="170"/>
                    <a:pt x="88" y="169"/>
                    <a:pt x="84" y="167"/>
                  </a:cubicBezTo>
                  <a:cubicBezTo>
                    <a:pt x="84" y="165"/>
                    <a:pt x="86" y="162"/>
                    <a:pt x="85" y="159"/>
                  </a:cubicBezTo>
                  <a:cubicBezTo>
                    <a:pt x="85" y="159"/>
                    <a:pt x="84" y="158"/>
                    <a:pt x="84" y="157"/>
                  </a:cubicBezTo>
                  <a:cubicBezTo>
                    <a:pt x="83" y="156"/>
                    <a:pt x="84" y="153"/>
                    <a:pt x="84" y="152"/>
                  </a:cubicBezTo>
                  <a:cubicBezTo>
                    <a:pt x="83" y="151"/>
                    <a:pt x="84" y="149"/>
                    <a:pt x="84" y="147"/>
                  </a:cubicBezTo>
                  <a:cubicBezTo>
                    <a:pt x="84" y="147"/>
                    <a:pt x="84" y="147"/>
                    <a:pt x="84" y="147"/>
                  </a:cubicBezTo>
                  <a:cubicBezTo>
                    <a:pt x="86" y="145"/>
                    <a:pt x="87" y="142"/>
                    <a:pt x="88" y="139"/>
                  </a:cubicBezTo>
                  <a:cubicBezTo>
                    <a:pt x="92" y="137"/>
                    <a:pt x="97" y="139"/>
                    <a:pt x="100" y="140"/>
                  </a:cubicBezTo>
                  <a:cubicBezTo>
                    <a:pt x="102" y="140"/>
                    <a:pt x="103" y="140"/>
                    <a:pt x="104" y="140"/>
                  </a:cubicBezTo>
                  <a:cubicBezTo>
                    <a:pt x="104" y="140"/>
                    <a:pt x="107" y="141"/>
                    <a:pt x="109" y="141"/>
                  </a:cubicBezTo>
                  <a:cubicBezTo>
                    <a:pt x="116" y="138"/>
                    <a:pt x="131" y="140"/>
                    <a:pt x="141" y="140"/>
                  </a:cubicBezTo>
                  <a:cubicBezTo>
                    <a:pt x="142" y="139"/>
                    <a:pt x="142" y="137"/>
                    <a:pt x="144" y="136"/>
                  </a:cubicBezTo>
                  <a:cubicBezTo>
                    <a:pt x="144" y="135"/>
                    <a:pt x="144" y="135"/>
                    <a:pt x="143" y="134"/>
                  </a:cubicBezTo>
                  <a:cubicBezTo>
                    <a:pt x="142" y="133"/>
                    <a:pt x="138" y="129"/>
                    <a:pt x="137" y="128"/>
                  </a:cubicBezTo>
                  <a:cubicBezTo>
                    <a:pt x="137" y="128"/>
                    <a:pt x="137" y="128"/>
                    <a:pt x="137" y="128"/>
                  </a:cubicBezTo>
                  <a:cubicBezTo>
                    <a:pt x="135" y="128"/>
                    <a:pt x="133" y="127"/>
                    <a:pt x="132" y="126"/>
                  </a:cubicBezTo>
                  <a:cubicBezTo>
                    <a:pt x="131" y="127"/>
                    <a:pt x="121" y="124"/>
                    <a:pt x="118" y="123"/>
                  </a:cubicBezTo>
                  <a:cubicBezTo>
                    <a:pt x="113" y="123"/>
                    <a:pt x="109" y="123"/>
                    <a:pt x="105" y="123"/>
                  </a:cubicBezTo>
                  <a:cubicBezTo>
                    <a:pt x="100" y="124"/>
                    <a:pt x="91" y="125"/>
                    <a:pt x="87" y="124"/>
                  </a:cubicBezTo>
                  <a:cubicBezTo>
                    <a:pt x="85" y="117"/>
                    <a:pt x="85" y="109"/>
                    <a:pt x="88" y="103"/>
                  </a:cubicBezTo>
                  <a:cubicBezTo>
                    <a:pt x="92" y="102"/>
                    <a:pt x="98" y="101"/>
                    <a:pt x="102" y="103"/>
                  </a:cubicBezTo>
                  <a:cubicBezTo>
                    <a:pt x="102" y="103"/>
                    <a:pt x="108" y="102"/>
                    <a:pt x="108" y="102"/>
                  </a:cubicBezTo>
                  <a:cubicBezTo>
                    <a:pt x="110" y="104"/>
                    <a:pt x="119" y="103"/>
                    <a:pt x="119" y="103"/>
                  </a:cubicBezTo>
                  <a:cubicBezTo>
                    <a:pt x="120" y="103"/>
                    <a:pt x="120" y="103"/>
                    <a:pt x="120" y="103"/>
                  </a:cubicBezTo>
                  <a:cubicBezTo>
                    <a:pt x="121" y="103"/>
                    <a:pt x="121" y="103"/>
                    <a:pt x="121" y="103"/>
                  </a:cubicBezTo>
                  <a:cubicBezTo>
                    <a:pt x="127" y="103"/>
                    <a:pt x="133" y="103"/>
                    <a:pt x="139" y="103"/>
                  </a:cubicBezTo>
                  <a:cubicBezTo>
                    <a:pt x="140" y="102"/>
                    <a:pt x="141" y="102"/>
                    <a:pt x="141" y="101"/>
                  </a:cubicBezTo>
                  <a:cubicBezTo>
                    <a:pt x="141" y="97"/>
                    <a:pt x="138" y="93"/>
                    <a:pt x="135" y="91"/>
                  </a:cubicBezTo>
                  <a:cubicBezTo>
                    <a:pt x="133" y="90"/>
                    <a:pt x="131" y="92"/>
                    <a:pt x="128" y="91"/>
                  </a:cubicBezTo>
                  <a:cubicBezTo>
                    <a:pt x="128" y="91"/>
                    <a:pt x="125" y="90"/>
                    <a:pt x="124" y="90"/>
                  </a:cubicBezTo>
                  <a:cubicBezTo>
                    <a:pt x="124" y="90"/>
                    <a:pt x="123" y="89"/>
                    <a:pt x="123" y="89"/>
                  </a:cubicBezTo>
                  <a:cubicBezTo>
                    <a:pt x="122" y="89"/>
                    <a:pt x="122" y="90"/>
                    <a:pt x="122" y="90"/>
                  </a:cubicBezTo>
                  <a:cubicBezTo>
                    <a:pt x="120" y="91"/>
                    <a:pt x="118" y="89"/>
                    <a:pt x="117" y="89"/>
                  </a:cubicBezTo>
                  <a:cubicBezTo>
                    <a:pt x="116" y="89"/>
                    <a:pt x="102" y="90"/>
                    <a:pt x="101" y="90"/>
                  </a:cubicBezTo>
                  <a:cubicBezTo>
                    <a:pt x="99" y="90"/>
                    <a:pt x="90" y="91"/>
                    <a:pt x="88" y="91"/>
                  </a:cubicBezTo>
                  <a:cubicBezTo>
                    <a:pt x="85" y="89"/>
                    <a:pt x="83" y="86"/>
                    <a:pt x="82" y="84"/>
                  </a:cubicBezTo>
                  <a:cubicBezTo>
                    <a:pt x="82" y="82"/>
                    <a:pt x="82" y="80"/>
                    <a:pt x="81" y="79"/>
                  </a:cubicBezTo>
                  <a:cubicBezTo>
                    <a:pt x="80" y="79"/>
                    <a:pt x="80" y="79"/>
                    <a:pt x="80" y="79"/>
                  </a:cubicBezTo>
                  <a:cubicBezTo>
                    <a:pt x="78" y="82"/>
                    <a:pt x="75" y="83"/>
                    <a:pt x="73" y="86"/>
                  </a:cubicBezTo>
                  <a:cubicBezTo>
                    <a:pt x="72" y="87"/>
                    <a:pt x="73" y="90"/>
                    <a:pt x="72" y="91"/>
                  </a:cubicBezTo>
                  <a:cubicBezTo>
                    <a:pt x="68" y="93"/>
                    <a:pt x="59" y="90"/>
                    <a:pt x="55" y="91"/>
                  </a:cubicBezTo>
                  <a:cubicBezTo>
                    <a:pt x="54" y="91"/>
                    <a:pt x="51" y="90"/>
                    <a:pt x="49" y="91"/>
                  </a:cubicBezTo>
                  <a:cubicBezTo>
                    <a:pt x="41" y="93"/>
                    <a:pt x="34" y="93"/>
                    <a:pt x="28" y="89"/>
                  </a:cubicBezTo>
                  <a:cubicBezTo>
                    <a:pt x="26" y="88"/>
                    <a:pt x="25" y="89"/>
                    <a:pt x="24" y="86"/>
                  </a:cubicBezTo>
                  <a:cubicBezTo>
                    <a:pt x="24" y="86"/>
                    <a:pt x="24" y="78"/>
                    <a:pt x="25" y="76"/>
                  </a:cubicBezTo>
                  <a:cubicBezTo>
                    <a:pt x="26" y="67"/>
                    <a:pt x="23" y="61"/>
                    <a:pt x="20" y="54"/>
                  </a:cubicBezTo>
                  <a:cubicBezTo>
                    <a:pt x="19" y="53"/>
                    <a:pt x="21" y="50"/>
                    <a:pt x="21" y="48"/>
                  </a:cubicBezTo>
                  <a:cubicBezTo>
                    <a:pt x="22" y="48"/>
                    <a:pt x="22" y="46"/>
                    <a:pt x="23" y="45"/>
                  </a:cubicBezTo>
                  <a:cubicBezTo>
                    <a:pt x="24" y="45"/>
                    <a:pt x="27" y="45"/>
                    <a:pt x="28" y="44"/>
                  </a:cubicBezTo>
                  <a:cubicBezTo>
                    <a:pt x="30" y="43"/>
                    <a:pt x="34" y="43"/>
                    <a:pt x="35" y="43"/>
                  </a:cubicBezTo>
                  <a:cubicBezTo>
                    <a:pt x="37" y="42"/>
                    <a:pt x="46" y="38"/>
                    <a:pt x="46" y="37"/>
                  </a:cubicBezTo>
                  <a:cubicBezTo>
                    <a:pt x="47" y="37"/>
                    <a:pt x="47" y="37"/>
                    <a:pt x="48" y="37"/>
                  </a:cubicBezTo>
                  <a:cubicBezTo>
                    <a:pt x="49" y="37"/>
                    <a:pt x="50" y="34"/>
                    <a:pt x="52" y="33"/>
                  </a:cubicBezTo>
                  <a:cubicBezTo>
                    <a:pt x="53" y="33"/>
                    <a:pt x="53" y="33"/>
                    <a:pt x="54" y="33"/>
                  </a:cubicBezTo>
                  <a:cubicBezTo>
                    <a:pt x="54" y="32"/>
                    <a:pt x="54" y="32"/>
                    <a:pt x="55" y="31"/>
                  </a:cubicBezTo>
                  <a:cubicBezTo>
                    <a:pt x="56" y="31"/>
                    <a:pt x="56" y="31"/>
                    <a:pt x="57" y="30"/>
                  </a:cubicBezTo>
                  <a:cubicBezTo>
                    <a:pt x="66" y="24"/>
                    <a:pt x="76" y="24"/>
                    <a:pt x="87" y="26"/>
                  </a:cubicBezTo>
                  <a:cubicBezTo>
                    <a:pt x="87" y="27"/>
                    <a:pt x="88" y="28"/>
                    <a:pt x="88" y="30"/>
                  </a:cubicBezTo>
                  <a:cubicBezTo>
                    <a:pt x="90" y="31"/>
                    <a:pt x="91" y="32"/>
                    <a:pt x="93" y="33"/>
                  </a:cubicBezTo>
                  <a:cubicBezTo>
                    <a:pt x="92" y="34"/>
                    <a:pt x="92" y="35"/>
                    <a:pt x="92" y="36"/>
                  </a:cubicBezTo>
                  <a:cubicBezTo>
                    <a:pt x="91" y="37"/>
                    <a:pt x="88" y="38"/>
                    <a:pt x="88" y="40"/>
                  </a:cubicBezTo>
                  <a:cubicBezTo>
                    <a:pt x="87" y="41"/>
                    <a:pt x="87" y="43"/>
                    <a:pt x="86" y="44"/>
                  </a:cubicBezTo>
                  <a:cubicBezTo>
                    <a:pt x="84" y="48"/>
                    <a:pt x="78" y="55"/>
                    <a:pt x="74" y="57"/>
                  </a:cubicBezTo>
                  <a:cubicBezTo>
                    <a:pt x="71" y="58"/>
                    <a:pt x="68" y="56"/>
                    <a:pt x="65" y="57"/>
                  </a:cubicBezTo>
                  <a:cubicBezTo>
                    <a:pt x="65" y="57"/>
                    <a:pt x="58" y="57"/>
                    <a:pt x="56" y="57"/>
                  </a:cubicBezTo>
                  <a:cubicBezTo>
                    <a:pt x="53" y="58"/>
                    <a:pt x="50" y="59"/>
                    <a:pt x="47" y="60"/>
                  </a:cubicBezTo>
                  <a:cubicBezTo>
                    <a:pt x="44" y="61"/>
                    <a:pt x="41" y="59"/>
                    <a:pt x="39" y="61"/>
                  </a:cubicBezTo>
                  <a:cubicBezTo>
                    <a:pt x="38" y="62"/>
                    <a:pt x="37" y="62"/>
                    <a:pt x="36" y="63"/>
                  </a:cubicBezTo>
                  <a:cubicBezTo>
                    <a:pt x="36" y="64"/>
                    <a:pt x="37" y="65"/>
                    <a:pt x="37" y="65"/>
                  </a:cubicBezTo>
                  <a:cubicBezTo>
                    <a:pt x="39" y="66"/>
                    <a:pt x="48" y="66"/>
                    <a:pt x="49" y="67"/>
                  </a:cubicBezTo>
                  <a:cubicBezTo>
                    <a:pt x="50" y="67"/>
                    <a:pt x="51" y="69"/>
                    <a:pt x="52" y="69"/>
                  </a:cubicBezTo>
                  <a:cubicBezTo>
                    <a:pt x="54" y="71"/>
                    <a:pt x="60" y="69"/>
                    <a:pt x="62" y="69"/>
                  </a:cubicBezTo>
                  <a:cubicBezTo>
                    <a:pt x="63" y="69"/>
                    <a:pt x="63" y="69"/>
                    <a:pt x="64" y="69"/>
                  </a:cubicBezTo>
                  <a:cubicBezTo>
                    <a:pt x="65" y="69"/>
                    <a:pt x="66" y="69"/>
                    <a:pt x="67" y="69"/>
                  </a:cubicBezTo>
                  <a:cubicBezTo>
                    <a:pt x="70" y="69"/>
                    <a:pt x="73" y="67"/>
                    <a:pt x="78" y="68"/>
                  </a:cubicBezTo>
                  <a:cubicBezTo>
                    <a:pt x="81" y="69"/>
                    <a:pt x="84" y="68"/>
                    <a:pt x="88" y="68"/>
                  </a:cubicBezTo>
                  <a:cubicBezTo>
                    <a:pt x="89" y="68"/>
                    <a:pt x="91" y="68"/>
                    <a:pt x="92" y="68"/>
                  </a:cubicBezTo>
                  <a:cubicBezTo>
                    <a:pt x="94" y="69"/>
                    <a:pt x="96" y="67"/>
                    <a:pt x="99" y="68"/>
                  </a:cubicBezTo>
                  <a:cubicBezTo>
                    <a:pt x="104" y="70"/>
                    <a:pt x="120" y="68"/>
                    <a:pt x="124" y="67"/>
                  </a:cubicBezTo>
                  <a:cubicBezTo>
                    <a:pt x="125" y="67"/>
                    <a:pt x="126" y="68"/>
                    <a:pt x="127" y="68"/>
                  </a:cubicBezTo>
                  <a:cubicBezTo>
                    <a:pt x="129" y="67"/>
                    <a:pt x="130" y="67"/>
                    <a:pt x="133" y="67"/>
                  </a:cubicBezTo>
                  <a:cubicBezTo>
                    <a:pt x="133" y="67"/>
                    <a:pt x="133" y="67"/>
                    <a:pt x="133" y="67"/>
                  </a:cubicBezTo>
                  <a:cubicBezTo>
                    <a:pt x="135" y="66"/>
                    <a:pt x="141" y="66"/>
                    <a:pt x="144" y="65"/>
                  </a:cubicBezTo>
                  <a:cubicBezTo>
                    <a:pt x="148" y="64"/>
                    <a:pt x="149" y="67"/>
                    <a:pt x="151" y="63"/>
                  </a:cubicBezTo>
                  <a:cubicBezTo>
                    <a:pt x="151" y="63"/>
                    <a:pt x="151" y="63"/>
                    <a:pt x="151" y="63"/>
                  </a:cubicBezTo>
                  <a:cubicBezTo>
                    <a:pt x="150" y="62"/>
                    <a:pt x="150" y="62"/>
                    <a:pt x="149" y="61"/>
                  </a:cubicBezTo>
                  <a:cubicBezTo>
                    <a:pt x="148" y="61"/>
                    <a:pt x="148" y="61"/>
                    <a:pt x="147" y="61"/>
                  </a:cubicBezTo>
                  <a:cubicBezTo>
                    <a:pt x="146" y="61"/>
                    <a:pt x="146" y="58"/>
                    <a:pt x="145" y="58"/>
                  </a:cubicBezTo>
                  <a:cubicBezTo>
                    <a:pt x="140" y="55"/>
                    <a:pt x="132" y="56"/>
                    <a:pt x="129" y="57"/>
                  </a:cubicBezTo>
                  <a:cubicBezTo>
                    <a:pt x="129" y="58"/>
                    <a:pt x="126" y="56"/>
                    <a:pt x="125" y="57"/>
                  </a:cubicBezTo>
                  <a:cubicBezTo>
                    <a:pt x="123" y="57"/>
                    <a:pt x="124" y="56"/>
                    <a:pt x="122" y="56"/>
                  </a:cubicBezTo>
                  <a:cubicBezTo>
                    <a:pt x="121" y="55"/>
                    <a:pt x="111" y="57"/>
                    <a:pt x="110" y="57"/>
                  </a:cubicBezTo>
                  <a:cubicBezTo>
                    <a:pt x="110" y="57"/>
                    <a:pt x="96" y="56"/>
                    <a:pt x="96" y="56"/>
                  </a:cubicBezTo>
                  <a:cubicBezTo>
                    <a:pt x="95" y="56"/>
                    <a:pt x="95" y="56"/>
                    <a:pt x="94" y="56"/>
                  </a:cubicBezTo>
                  <a:cubicBezTo>
                    <a:pt x="93" y="55"/>
                    <a:pt x="92" y="54"/>
                    <a:pt x="90" y="54"/>
                  </a:cubicBezTo>
                  <a:cubicBezTo>
                    <a:pt x="90" y="53"/>
                    <a:pt x="90" y="53"/>
                    <a:pt x="90" y="53"/>
                  </a:cubicBezTo>
                  <a:cubicBezTo>
                    <a:pt x="90" y="50"/>
                    <a:pt x="99" y="43"/>
                    <a:pt x="102" y="43"/>
                  </a:cubicBezTo>
                  <a:cubicBezTo>
                    <a:pt x="105" y="42"/>
                    <a:pt x="108" y="41"/>
                    <a:pt x="108" y="38"/>
                  </a:cubicBezTo>
                  <a:cubicBezTo>
                    <a:pt x="109" y="38"/>
                    <a:pt x="111" y="37"/>
                    <a:pt x="112" y="37"/>
                  </a:cubicBezTo>
                  <a:cubicBezTo>
                    <a:pt x="113" y="36"/>
                    <a:pt x="113" y="34"/>
                    <a:pt x="113" y="33"/>
                  </a:cubicBezTo>
                  <a:cubicBezTo>
                    <a:pt x="119" y="24"/>
                    <a:pt x="103" y="13"/>
                    <a:pt x="97" y="9"/>
                  </a:cubicBezTo>
                  <a:cubicBezTo>
                    <a:pt x="97" y="9"/>
                    <a:pt x="92" y="8"/>
                    <a:pt x="91" y="8"/>
                  </a:cubicBezTo>
                  <a:cubicBezTo>
                    <a:pt x="91" y="9"/>
                    <a:pt x="90" y="8"/>
                    <a:pt x="90" y="8"/>
                  </a:cubicBezTo>
                  <a:cubicBezTo>
                    <a:pt x="89" y="7"/>
                    <a:pt x="80" y="6"/>
                    <a:pt x="80" y="5"/>
                  </a:cubicBezTo>
                  <a:cubicBezTo>
                    <a:pt x="78" y="4"/>
                    <a:pt x="79" y="3"/>
                    <a:pt x="78" y="3"/>
                  </a:cubicBezTo>
                  <a:cubicBezTo>
                    <a:pt x="77" y="3"/>
                    <a:pt x="76" y="3"/>
                    <a:pt x="75" y="3"/>
                  </a:cubicBezTo>
                  <a:cubicBezTo>
                    <a:pt x="74" y="2"/>
                    <a:pt x="73" y="1"/>
                    <a:pt x="71" y="0"/>
                  </a:cubicBezTo>
                  <a:cubicBezTo>
                    <a:pt x="71" y="0"/>
                    <a:pt x="70" y="0"/>
                    <a:pt x="70" y="0"/>
                  </a:cubicBezTo>
                  <a:cubicBezTo>
                    <a:pt x="70" y="0"/>
                    <a:pt x="69" y="1"/>
                    <a:pt x="69" y="1"/>
                  </a:cubicBezTo>
                  <a:cubicBezTo>
                    <a:pt x="68" y="1"/>
                    <a:pt x="68" y="1"/>
                    <a:pt x="67" y="0"/>
                  </a:cubicBezTo>
                  <a:cubicBezTo>
                    <a:pt x="67" y="1"/>
                    <a:pt x="62" y="1"/>
                    <a:pt x="60" y="1"/>
                  </a:cubicBezTo>
                  <a:cubicBezTo>
                    <a:pt x="59" y="2"/>
                    <a:pt x="58" y="4"/>
                    <a:pt x="56" y="5"/>
                  </a:cubicBezTo>
                  <a:cubicBezTo>
                    <a:pt x="56" y="7"/>
                    <a:pt x="56" y="10"/>
                    <a:pt x="58" y="10"/>
                  </a:cubicBezTo>
                  <a:cubicBezTo>
                    <a:pt x="57" y="12"/>
                    <a:pt x="57" y="13"/>
                    <a:pt x="56" y="14"/>
                  </a:cubicBezTo>
                  <a:cubicBezTo>
                    <a:pt x="56" y="15"/>
                    <a:pt x="51" y="17"/>
                    <a:pt x="50" y="19"/>
                  </a:cubicBezTo>
                  <a:cubicBezTo>
                    <a:pt x="50" y="19"/>
                    <a:pt x="50" y="19"/>
                    <a:pt x="50" y="19"/>
                  </a:cubicBezTo>
                  <a:cubicBezTo>
                    <a:pt x="49" y="20"/>
                    <a:pt x="48" y="19"/>
                    <a:pt x="47" y="20"/>
                  </a:cubicBezTo>
                  <a:cubicBezTo>
                    <a:pt x="47" y="20"/>
                    <a:pt x="47" y="21"/>
                    <a:pt x="47" y="21"/>
                  </a:cubicBezTo>
                  <a:cubicBezTo>
                    <a:pt x="46" y="21"/>
                    <a:pt x="44" y="21"/>
                    <a:pt x="43" y="22"/>
                  </a:cubicBezTo>
                  <a:cubicBezTo>
                    <a:pt x="43" y="23"/>
                    <a:pt x="42" y="24"/>
                    <a:pt x="41" y="24"/>
                  </a:cubicBezTo>
                  <a:cubicBezTo>
                    <a:pt x="41" y="25"/>
                    <a:pt x="37" y="25"/>
                    <a:pt x="36" y="26"/>
                  </a:cubicBezTo>
                  <a:cubicBezTo>
                    <a:pt x="36" y="27"/>
                    <a:pt x="36" y="27"/>
                    <a:pt x="36" y="28"/>
                  </a:cubicBezTo>
                  <a:cubicBezTo>
                    <a:pt x="35" y="28"/>
                    <a:pt x="30" y="30"/>
                    <a:pt x="30" y="31"/>
                  </a:cubicBezTo>
                  <a:cubicBezTo>
                    <a:pt x="29" y="32"/>
                    <a:pt x="28" y="34"/>
                    <a:pt x="27" y="34"/>
                  </a:cubicBezTo>
                  <a:cubicBezTo>
                    <a:pt x="24" y="36"/>
                    <a:pt x="22" y="37"/>
                    <a:pt x="19" y="38"/>
                  </a:cubicBezTo>
                  <a:cubicBezTo>
                    <a:pt x="17" y="38"/>
                    <a:pt x="17" y="38"/>
                    <a:pt x="17" y="37"/>
                  </a:cubicBezTo>
                  <a:cubicBezTo>
                    <a:pt x="16" y="38"/>
                    <a:pt x="9" y="42"/>
                    <a:pt x="9" y="43"/>
                  </a:cubicBezTo>
                  <a:cubicBezTo>
                    <a:pt x="6" y="43"/>
                    <a:pt x="3" y="44"/>
                    <a:pt x="1" y="46"/>
                  </a:cubicBezTo>
                  <a:cubicBezTo>
                    <a:pt x="0" y="46"/>
                    <a:pt x="0" y="46"/>
                    <a:pt x="0" y="46"/>
                  </a:cubicBezTo>
                  <a:cubicBezTo>
                    <a:pt x="0" y="46"/>
                    <a:pt x="0" y="47"/>
                    <a:pt x="0" y="47"/>
                  </a:cubicBezTo>
                  <a:cubicBezTo>
                    <a:pt x="2" y="47"/>
                    <a:pt x="2" y="47"/>
                    <a:pt x="3" y="47"/>
                  </a:cubicBezTo>
                  <a:cubicBezTo>
                    <a:pt x="4" y="48"/>
                    <a:pt x="4" y="49"/>
                    <a:pt x="4" y="49"/>
                  </a:cubicBezTo>
                  <a:cubicBezTo>
                    <a:pt x="4" y="50"/>
                    <a:pt x="8" y="51"/>
                    <a:pt x="9" y="51"/>
                  </a:cubicBezTo>
                  <a:cubicBezTo>
                    <a:pt x="10" y="51"/>
                    <a:pt x="10" y="51"/>
                    <a:pt x="10" y="52"/>
                  </a:cubicBezTo>
                  <a:cubicBezTo>
                    <a:pt x="12" y="51"/>
                    <a:pt x="13" y="50"/>
                    <a:pt x="14" y="50"/>
                  </a:cubicBezTo>
                  <a:cubicBezTo>
                    <a:pt x="14" y="50"/>
                    <a:pt x="15" y="50"/>
                    <a:pt x="15" y="50"/>
                  </a:cubicBezTo>
                  <a:cubicBezTo>
                    <a:pt x="15" y="51"/>
                    <a:pt x="15" y="50"/>
                    <a:pt x="15" y="51"/>
                  </a:cubicBezTo>
                  <a:cubicBezTo>
                    <a:pt x="15" y="56"/>
                    <a:pt x="14" y="62"/>
                    <a:pt x="13" y="64"/>
                  </a:cubicBezTo>
                  <a:cubicBezTo>
                    <a:pt x="13" y="67"/>
                    <a:pt x="13" y="69"/>
                    <a:pt x="13" y="72"/>
                  </a:cubicBezTo>
                  <a:cubicBezTo>
                    <a:pt x="12" y="75"/>
                    <a:pt x="14" y="76"/>
                    <a:pt x="14" y="78"/>
                  </a:cubicBezTo>
                  <a:cubicBezTo>
                    <a:pt x="15" y="80"/>
                    <a:pt x="14" y="84"/>
                    <a:pt x="15" y="86"/>
                  </a:cubicBezTo>
                  <a:cubicBezTo>
                    <a:pt x="15" y="86"/>
                    <a:pt x="15" y="87"/>
                    <a:pt x="15" y="87"/>
                  </a:cubicBezTo>
                  <a:cubicBezTo>
                    <a:pt x="15" y="87"/>
                    <a:pt x="13" y="96"/>
                    <a:pt x="13" y="97"/>
                  </a:cubicBezTo>
                  <a:cubicBezTo>
                    <a:pt x="14" y="98"/>
                    <a:pt x="14" y="99"/>
                    <a:pt x="15" y="99"/>
                  </a:cubicBezTo>
                  <a:cubicBezTo>
                    <a:pt x="15" y="100"/>
                    <a:pt x="14" y="103"/>
                    <a:pt x="14" y="104"/>
                  </a:cubicBezTo>
                  <a:cubicBezTo>
                    <a:pt x="14" y="104"/>
                    <a:pt x="15" y="105"/>
                    <a:pt x="15" y="106"/>
                  </a:cubicBezTo>
                  <a:cubicBezTo>
                    <a:pt x="15" y="106"/>
                    <a:pt x="14" y="110"/>
                    <a:pt x="14" y="111"/>
                  </a:cubicBezTo>
                  <a:cubicBezTo>
                    <a:pt x="14" y="111"/>
                    <a:pt x="15" y="111"/>
                    <a:pt x="15" y="112"/>
                  </a:cubicBezTo>
                  <a:cubicBezTo>
                    <a:pt x="16" y="112"/>
                    <a:pt x="14" y="115"/>
                    <a:pt x="15" y="117"/>
                  </a:cubicBezTo>
                  <a:cubicBezTo>
                    <a:pt x="16" y="120"/>
                    <a:pt x="16" y="127"/>
                    <a:pt x="14" y="130"/>
                  </a:cubicBezTo>
                  <a:cubicBezTo>
                    <a:pt x="14" y="131"/>
                    <a:pt x="15" y="133"/>
                    <a:pt x="15" y="134"/>
                  </a:cubicBezTo>
                  <a:cubicBezTo>
                    <a:pt x="14" y="134"/>
                    <a:pt x="13" y="135"/>
                    <a:pt x="14" y="136"/>
                  </a:cubicBezTo>
                  <a:cubicBezTo>
                    <a:pt x="14" y="138"/>
                    <a:pt x="13" y="138"/>
                    <a:pt x="13" y="139"/>
                  </a:cubicBezTo>
                  <a:cubicBezTo>
                    <a:pt x="14" y="143"/>
                    <a:pt x="13" y="147"/>
                    <a:pt x="12" y="149"/>
                  </a:cubicBezTo>
                  <a:cubicBezTo>
                    <a:pt x="13" y="153"/>
                    <a:pt x="12" y="157"/>
                    <a:pt x="12" y="159"/>
                  </a:cubicBezTo>
                  <a:cubicBezTo>
                    <a:pt x="12" y="161"/>
                    <a:pt x="13" y="164"/>
                    <a:pt x="11" y="165"/>
                  </a:cubicBezTo>
                  <a:cubicBezTo>
                    <a:pt x="11" y="168"/>
                    <a:pt x="13" y="172"/>
                    <a:pt x="10" y="174"/>
                  </a:cubicBezTo>
                  <a:cubicBezTo>
                    <a:pt x="12" y="177"/>
                    <a:pt x="11" y="180"/>
                    <a:pt x="10" y="183"/>
                  </a:cubicBezTo>
                  <a:cubicBezTo>
                    <a:pt x="10" y="183"/>
                    <a:pt x="10" y="183"/>
                    <a:pt x="10" y="184"/>
                  </a:cubicBezTo>
                  <a:cubicBezTo>
                    <a:pt x="11" y="184"/>
                    <a:pt x="11" y="185"/>
                    <a:pt x="11" y="186"/>
                  </a:cubicBezTo>
                  <a:cubicBezTo>
                    <a:pt x="11" y="188"/>
                    <a:pt x="10" y="189"/>
                    <a:pt x="10" y="191"/>
                  </a:cubicBezTo>
                  <a:cubicBezTo>
                    <a:pt x="10" y="192"/>
                    <a:pt x="9" y="194"/>
                    <a:pt x="10" y="196"/>
                  </a:cubicBezTo>
                  <a:cubicBezTo>
                    <a:pt x="11" y="200"/>
                    <a:pt x="12" y="206"/>
                    <a:pt x="13" y="211"/>
                  </a:cubicBezTo>
                  <a:cubicBezTo>
                    <a:pt x="14" y="211"/>
                    <a:pt x="14" y="211"/>
                    <a:pt x="14" y="211"/>
                  </a:cubicBezTo>
                  <a:cubicBezTo>
                    <a:pt x="16" y="210"/>
                    <a:pt x="15" y="210"/>
                    <a:pt x="16" y="208"/>
                  </a:cubicBezTo>
                  <a:cubicBezTo>
                    <a:pt x="16" y="207"/>
                    <a:pt x="18" y="206"/>
                    <a:pt x="18" y="205"/>
                  </a:cubicBezTo>
                  <a:cubicBezTo>
                    <a:pt x="19" y="204"/>
                    <a:pt x="19" y="203"/>
                    <a:pt x="19" y="202"/>
                  </a:cubicBezTo>
                  <a:cubicBezTo>
                    <a:pt x="21" y="200"/>
                    <a:pt x="25" y="198"/>
                    <a:pt x="27" y="196"/>
                  </a:cubicBezTo>
                  <a:cubicBezTo>
                    <a:pt x="29" y="196"/>
                    <a:pt x="33" y="196"/>
                    <a:pt x="34" y="194"/>
                  </a:cubicBezTo>
                  <a:cubicBezTo>
                    <a:pt x="36" y="194"/>
                    <a:pt x="36" y="195"/>
                    <a:pt x="37" y="195"/>
                  </a:cubicBezTo>
                  <a:cubicBezTo>
                    <a:pt x="39" y="195"/>
                    <a:pt x="39" y="194"/>
                    <a:pt x="40" y="193"/>
                  </a:cubicBezTo>
                  <a:cubicBezTo>
                    <a:pt x="43" y="192"/>
                    <a:pt x="46" y="193"/>
                    <a:pt x="48" y="191"/>
                  </a:cubicBezTo>
                  <a:cubicBezTo>
                    <a:pt x="51" y="190"/>
                    <a:pt x="51" y="193"/>
                    <a:pt x="53" y="193"/>
                  </a:cubicBezTo>
                  <a:cubicBezTo>
                    <a:pt x="54" y="192"/>
                    <a:pt x="55" y="192"/>
                    <a:pt x="55" y="191"/>
                  </a:cubicBezTo>
                  <a:cubicBezTo>
                    <a:pt x="55" y="191"/>
                    <a:pt x="56" y="191"/>
                    <a:pt x="56" y="191"/>
                  </a:cubicBezTo>
                  <a:cubicBezTo>
                    <a:pt x="56" y="192"/>
                    <a:pt x="56" y="192"/>
                    <a:pt x="56" y="192"/>
                  </a:cubicBezTo>
                  <a:cubicBezTo>
                    <a:pt x="58" y="191"/>
                    <a:pt x="64" y="190"/>
                    <a:pt x="66" y="191"/>
                  </a:cubicBezTo>
                  <a:cubicBezTo>
                    <a:pt x="66" y="191"/>
                    <a:pt x="67" y="191"/>
                    <a:pt x="67" y="191"/>
                  </a:cubicBezTo>
                  <a:cubicBezTo>
                    <a:pt x="67" y="191"/>
                    <a:pt x="67" y="191"/>
                    <a:pt x="67" y="191"/>
                  </a:cubicBezTo>
                  <a:cubicBezTo>
                    <a:pt x="68" y="191"/>
                    <a:pt x="68" y="191"/>
                    <a:pt x="68" y="191"/>
                  </a:cubicBezTo>
                  <a:cubicBezTo>
                    <a:pt x="70" y="191"/>
                    <a:pt x="71" y="191"/>
                    <a:pt x="72" y="192"/>
                  </a:cubicBezTo>
                  <a:cubicBezTo>
                    <a:pt x="73" y="191"/>
                    <a:pt x="79" y="192"/>
                    <a:pt x="79" y="192"/>
                  </a:cubicBezTo>
                  <a:cubicBezTo>
                    <a:pt x="81" y="192"/>
                    <a:pt x="90" y="192"/>
                    <a:pt x="91" y="191"/>
                  </a:cubicBezTo>
                  <a:cubicBezTo>
                    <a:pt x="93" y="191"/>
                    <a:pt x="94" y="194"/>
                    <a:pt x="97" y="193"/>
                  </a:cubicBezTo>
                  <a:cubicBezTo>
                    <a:pt x="100" y="192"/>
                    <a:pt x="108" y="195"/>
                    <a:pt x="111" y="196"/>
                  </a:cubicBezTo>
                  <a:cubicBezTo>
                    <a:pt x="112" y="196"/>
                    <a:pt x="113" y="195"/>
                    <a:pt x="114" y="195"/>
                  </a:cubicBezTo>
                  <a:cubicBezTo>
                    <a:pt x="116" y="196"/>
                    <a:pt x="117" y="197"/>
                    <a:pt x="119" y="196"/>
                  </a:cubicBezTo>
                  <a:cubicBezTo>
                    <a:pt x="122" y="195"/>
                    <a:pt x="128" y="200"/>
                    <a:pt x="130" y="200"/>
                  </a:cubicBezTo>
                  <a:cubicBezTo>
                    <a:pt x="132" y="199"/>
                    <a:pt x="142" y="200"/>
                    <a:pt x="144" y="202"/>
                  </a:cubicBezTo>
                  <a:cubicBezTo>
                    <a:pt x="145" y="202"/>
                    <a:pt x="146" y="202"/>
                    <a:pt x="147" y="202"/>
                  </a:cubicBezTo>
                  <a:cubicBezTo>
                    <a:pt x="149" y="202"/>
                    <a:pt x="152" y="204"/>
                    <a:pt x="155" y="203"/>
                  </a:cubicBezTo>
                  <a:cubicBezTo>
                    <a:pt x="160" y="201"/>
                    <a:pt x="161" y="200"/>
                    <a:pt x="166" y="197"/>
                  </a:cubicBezTo>
                  <a:cubicBezTo>
                    <a:pt x="171" y="193"/>
                    <a:pt x="166" y="176"/>
                    <a:pt x="167" y="171"/>
                  </a:cubicBezTo>
                  <a:close/>
                  <a:moveTo>
                    <a:pt x="70" y="155"/>
                  </a:moveTo>
                  <a:cubicBezTo>
                    <a:pt x="70" y="157"/>
                    <a:pt x="70" y="159"/>
                    <a:pt x="70" y="161"/>
                  </a:cubicBezTo>
                  <a:cubicBezTo>
                    <a:pt x="70" y="162"/>
                    <a:pt x="69" y="167"/>
                    <a:pt x="69" y="168"/>
                  </a:cubicBezTo>
                  <a:cubicBezTo>
                    <a:pt x="64" y="172"/>
                    <a:pt x="49" y="171"/>
                    <a:pt x="42" y="171"/>
                  </a:cubicBezTo>
                  <a:cubicBezTo>
                    <a:pt x="38" y="172"/>
                    <a:pt x="36" y="173"/>
                    <a:pt x="32" y="172"/>
                  </a:cubicBezTo>
                  <a:cubicBezTo>
                    <a:pt x="32" y="172"/>
                    <a:pt x="32" y="172"/>
                    <a:pt x="32" y="172"/>
                  </a:cubicBezTo>
                  <a:cubicBezTo>
                    <a:pt x="30" y="171"/>
                    <a:pt x="30" y="169"/>
                    <a:pt x="30" y="168"/>
                  </a:cubicBezTo>
                  <a:cubicBezTo>
                    <a:pt x="29" y="167"/>
                    <a:pt x="26" y="166"/>
                    <a:pt x="25" y="165"/>
                  </a:cubicBezTo>
                  <a:cubicBezTo>
                    <a:pt x="25" y="163"/>
                    <a:pt x="24" y="161"/>
                    <a:pt x="23" y="160"/>
                  </a:cubicBezTo>
                  <a:cubicBezTo>
                    <a:pt x="23" y="159"/>
                    <a:pt x="23" y="159"/>
                    <a:pt x="23" y="159"/>
                  </a:cubicBezTo>
                  <a:cubicBezTo>
                    <a:pt x="24" y="158"/>
                    <a:pt x="23" y="154"/>
                    <a:pt x="23" y="152"/>
                  </a:cubicBezTo>
                  <a:cubicBezTo>
                    <a:pt x="25" y="151"/>
                    <a:pt x="24" y="149"/>
                    <a:pt x="26" y="148"/>
                  </a:cubicBezTo>
                  <a:cubicBezTo>
                    <a:pt x="26" y="149"/>
                    <a:pt x="29" y="146"/>
                    <a:pt x="32" y="146"/>
                  </a:cubicBezTo>
                  <a:cubicBezTo>
                    <a:pt x="34" y="146"/>
                    <a:pt x="35" y="143"/>
                    <a:pt x="37" y="143"/>
                  </a:cubicBezTo>
                  <a:cubicBezTo>
                    <a:pt x="40" y="142"/>
                    <a:pt x="42" y="143"/>
                    <a:pt x="45" y="143"/>
                  </a:cubicBezTo>
                  <a:cubicBezTo>
                    <a:pt x="47" y="142"/>
                    <a:pt x="50" y="142"/>
                    <a:pt x="51" y="142"/>
                  </a:cubicBezTo>
                  <a:cubicBezTo>
                    <a:pt x="56" y="141"/>
                    <a:pt x="65" y="144"/>
                    <a:pt x="67" y="141"/>
                  </a:cubicBezTo>
                  <a:cubicBezTo>
                    <a:pt x="68" y="141"/>
                    <a:pt x="68" y="141"/>
                    <a:pt x="69" y="141"/>
                  </a:cubicBezTo>
                  <a:cubicBezTo>
                    <a:pt x="70" y="144"/>
                    <a:pt x="70" y="146"/>
                    <a:pt x="71" y="149"/>
                  </a:cubicBezTo>
                  <a:cubicBezTo>
                    <a:pt x="72" y="152"/>
                    <a:pt x="69" y="153"/>
                    <a:pt x="70" y="155"/>
                  </a:cubicBezTo>
                  <a:close/>
                  <a:moveTo>
                    <a:pt x="70" y="124"/>
                  </a:moveTo>
                  <a:cubicBezTo>
                    <a:pt x="70" y="123"/>
                    <a:pt x="70" y="123"/>
                    <a:pt x="70" y="123"/>
                  </a:cubicBezTo>
                  <a:cubicBezTo>
                    <a:pt x="70" y="123"/>
                    <a:pt x="70" y="124"/>
                    <a:pt x="70" y="124"/>
                  </a:cubicBezTo>
                  <a:cubicBezTo>
                    <a:pt x="70" y="124"/>
                    <a:pt x="62" y="127"/>
                    <a:pt x="62" y="127"/>
                  </a:cubicBezTo>
                  <a:cubicBezTo>
                    <a:pt x="62" y="127"/>
                    <a:pt x="55" y="128"/>
                    <a:pt x="54" y="129"/>
                  </a:cubicBezTo>
                  <a:cubicBezTo>
                    <a:pt x="54" y="129"/>
                    <a:pt x="53" y="129"/>
                    <a:pt x="53" y="129"/>
                  </a:cubicBezTo>
                  <a:cubicBezTo>
                    <a:pt x="45" y="129"/>
                    <a:pt x="37" y="132"/>
                    <a:pt x="30" y="127"/>
                  </a:cubicBezTo>
                  <a:cubicBezTo>
                    <a:pt x="30" y="127"/>
                    <a:pt x="30" y="126"/>
                    <a:pt x="30" y="126"/>
                  </a:cubicBezTo>
                  <a:cubicBezTo>
                    <a:pt x="28" y="125"/>
                    <a:pt x="28" y="124"/>
                    <a:pt x="25" y="121"/>
                  </a:cubicBezTo>
                  <a:cubicBezTo>
                    <a:pt x="26" y="120"/>
                    <a:pt x="25" y="118"/>
                    <a:pt x="25" y="118"/>
                  </a:cubicBezTo>
                  <a:cubicBezTo>
                    <a:pt x="25" y="113"/>
                    <a:pt x="29" y="110"/>
                    <a:pt x="32" y="109"/>
                  </a:cubicBezTo>
                  <a:cubicBezTo>
                    <a:pt x="33" y="108"/>
                    <a:pt x="35" y="108"/>
                    <a:pt x="36" y="108"/>
                  </a:cubicBezTo>
                  <a:cubicBezTo>
                    <a:pt x="38" y="107"/>
                    <a:pt x="40" y="106"/>
                    <a:pt x="42" y="105"/>
                  </a:cubicBezTo>
                  <a:cubicBezTo>
                    <a:pt x="43" y="105"/>
                    <a:pt x="49" y="105"/>
                    <a:pt x="49" y="104"/>
                  </a:cubicBezTo>
                  <a:cubicBezTo>
                    <a:pt x="51" y="104"/>
                    <a:pt x="58" y="105"/>
                    <a:pt x="59" y="105"/>
                  </a:cubicBezTo>
                  <a:cubicBezTo>
                    <a:pt x="61" y="105"/>
                    <a:pt x="65" y="103"/>
                    <a:pt x="68" y="104"/>
                  </a:cubicBezTo>
                  <a:cubicBezTo>
                    <a:pt x="68" y="104"/>
                    <a:pt x="69" y="103"/>
                    <a:pt x="69" y="103"/>
                  </a:cubicBezTo>
                  <a:cubicBezTo>
                    <a:pt x="69" y="103"/>
                    <a:pt x="71" y="104"/>
                    <a:pt x="71" y="104"/>
                  </a:cubicBezTo>
                  <a:cubicBezTo>
                    <a:pt x="73" y="105"/>
                    <a:pt x="72" y="110"/>
                    <a:pt x="72" y="112"/>
                  </a:cubicBezTo>
                  <a:cubicBezTo>
                    <a:pt x="71" y="115"/>
                    <a:pt x="73" y="121"/>
                    <a:pt x="70" y="124"/>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5" name="Freeform 11"/>
            <p:cNvSpPr/>
            <p:nvPr/>
          </p:nvSpPr>
          <p:spPr bwMode="auto">
            <a:xfrm>
              <a:off x="614365" y="6160955"/>
              <a:ext cx="182383" cy="300394"/>
            </a:xfrm>
            <a:custGeom>
              <a:avLst/>
              <a:gdLst>
                <a:gd name="T0" fmla="*/ 103 w 136"/>
                <a:gd name="T1" fmla="*/ 7 h 223"/>
                <a:gd name="T2" fmla="*/ 106 w 136"/>
                <a:gd name="T3" fmla="*/ 25 h 223"/>
                <a:gd name="T4" fmla="*/ 103 w 136"/>
                <a:gd name="T5" fmla="*/ 38 h 223"/>
                <a:gd name="T6" fmla="*/ 94 w 136"/>
                <a:gd name="T7" fmla="*/ 60 h 223"/>
                <a:gd name="T8" fmla="*/ 105 w 136"/>
                <a:gd name="T9" fmla="*/ 71 h 223"/>
                <a:gd name="T10" fmla="*/ 116 w 136"/>
                <a:gd name="T11" fmla="*/ 53 h 223"/>
                <a:gd name="T12" fmla="*/ 119 w 136"/>
                <a:gd name="T13" fmla="*/ 38 h 223"/>
                <a:gd name="T14" fmla="*/ 124 w 136"/>
                <a:gd name="T15" fmla="*/ 9 h 223"/>
                <a:gd name="T16" fmla="*/ 135 w 136"/>
                <a:gd name="T17" fmla="*/ 25 h 223"/>
                <a:gd name="T18" fmla="*/ 128 w 136"/>
                <a:gd name="T19" fmla="*/ 42 h 223"/>
                <a:gd name="T20" fmla="*/ 124 w 136"/>
                <a:gd name="T21" fmla="*/ 63 h 223"/>
                <a:gd name="T22" fmla="*/ 96 w 136"/>
                <a:gd name="T23" fmla="*/ 85 h 223"/>
                <a:gd name="T24" fmla="*/ 92 w 136"/>
                <a:gd name="T25" fmla="*/ 129 h 223"/>
                <a:gd name="T26" fmla="*/ 86 w 136"/>
                <a:gd name="T27" fmla="*/ 160 h 223"/>
                <a:gd name="T28" fmla="*/ 79 w 136"/>
                <a:gd name="T29" fmla="*/ 176 h 223"/>
                <a:gd name="T30" fmla="*/ 69 w 136"/>
                <a:gd name="T31" fmla="*/ 162 h 223"/>
                <a:gd name="T32" fmla="*/ 61 w 136"/>
                <a:gd name="T33" fmla="*/ 174 h 223"/>
                <a:gd name="T34" fmla="*/ 52 w 136"/>
                <a:gd name="T35" fmla="*/ 223 h 223"/>
                <a:gd name="T36" fmla="*/ 45 w 136"/>
                <a:gd name="T37" fmla="*/ 211 h 223"/>
                <a:gd name="T38" fmla="*/ 46 w 136"/>
                <a:gd name="T39" fmla="*/ 152 h 223"/>
                <a:gd name="T40" fmla="*/ 27 w 136"/>
                <a:gd name="T41" fmla="*/ 153 h 223"/>
                <a:gd name="T42" fmla="*/ 2 w 136"/>
                <a:gd name="T43" fmla="*/ 149 h 223"/>
                <a:gd name="T44" fmla="*/ 2 w 136"/>
                <a:gd name="T45" fmla="*/ 126 h 223"/>
                <a:gd name="T46" fmla="*/ 7 w 136"/>
                <a:gd name="T47" fmla="*/ 95 h 223"/>
                <a:gd name="T48" fmla="*/ 11 w 136"/>
                <a:gd name="T49" fmla="*/ 68 h 223"/>
                <a:gd name="T50" fmla="*/ 15 w 136"/>
                <a:gd name="T51" fmla="*/ 50 h 223"/>
                <a:gd name="T52" fmla="*/ 30 w 136"/>
                <a:gd name="T53" fmla="*/ 65 h 223"/>
                <a:gd name="T54" fmla="*/ 28 w 136"/>
                <a:gd name="T55" fmla="*/ 74 h 223"/>
                <a:gd name="T56" fmla="*/ 29 w 136"/>
                <a:gd name="T57" fmla="*/ 100 h 223"/>
                <a:gd name="T58" fmla="*/ 47 w 136"/>
                <a:gd name="T59" fmla="*/ 90 h 223"/>
                <a:gd name="T60" fmla="*/ 49 w 136"/>
                <a:gd name="T61" fmla="*/ 64 h 223"/>
                <a:gd name="T62" fmla="*/ 50 w 136"/>
                <a:gd name="T63" fmla="*/ 31 h 223"/>
                <a:gd name="T64" fmla="*/ 66 w 136"/>
                <a:gd name="T65" fmla="*/ 4 h 223"/>
                <a:gd name="T66" fmla="*/ 69 w 136"/>
                <a:gd name="T67" fmla="*/ 34 h 223"/>
                <a:gd name="T68" fmla="*/ 65 w 136"/>
                <a:gd name="T69" fmla="*/ 55 h 223"/>
                <a:gd name="T70" fmla="*/ 65 w 136"/>
                <a:gd name="T71" fmla="*/ 97 h 223"/>
                <a:gd name="T72" fmla="*/ 69 w 136"/>
                <a:gd name="T73" fmla="*/ 126 h 223"/>
                <a:gd name="T74" fmla="*/ 62 w 136"/>
                <a:gd name="T75" fmla="*/ 139 h 223"/>
                <a:gd name="T76" fmla="*/ 74 w 136"/>
                <a:gd name="T77" fmla="*/ 153 h 223"/>
                <a:gd name="T78" fmla="*/ 82 w 136"/>
                <a:gd name="T79" fmla="*/ 139 h 223"/>
                <a:gd name="T80" fmla="*/ 85 w 136"/>
                <a:gd name="T81" fmla="*/ 97 h 223"/>
                <a:gd name="T82" fmla="*/ 75 w 136"/>
                <a:gd name="T83" fmla="*/ 85 h 223"/>
                <a:gd name="T84" fmla="*/ 66 w 136"/>
                <a:gd name="T85" fmla="*/ 91 h 223"/>
                <a:gd name="T86" fmla="*/ 69 w 136"/>
                <a:gd name="T87" fmla="*/ 81 h 223"/>
                <a:gd name="T88" fmla="*/ 87 w 136"/>
                <a:gd name="T89" fmla="*/ 54 h 223"/>
                <a:gd name="T90" fmla="*/ 91 w 136"/>
                <a:gd name="T91" fmla="*/ 1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23">
                  <a:moveTo>
                    <a:pt x="94" y="2"/>
                  </a:moveTo>
                  <a:cubicBezTo>
                    <a:pt x="96" y="3"/>
                    <a:pt x="100" y="3"/>
                    <a:pt x="101" y="4"/>
                  </a:cubicBezTo>
                  <a:cubicBezTo>
                    <a:pt x="102" y="5"/>
                    <a:pt x="102" y="6"/>
                    <a:pt x="103" y="7"/>
                  </a:cubicBezTo>
                  <a:cubicBezTo>
                    <a:pt x="104" y="9"/>
                    <a:pt x="106" y="12"/>
                    <a:pt x="106" y="13"/>
                  </a:cubicBezTo>
                  <a:cubicBezTo>
                    <a:pt x="107" y="15"/>
                    <a:pt x="106" y="19"/>
                    <a:pt x="106" y="20"/>
                  </a:cubicBezTo>
                  <a:cubicBezTo>
                    <a:pt x="106" y="22"/>
                    <a:pt x="106" y="23"/>
                    <a:pt x="106" y="25"/>
                  </a:cubicBezTo>
                  <a:cubicBezTo>
                    <a:pt x="105" y="27"/>
                    <a:pt x="105" y="29"/>
                    <a:pt x="104" y="31"/>
                  </a:cubicBezTo>
                  <a:cubicBezTo>
                    <a:pt x="104" y="33"/>
                    <a:pt x="104" y="35"/>
                    <a:pt x="104" y="36"/>
                  </a:cubicBezTo>
                  <a:cubicBezTo>
                    <a:pt x="103" y="37"/>
                    <a:pt x="103" y="37"/>
                    <a:pt x="103" y="38"/>
                  </a:cubicBezTo>
                  <a:cubicBezTo>
                    <a:pt x="102" y="39"/>
                    <a:pt x="103" y="41"/>
                    <a:pt x="103" y="42"/>
                  </a:cubicBezTo>
                  <a:cubicBezTo>
                    <a:pt x="103" y="43"/>
                    <a:pt x="103" y="44"/>
                    <a:pt x="103" y="46"/>
                  </a:cubicBezTo>
                  <a:cubicBezTo>
                    <a:pt x="100" y="51"/>
                    <a:pt x="96" y="54"/>
                    <a:pt x="94" y="60"/>
                  </a:cubicBezTo>
                  <a:cubicBezTo>
                    <a:pt x="94" y="62"/>
                    <a:pt x="96" y="72"/>
                    <a:pt x="96" y="73"/>
                  </a:cubicBezTo>
                  <a:cubicBezTo>
                    <a:pt x="99" y="73"/>
                    <a:pt x="100" y="73"/>
                    <a:pt x="102" y="72"/>
                  </a:cubicBezTo>
                  <a:cubicBezTo>
                    <a:pt x="103" y="72"/>
                    <a:pt x="104" y="72"/>
                    <a:pt x="105" y="71"/>
                  </a:cubicBezTo>
                  <a:cubicBezTo>
                    <a:pt x="110" y="70"/>
                    <a:pt x="110" y="66"/>
                    <a:pt x="112" y="60"/>
                  </a:cubicBezTo>
                  <a:cubicBezTo>
                    <a:pt x="112" y="58"/>
                    <a:pt x="115" y="56"/>
                    <a:pt x="116" y="54"/>
                  </a:cubicBezTo>
                  <a:cubicBezTo>
                    <a:pt x="116" y="54"/>
                    <a:pt x="116" y="53"/>
                    <a:pt x="116" y="53"/>
                  </a:cubicBezTo>
                  <a:cubicBezTo>
                    <a:pt x="116" y="53"/>
                    <a:pt x="118" y="48"/>
                    <a:pt x="117" y="47"/>
                  </a:cubicBezTo>
                  <a:cubicBezTo>
                    <a:pt x="118" y="47"/>
                    <a:pt x="119" y="47"/>
                    <a:pt x="119" y="45"/>
                  </a:cubicBezTo>
                  <a:cubicBezTo>
                    <a:pt x="119" y="43"/>
                    <a:pt x="119" y="41"/>
                    <a:pt x="119" y="38"/>
                  </a:cubicBezTo>
                  <a:cubicBezTo>
                    <a:pt x="118" y="35"/>
                    <a:pt x="120" y="23"/>
                    <a:pt x="122" y="19"/>
                  </a:cubicBezTo>
                  <a:cubicBezTo>
                    <a:pt x="122" y="18"/>
                    <a:pt x="122" y="18"/>
                    <a:pt x="121" y="19"/>
                  </a:cubicBezTo>
                  <a:cubicBezTo>
                    <a:pt x="119" y="13"/>
                    <a:pt x="118" y="11"/>
                    <a:pt x="124" y="9"/>
                  </a:cubicBezTo>
                  <a:cubicBezTo>
                    <a:pt x="126" y="9"/>
                    <a:pt x="126" y="8"/>
                    <a:pt x="128" y="9"/>
                  </a:cubicBezTo>
                  <a:cubicBezTo>
                    <a:pt x="132" y="11"/>
                    <a:pt x="134" y="17"/>
                    <a:pt x="135" y="22"/>
                  </a:cubicBezTo>
                  <a:cubicBezTo>
                    <a:pt x="135" y="23"/>
                    <a:pt x="135" y="24"/>
                    <a:pt x="135" y="25"/>
                  </a:cubicBezTo>
                  <a:cubicBezTo>
                    <a:pt x="135" y="26"/>
                    <a:pt x="136" y="27"/>
                    <a:pt x="136" y="29"/>
                  </a:cubicBezTo>
                  <a:cubicBezTo>
                    <a:pt x="135" y="29"/>
                    <a:pt x="135" y="29"/>
                    <a:pt x="134" y="30"/>
                  </a:cubicBezTo>
                  <a:cubicBezTo>
                    <a:pt x="135" y="35"/>
                    <a:pt x="130" y="39"/>
                    <a:pt x="128" y="42"/>
                  </a:cubicBezTo>
                  <a:cubicBezTo>
                    <a:pt x="128" y="44"/>
                    <a:pt x="127" y="46"/>
                    <a:pt x="127" y="48"/>
                  </a:cubicBezTo>
                  <a:cubicBezTo>
                    <a:pt x="127" y="48"/>
                    <a:pt x="126" y="49"/>
                    <a:pt x="126" y="50"/>
                  </a:cubicBezTo>
                  <a:cubicBezTo>
                    <a:pt x="128" y="53"/>
                    <a:pt x="126" y="59"/>
                    <a:pt x="124" y="63"/>
                  </a:cubicBezTo>
                  <a:cubicBezTo>
                    <a:pt x="123" y="66"/>
                    <a:pt x="124" y="69"/>
                    <a:pt x="123" y="74"/>
                  </a:cubicBezTo>
                  <a:cubicBezTo>
                    <a:pt x="122" y="78"/>
                    <a:pt x="117" y="84"/>
                    <a:pt x="114" y="85"/>
                  </a:cubicBezTo>
                  <a:cubicBezTo>
                    <a:pt x="109" y="88"/>
                    <a:pt x="100" y="78"/>
                    <a:pt x="96" y="85"/>
                  </a:cubicBezTo>
                  <a:cubicBezTo>
                    <a:pt x="95" y="86"/>
                    <a:pt x="95" y="89"/>
                    <a:pt x="94" y="91"/>
                  </a:cubicBezTo>
                  <a:cubicBezTo>
                    <a:pt x="94" y="98"/>
                    <a:pt x="94" y="106"/>
                    <a:pt x="94" y="113"/>
                  </a:cubicBezTo>
                  <a:cubicBezTo>
                    <a:pt x="94" y="119"/>
                    <a:pt x="93" y="124"/>
                    <a:pt x="92" y="129"/>
                  </a:cubicBezTo>
                  <a:cubicBezTo>
                    <a:pt x="92" y="130"/>
                    <a:pt x="92" y="142"/>
                    <a:pt x="92" y="142"/>
                  </a:cubicBezTo>
                  <a:cubicBezTo>
                    <a:pt x="92" y="143"/>
                    <a:pt x="89" y="153"/>
                    <a:pt x="90" y="154"/>
                  </a:cubicBezTo>
                  <a:cubicBezTo>
                    <a:pt x="88" y="155"/>
                    <a:pt x="87" y="158"/>
                    <a:pt x="86" y="160"/>
                  </a:cubicBezTo>
                  <a:cubicBezTo>
                    <a:pt x="86" y="162"/>
                    <a:pt x="86" y="164"/>
                    <a:pt x="86" y="166"/>
                  </a:cubicBezTo>
                  <a:cubicBezTo>
                    <a:pt x="84" y="168"/>
                    <a:pt x="84" y="170"/>
                    <a:pt x="83" y="172"/>
                  </a:cubicBezTo>
                  <a:cubicBezTo>
                    <a:pt x="83" y="173"/>
                    <a:pt x="80" y="175"/>
                    <a:pt x="79" y="176"/>
                  </a:cubicBezTo>
                  <a:cubicBezTo>
                    <a:pt x="78" y="177"/>
                    <a:pt x="72" y="173"/>
                    <a:pt x="71" y="171"/>
                  </a:cubicBezTo>
                  <a:cubicBezTo>
                    <a:pt x="71" y="170"/>
                    <a:pt x="69" y="168"/>
                    <a:pt x="69" y="166"/>
                  </a:cubicBezTo>
                  <a:cubicBezTo>
                    <a:pt x="68" y="165"/>
                    <a:pt x="68" y="163"/>
                    <a:pt x="69" y="162"/>
                  </a:cubicBezTo>
                  <a:cubicBezTo>
                    <a:pt x="67" y="158"/>
                    <a:pt x="65" y="149"/>
                    <a:pt x="61" y="149"/>
                  </a:cubicBezTo>
                  <a:cubicBezTo>
                    <a:pt x="61" y="156"/>
                    <a:pt x="61" y="162"/>
                    <a:pt x="60" y="169"/>
                  </a:cubicBezTo>
                  <a:cubicBezTo>
                    <a:pt x="61" y="171"/>
                    <a:pt x="61" y="172"/>
                    <a:pt x="61" y="174"/>
                  </a:cubicBezTo>
                  <a:cubicBezTo>
                    <a:pt x="60" y="177"/>
                    <a:pt x="59" y="180"/>
                    <a:pt x="58" y="183"/>
                  </a:cubicBezTo>
                  <a:cubicBezTo>
                    <a:pt x="58" y="188"/>
                    <a:pt x="58" y="194"/>
                    <a:pt x="58" y="199"/>
                  </a:cubicBezTo>
                  <a:cubicBezTo>
                    <a:pt x="58" y="209"/>
                    <a:pt x="61" y="222"/>
                    <a:pt x="52" y="223"/>
                  </a:cubicBezTo>
                  <a:cubicBezTo>
                    <a:pt x="51" y="221"/>
                    <a:pt x="48" y="222"/>
                    <a:pt x="47" y="220"/>
                  </a:cubicBezTo>
                  <a:cubicBezTo>
                    <a:pt x="47" y="218"/>
                    <a:pt x="47" y="217"/>
                    <a:pt x="47" y="215"/>
                  </a:cubicBezTo>
                  <a:cubicBezTo>
                    <a:pt x="46" y="213"/>
                    <a:pt x="45" y="212"/>
                    <a:pt x="45" y="211"/>
                  </a:cubicBezTo>
                  <a:cubicBezTo>
                    <a:pt x="43" y="207"/>
                    <a:pt x="45" y="202"/>
                    <a:pt x="44" y="198"/>
                  </a:cubicBezTo>
                  <a:cubicBezTo>
                    <a:pt x="43" y="190"/>
                    <a:pt x="43" y="178"/>
                    <a:pt x="44" y="170"/>
                  </a:cubicBezTo>
                  <a:cubicBezTo>
                    <a:pt x="46" y="163"/>
                    <a:pt x="43" y="156"/>
                    <a:pt x="46" y="152"/>
                  </a:cubicBezTo>
                  <a:cubicBezTo>
                    <a:pt x="45" y="150"/>
                    <a:pt x="44" y="148"/>
                    <a:pt x="41" y="148"/>
                  </a:cubicBezTo>
                  <a:cubicBezTo>
                    <a:pt x="39" y="148"/>
                    <a:pt x="37" y="150"/>
                    <a:pt x="36" y="150"/>
                  </a:cubicBezTo>
                  <a:cubicBezTo>
                    <a:pt x="33" y="151"/>
                    <a:pt x="29" y="151"/>
                    <a:pt x="27" y="153"/>
                  </a:cubicBezTo>
                  <a:cubicBezTo>
                    <a:pt x="26" y="157"/>
                    <a:pt x="10" y="158"/>
                    <a:pt x="6" y="155"/>
                  </a:cubicBezTo>
                  <a:cubicBezTo>
                    <a:pt x="5" y="154"/>
                    <a:pt x="5" y="153"/>
                    <a:pt x="5" y="151"/>
                  </a:cubicBezTo>
                  <a:cubicBezTo>
                    <a:pt x="4" y="151"/>
                    <a:pt x="3" y="150"/>
                    <a:pt x="2" y="149"/>
                  </a:cubicBezTo>
                  <a:cubicBezTo>
                    <a:pt x="1" y="146"/>
                    <a:pt x="2" y="142"/>
                    <a:pt x="1" y="139"/>
                  </a:cubicBezTo>
                  <a:cubicBezTo>
                    <a:pt x="1" y="136"/>
                    <a:pt x="0" y="134"/>
                    <a:pt x="0" y="132"/>
                  </a:cubicBezTo>
                  <a:cubicBezTo>
                    <a:pt x="1" y="130"/>
                    <a:pt x="2" y="127"/>
                    <a:pt x="2" y="126"/>
                  </a:cubicBezTo>
                  <a:cubicBezTo>
                    <a:pt x="2" y="125"/>
                    <a:pt x="2" y="116"/>
                    <a:pt x="2" y="115"/>
                  </a:cubicBezTo>
                  <a:cubicBezTo>
                    <a:pt x="3" y="111"/>
                    <a:pt x="5" y="107"/>
                    <a:pt x="7" y="105"/>
                  </a:cubicBezTo>
                  <a:cubicBezTo>
                    <a:pt x="7" y="102"/>
                    <a:pt x="7" y="98"/>
                    <a:pt x="7" y="95"/>
                  </a:cubicBezTo>
                  <a:cubicBezTo>
                    <a:pt x="8" y="94"/>
                    <a:pt x="9" y="93"/>
                    <a:pt x="10" y="92"/>
                  </a:cubicBezTo>
                  <a:cubicBezTo>
                    <a:pt x="11" y="89"/>
                    <a:pt x="10" y="86"/>
                    <a:pt x="11" y="84"/>
                  </a:cubicBezTo>
                  <a:cubicBezTo>
                    <a:pt x="12" y="82"/>
                    <a:pt x="10" y="71"/>
                    <a:pt x="11" y="68"/>
                  </a:cubicBezTo>
                  <a:cubicBezTo>
                    <a:pt x="11" y="66"/>
                    <a:pt x="11" y="64"/>
                    <a:pt x="10" y="62"/>
                  </a:cubicBezTo>
                  <a:cubicBezTo>
                    <a:pt x="11" y="61"/>
                    <a:pt x="14" y="51"/>
                    <a:pt x="14" y="50"/>
                  </a:cubicBezTo>
                  <a:cubicBezTo>
                    <a:pt x="15" y="50"/>
                    <a:pt x="15" y="50"/>
                    <a:pt x="15" y="50"/>
                  </a:cubicBezTo>
                  <a:cubicBezTo>
                    <a:pt x="17" y="47"/>
                    <a:pt x="23" y="32"/>
                    <a:pt x="30" y="38"/>
                  </a:cubicBezTo>
                  <a:cubicBezTo>
                    <a:pt x="37" y="45"/>
                    <a:pt x="27" y="48"/>
                    <a:pt x="29" y="53"/>
                  </a:cubicBezTo>
                  <a:cubicBezTo>
                    <a:pt x="30" y="57"/>
                    <a:pt x="31" y="60"/>
                    <a:pt x="30" y="65"/>
                  </a:cubicBezTo>
                  <a:cubicBezTo>
                    <a:pt x="30" y="66"/>
                    <a:pt x="30" y="66"/>
                    <a:pt x="30" y="66"/>
                  </a:cubicBezTo>
                  <a:cubicBezTo>
                    <a:pt x="30" y="68"/>
                    <a:pt x="29" y="69"/>
                    <a:pt x="28" y="70"/>
                  </a:cubicBezTo>
                  <a:cubicBezTo>
                    <a:pt x="28" y="71"/>
                    <a:pt x="28" y="73"/>
                    <a:pt x="28" y="74"/>
                  </a:cubicBezTo>
                  <a:cubicBezTo>
                    <a:pt x="27" y="80"/>
                    <a:pt x="28" y="80"/>
                    <a:pt x="25" y="84"/>
                  </a:cubicBezTo>
                  <a:cubicBezTo>
                    <a:pt x="25" y="86"/>
                    <a:pt x="26" y="87"/>
                    <a:pt x="27" y="88"/>
                  </a:cubicBezTo>
                  <a:cubicBezTo>
                    <a:pt x="27" y="90"/>
                    <a:pt x="28" y="98"/>
                    <a:pt x="29" y="100"/>
                  </a:cubicBezTo>
                  <a:cubicBezTo>
                    <a:pt x="31" y="100"/>
                    <a:pt x="34" y="99"/>
                    <a:pt x="35" y="98"/>
                  </a:cubicBezTo>
                  <a:cubicBezTo>
                    <a:pt x="36" y="98"/>
                    <a:pt x="37" y="98"/>
                    <a:pt x="38" y="98"/>
                  </a:cubicBezTo>
                  <a:cubicBezTo>
                    <a:pt x="40" y="95"/>
                    <a:pt x="45" y="93"/>
                    <a:pt x="47" y="90"/>
                  </a:cubicBezTo>
                  <a:cubicBezTo>
                    <a:pt x="48" y="89"/>
                    <a:pt x="51" y="87"/>
                    <a:pt x="49" y="86"/>
                  </a:cubicBezTo>
                  <a:cubicBezTo>
                    <a:pt x="50" y="85"/>
                    <a:pt x="51" y="84"/>
                    <a:pt x="52" y="82"/>
                  </a:cubicBezTo>
                  <a:cubicBezTo>
                    <a:pt x="53" y="76"/>
                    <a:pt x="50" y="69"/>
                    <a:pt x="49" y="64"/>
                  </a:cubicBezTo>
                  <a:cubicBezTo>
                    <a:pt x="49" y="64"/>
                    <a:pt x="49" y="55"/>
                    <a:pt x="49" y="54"/>
                  </a:cubicBezTo>
                  <a:cubicBezTo>
                    <a:pt x="48" y="51"/>
                    <a:pt x="51" y="44"/>
                    <a:pt x="51" y="41"/>
                  </a:cubicBezTo>
                  <a:cubicBezTo>
                    <a:pt x="52" y="37"/>
                    <a:pt x="50" y="34"/>
                    <a:pt x="50" y="31"/>
                  </a:cubicBezTo>
                  <a:cubicBezTo>
                    <a:pt x="50" y="29"/>
                    <a:pt x="52" y="28"/>
                    <a:pt x="50" y="26"/>
                  </a:cubicBezTo>
                  <a:cubicBezTo>
                    <a:pt x="50" y="25"/>
                    <a:pt x="52" y="18"/>
                    <a:pt x="52" y="18"/>
                  </a:cubicBezTo>
                  <a:cubicBezTo>
                    <a:pt x="54" y="13"/>
                    <a:pt x="58" y="0"/>
                    <a:pt x="66" y="4"/>
                  </a:cubicBezTo>
                  <a:cubicBezTo>
                    <a:pt x="68" y="5"/>
                    <a:pt x="69" y="7"/>
                    <a:pt x="70" y="10"/>
                  </a:cubicBezTo>
                  <a:cubicBezTo>
                    <a:pt x="71" y="11"/>
                    <a:pt x="72" y="13"/>
                    <a:pt x="72" y="14"/>
                  </a:cubicBezTo>
                  <a:cubicBezTo>
                    <a:pt x="74" y="21"/>
                    <a:pt x="69" y="27"/>
                    <a:pt x="69" y="34"/>
                  </a:cubicBezTo>
                  <a:cubicBezTo>
                    <a:pt x="69" y="36"/>
                    <a:pt x="68" y="40"/>
                    <a:pt x="67" y="43"/>
                  </a:cubicBezTo>
                  <a:cubicBezTo>
                    <a:pt x="66" y="45"/>
                    <a:pt x="67" y="50"/>
                    <a:pt x="66" y="53"/>
                  </a:cubicBezTo>
                  <a:cubicBezTo>
                    <a:pt x="66" y="54"/>
                    <a:pt x="65" y="55"/>
                    <a:pt x="65" y="55"/>
                  </a:cubicBezTo>
                  <a:cubicBezTo>
                    <a:pt x="64" y="60"/>
                    <a:pt x="64" y="64"/>
                    <a:pt x="64" y="68"/>
                  </a:cubicBezTo>
                  <a:cubicBezTo>
                    <a:pt x="63" y="70"/>
                    <a:pt x="63" y="71"/>
                    <a:pt x="62" y="73"/>
                  </a:cubicBezTo>
                  <a:cubicBezTo>
                    <a:pt x="60" y="80"/>
                    <a:pt x="63" y="94"/>
                    <a:pt x="65" y="97"/>
                  </a:cubicBezTo>
                  <a:cubicBezTo>
                    <a:pt x="68" y="97"/>
                    <a:pt x="68" y="102"/>
                    <a:pt x="69" y="105"/>
                  </a:cubicBezTo>
                  <a:cubicBezTo>
                    <a:pt x="71" y="109"/>
                    <a:pt x="75" y="116"/>
                    <a:pt x="72" y="121"/>
                  </a:cubicBezTo>
                  <a:cubicBezTo>
                    <a:pt x="71" y="123"/>
                    <a:pt x="70" y="124"/>
                    <a:pt x="69" y="126"/>
                  </a:cubicBezTo>
                  <a:cubicBezTo>
                    <a:pt x="69" y="128"/>
                    <a:pt x="69" y="129"/>
                    <a:pt x="69" y="131"/>
                  </a:cubicBezTo>
                  <a:cubicBezTo>
                    <a:pt x="68" y="132"/>
                    <a:pt x="67" y="133"/>
                    <a:pt x="67" y="135"/>
                  </a:cubicBezTo>
                  <a:cubicBezTo>
                    <a:pt x="66" y="137"/>
                    <a:pt x="63" y="138"/>
                    <a:pt x="62" y="139"/>
                  </a:cubicBezTo>
                  <a:cubicBezTo>
                    <a:pt x="61" y="143"/>
                    <a:pt x="68" y="149"/>
                    <a:pt x="70" y="151"/>
                  </a:cubicBezTo>
                  <a:cubicBezTo>
                    <a:pt x="71" y="151"/>
                    <a:pt x="72" y="151"/>
                    <a:pt x="72" y="151"/>
                  </a:cubicBezTo>
                  <a:cubicBezTo>
                    <a:pt x="72" y="152"/>
                    <a:pt x="73" y="153"/>
                    <a:pt x="74" y="153"/>
                  </a:cubicBezTo>
                  <a:cubicBezTo>
                    <a:pt x="74" y="153"/>
                    <a:pt x="74" y="153"/>
                    <a:pt x="74" y="153"/>
                  </a:cubicBezTo>
                  <a:cubicBezTo>
                    <a:pt x="75" y="154"/>
                    <a:pt x="76" y="156"/>
                    <a:pt x="78" y="155"/>
                  </a:cubicBezTo>
                  <a:cubicBezTo>
                    <a:pt x="78" y="150"/>
                    <a:pt x="81" y="144"/>
                    <a:pt x="82" y="139"/>
                  </a:cubicBezTo>
                  <a:cubicBezTo>
                    <a:pt x="83" y="135"/>
                    <a:pt x="83" y="121"/>
                    <a:pt x="83" y="114"/>
                  </a:cubicBezTo>
                  <a:cubicBezTo>
                    <a:pt x="82" y="111"/>
                    <a:pt x="84" y="107"/>
                    <a:pt x="85" y="105"/>
                  </a:cubicBezTo>
                  <a:cubicBezTo>
                    <a:pt x="85" y="102"/>
                    <a:pt x="85" y="100"/>
                    <a:pt x="85" y="97"/>
                  </a:cubicBezTo>
                  <a:cubicBezTo>
                    <a:pt x="86" y="96"/>
                    <a:pt x="86" y="94"/>
                    <a:pt x="86" y="93"/>
                  </a:cubicBezTo>
                  <a:cubicBezTo>
                    <a:pt x="87" y="90"/>
                    <a:pt x="85" y="86"/>
                    <a:pt x="85" y="84"/>
                  </a:cubicBezTo>
                  <a:cubicBezTo>
                    <a:pt x="82" y="83"/>
                    <a:pt x="77" y="83"/>
                    <a:pt x="75" y="85"/>
                  </a:cubicBezTo>
                  <a:cubicBezTo>
                    <a:pt x="73" y="86"/>
                    <a:pt x="74" y="87"/>
                    <a:pt x="72" y="88"/>
                  </a:cubicBezTo>
                  <a:cubicBezTo>
                    <a:pt x="70" y="89"/>
                    <a:pt x="70" y="87"/>
                    <a:pt x="69" y="89"/>
                  </a:cubicBezTo>
                  <a:cubicBezTo>
                    <a:pt x="69" y="90"/>
                    <a:pt x="67" y="91"/>
                    <a:pt x="66" y="91"/>
                  </a:cubicBezTo>
                  <a:cubicBezTo>
                    <a:pt x="65" y="91"/>
                    <a:pt x="64" y="91"/>
                    <a:pt x="64" y="90"/>
                  </a:cubicBezTo>
                  <a:cubicBezTo>
                    <a:pt x="63" y="88"/>
                    <a:pt x="64" y="87"/>
                    <a:pt x="64" y="85"/>
                  </a:cubicBezTo>
                  <a:cubicBezTo>
                    <a:pt x="66" y="85"/>
                    <a:pt x="67" y="83"/>
                    <a:pt x="69" y="81"/>
                  </a:cubicBezTo>
                  <a:cubicBezTo>
                    <a:pt x="70" y="81"/>
                    <a:pt x="71" y="81"/>
                    <a:pt x="71" y="81"/>
                  </a:cubicBezTo>
                  <a:cubicBezTo>
                    <a:pt x="76" y="80"/>
                    <a:pt x="82" y="80"/>
                    <a:pt x="85" y="76"/>
                  </a:cubicBezTo>
                  <a:cubicBezTo>
                    <a:pt x="84" y="72"/>
                    <a:pt x="86" y="59"/>
                    <a:pt x="87" y="54"/>
                  </a:cubicBezTo>
                  <a:cubicBezTo>
                    <a:pt x="87" y="52"/>
                    <a:pt x="87" y="49"/>
                    <a:pt x="87" y="47"/>
                  </a:cubicBezTo>
                  <a:cubicBezTo>
                    <a:pt x="88" y="40"/>
                    <a:pt x="86" y="30"/>
                    <a:pt x="87" y="24"/>
                  </a:cubicBezTo>
                  <a:cubicBezTo>
                    <a:pt x="87" y="20"/>
                    <a:pt x="90" y="16"/>
                    <a:pt x="91" y="12"/>
                  </a:cubicBezTo>
                  <a:cubicBezTo>
                    <a:pt x="89" y="10"/>
                    <a:pt x="89" y="8"/>
                    <a:pt x="89" y="4"/>
                  </a:cubicBezTo>
                  <a:cubicBezTo>
                    <a:pt x="90" y="3"/>
                    <a:pt x="93" y="3"/>
                    <a:pt x="94" y="2"/>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6" name="Freeform 12"/>
            <p:cNvSpPr/>
            <p:nvPr/>
          </p:nvSpPr>
          <p:spPr bwMode="auto">
            <a:xfrm>
              <a:off x="788842" y="6168860"/>
              <a:ext cx="158102" cy="103896"/>
            </a:xfrm>
            <a:custGeom>
              <a:avLst/>
              <a:gdLst>
                <a:gd name="T0" fmla="*/ 47 w 118"/>
                <a:gd name="T1" fmla="*/ 0 h 77"/>
                <a:gd name="T2" fmla="*/ 52 w 118"/>
                <a:gd name="T3" fmla="*/ 3 h 77"/>
                <a:gd name="T4" fmla="*/ 53 w 118"/>
                <a:gd name="T5" fmla="*/ 4 h 77"/>
                <a:gd name="T6" fmla="*/ 65 w 118"/>
                <a:gd name="T7" fmla="*/ 8 h 77"/>
                <a:gd name="T8" fmla="*/ 71 w 118"/>
                <a:gd name="T9" fmla="*/ 9 h 77"/>
                <a:gd name="T10" fmla="*/ 74 w 118"/>
                <a:gd name="T11" fmla="*/ 11 h 77"/>
                <a:gd name="T12" fmla="*/ 88 w 118"/>
                <a:gd name="T13" fmla="*/ 19 h 77"/>
                <a:gd name="T14" fmla="*/ 88 w 118"/>
                <a:gd name="T15" fmla="*/ 38 h 77"/>
                <a:gd name="T16" fmla="*/ 79 w 118"/>
                <a:gd name="T17" fmla="*/ 48 h 77"/>
                <a:gd name="T18" fmla="*/ 65 w 118"/>
                <a:gd name="T19" fmla="*/ 57 h 77"/>
                <a:gd name="T20" fmla="*/ 70 w 118"/>
                <a:gd name="T21" fmla="*/ 59 h 77"/>
                <a:gd name="T22" fmla="*/ 86 w 118"/>
                <a:gd name="T23" fmla="*/ 60 h 77"/>
                <a:gd name="T24" fmla="*/ 93 w 118"/>
                <a:gd name="T25" fmla="*/ 59 h 77"/>
                <a:gd name="T26" fmla="*/ 113 w 118"/>
                <a:gd name="T27" fmla="*/ 64 h 77"/>
                <a:gd name="T28" fmla="*/ 116 w 118"/>
                <a:gd name="T29" fmla="*/ 75 h 77"/>
                <a:gd name="T30" fmla="*/ 101 w 118"/>
                <a:gd name="T31" fmla="*/ 75 h 77"/>
                <a:gd name="T32" fmla="*/ 88 w 118"/>
                <a:gd name="T33" fmla="*/ 76 h 77"/>
                <a:gd name="T34" fmla="*/ 76 w 118"/>
                <a:gd name="T35" fmla="*/ 75 h 77"/>
                <a:gd name="T36" fmla="*/ 50 w 118"/>
                <a:gd name="T37" fmla="*/ 75 h 77"/>
                <a:gd name="T38" fmla="*/ 44 w 118"/>
                <a:gd name="T39" fmla="*/ 75 h 77"/>
                <a:gd name="T40" fmla="*/ 34 w 118"/>
                <a:gd name="T41" fmla="*/ 77 h 77"/>
                <a:gd name="T42" fmla="*/ 23 w 118"/>
                <a:gd name="T43" fmla="*/ 75 h 77"/>
                <a:gd name="T44" fmla="*/ 16 w 118"/>
                <a:gd name="T45" fmla="*/ 69 h 77"/>
                <a:gd name="T46" fmla="*/ 18 w 118"/>
                <a:gd name="T47" fmla="*/ 65 h 77"/>
                <a:gd name="T48" fmla="*/ 56 w 118"/>
                <a:gd name="T49" fmla="*/ 54 h 77"/>
                <a:gd name="T50" fmla="*/ 61 w 118"/>
                <a:gd name="T51" fmla="*/ 48 h 77"/>
                <a:gd name="T52" fmla="*/ 68 w 118"/>
                <a:gd name="T53" fmla="*/ 42 h 77"/>
                <a:gd name="T54" fmla="*/ 60 w 118"/>
                <a:gd name="T55" fmla="*/ 29 h 77"/>
                <a:gd name="T56" fmla="*/ 50 w 118"/>
                <a:gd name="T57" fmla="*/ 26 h 77"/>
                <a:gd name="T58" fmla="*/ 48 w 118"/>
                <a:gd name="T59" fmla="*/ 25 h 77"/>
                <a:gd name="T60" fmla="*/ 40 w 118"/>
                <a:gd name="T61" fmla="*/ 31 h 77"/>
                <a:gd name="T62" fmla="*/ 20 w 118"/>
                <a:gd name="T63" fmla="*/ 47 h 77"/>
                <a:gd name="T64" fmla="*/ 9 w 118"/>
                <a:gd name="T65" fmla="*/ 53 h 77"/>
                <a:gd name="T66" fmla="*/ 3 w 118"/>
                <a:gd name="T67" fmla="*/ 53 h 77"/>
                <a:gd name="T68" fmla="*/ 0 w 118"/>
                <a:gd name="T69" fmla="*/ 48 h 77"/>
                <a:gd name="T70" fmla="*/ 18 w 118"/>
                <a:gd name="T71" fmla="*/ 33 h 77"/>
                <a:gd name="T72" fmla="*/ 21 w 118"/>
                <a:gd name="T73" fmla="*/ 30 h 77"/>
                <a:gd name="T74" fmla="*/ 24 w 118"/>
                <a:gd name="T75" fmla="*/ 29 h 77"/>
                <a:gd name="T76" fmla="*/ 26 w 118"/>
                <a:gd name="T77" fmla="*/ 27 h 77"/>
                <a:gd name="T78" fmla="*/ 34 w 118"/>
                <a:gd name="T79" fmla="*/ 14 h 77"/>
                <a:gd name="T80" fmla="*/ 31 w 118"/>
                <a:gd name="T81"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77">
                  <a:moveTo>
                    <a:pt x="38" y="0"/>
                  </a:moveTo>
                  <a:cubicBezTo>
                    <a:pt x="42" y="1"/>
                    <a:pt x="44" y="0"/>
                    <a:pt x="47" y="0"/>
                  </a:cubicBezTo>
                  <a:cubicBezTo>
                    <a:pt x="49" y="1"/>
                    <a:pt x="50" y="2"/>
                    <a:pt x="51" y="3"/>
                  </a:cubicBezTo>
                  <a:cubicBezTo>
                    <a:pt x="52" y="3"/>
                    <a:pt x="52" y="3"/>
                    <a:pt x="52" y="3"/>
                  </a:cubicBezTo>
                  <a:cubicBezTo>
                    <a:pt x="53" y="3"/>
                    <a:pt x="52" y="4"/>
                    <a:pt x="53" y="4"/>
                  </a:cubicBezTo>
                  <a:cubicBezTo>
                    <a:pt x="53" y="4"/>
                    <a:pt x="53" y="4"/>
                    <a:pt x="53" y="4"/>
                  </a:cubicBezTo>
                  <a:cubicBezTo>
                    <a:pt x="55" y="4"/>
                    <a:pt x="61" y="6"/>
                    <a:pt x="62" y="6"/>
                  </a:cubicBezTo>
                  <a:cubicBezTo>
                    <a:pt x="63" y="6"/>
                    <a:pt x="64" y="8"/>
                    <a:pt x="65" y="8"/>
                  </a:cubicBezTo>
                  <a:cubicBezTo>
                    <a:pt x="66" y="8"/>
                    <a:pt x="70" y="9"/>
                    <a:pt x="70" y="9"/>
                  </a:cubicBezTo>
                  <a:cubicBezTo>
                    <a:pt x="70" y="9"/>
                    <a:pt x="70" y="9"/>
                    <a:pt x="71" y="9"/>
                  </a:cubicBezTo>
                  <a:cubicBezTo>
                    <a:pt x="71" y="9"/>
                    <a:pt x="72" y="10"/>
                    <a:pt x="72" y="11"/>
                  </a:cubicBezTo>
                  <a:cubicBezTo>
                    <a:pt x="73" y="11"/>
                    <a:pt x="73" y="10"/>
                    <a:pt x="74" y="11"/>
                  </a:cubicBezTo>
                  <a:cubicBezTo>
                    <a:pt x="75" y="12"/>
                    <a:pt x="76" y="13"/>
                    <a:pt x="78" y="14"/>
                  </a:cubicBezTo>
                  <a:cubicBezTo>
                    <a:pt x="80" y="15"/>
                    <a:pt x="86" y="16"/>
                    <a:pt x="88" y="19"/>
                  </a:cubicBezTo>
                  <a:cubicBezTo>
                    <a:pt x="89" y="21"/>
                    <a:pt x="88" y="30"/>
                    <a:pt x="88" y="31"/>
                  </a:cubicBezTo>
                  <a:cubicBezTo>
                    <a:pt x="88" y="33"/>
                    <a:pt x="88" y="36"/>
                    <a:pt x="88" y="38"/>
                  </a:cubicBezTo>
                  <a:cubicBezTo>
                    <a:pt x="87" y="40"/>
                    <a:pt x="86" y="43"/>
                    <a:pt x="84" y="44"/>
                  </a:cubicBezTo>
                  <a:cubicBezTo>
                    <a:pt x="82" y="46"/>
                    <a:pt x="80" y="45"/>
                    <a:pt x="79" y="48"/>
                  </a:cubicBezTo>
                  <a:cubicBezTo>
                    <a:pt x="77" y="48"/>
                    <a:pt x="65" y="53"/>
                    <a:pt x="65" y="57"/>
                  </a:cubicBezTo>
                  <a:cubicBezTo>
                    <a:pt x="65" y="57"/>
                    <a:pt x="65" y="57"/>
                    <a:pt x="65" y="57"/>
                  </a:cubicBezTo>
                  <a:cubicBezTo>
                    <a:pt x="65" y="58"/>
                    <a:pt x="65" y="58"/>
                    <a:pt x="66" y="59"/>
                  </a:cubicBezTo>
                  <a:cubicBezTo>
                    <a:pt x="66" y="59"/>
                    <a:pt x="70" y="59"/>
                    <a:pt x="70" y="59"/>
                  </a:cubicBezTo>
                  <a:cubicBezTo>
                    <a:pt x="72" y="60"/>
                    <a:pt x="81" y="57"/>
                    <a:pt x="85" y="59"/>
                  </a:cubicBezTo>
                  <a:cubicBezTo>
                    <a:pt x="85" y="59"/>
                    <a:pt x="86" y="59"/>
                    <a:pt x="86" y="60"/>
                  </a:cubicBezTo>
                  <a:cubicBezTo>
                    <a:pt x="92" y="59"/>
                    <a:pt x="92" y="59"/>
                    <a:pt x="92" y="59"/>
                  </a:cubicBezTo>
                  <a:cubicBezTo>
                    <a:pt x="92" y="59"/>
                    <a:pt x="92" y="59"/>
                    <a:pt x="93" y="59"/>
                  </a:cubicBezTo>
                  <a:cubicBezTo>
                    <a:pt x="94" y="61"/>
                    <a:pt x="100" y="62"/>
                    <a:pt x="102" y="60"/>
                  </a:cubicBezTo>
                  <a:cubicBezTo>
                    <a:pt x="105" y="61"/>
                    <a:pt x="110" y="61"/>
                    <a:pt x="113" y="64"/>
                  </a:cubicBezTo>
                  <a:cubicBezTo>
                    <a:pt x="114" y="65"/>
                    <a:pt x="116" y="69"/>
                    <a:pt x="118" y="71"/>
                  </a:cubicBezTo>
                  <a:cubicBezTo>
                    <a:pt x="117" y="72"/>
                    <a:pt x="116" y="74"/>
                    <a:pt x="116" y="75"/>
                  </a:cubicBezTo>
                  <a:cubicBezTo>
                    <a:pt x="114" y="76"/>
                    <a:pt x="108" y="76"/>
                    <a:pt x="106" y="75"/>
                  </a:cubicBezTo>
                  <a:cubicBezTo>
                    <a:pt x="104" y="75"/>
                    <a:pt x="103" y="75"/>
                    <a:pt x="101" y="75"/>
                  </a:cubicBezTo>
                  <a:cubicBezTo>
                    <a:pt x="101" y="75"/>
                    <a:pt x="100" y="74"/>
                    <a:pt x="99" y="75"/>
                  </a:cubicBezTo>
                  <a:cubicBezTo>
                    <a:pt x="97" y="76"/>
                    <a:pt x="90" y="76"/>
                    <a:pt x="88" y="76"/>
                  </a:cubicBezTo>
                  <a:cubicBezTo>
                    <a:pt x="87" y="76"/>
                    <a:pt x="83" y="75"/>
                    <a:pt x="82" y="76"/>
                  </a:cubicBezTo>
                  <a:cubicBezTo>
                    <a:pt x="81" y="76"/>
                    <a:pt x="78" y="74"/>
                    <a:pt x="76" y="75"/>
                  </a:cubicBezTo>
                  <a:cubicBezTo>
                    <a:pt x="74" y="75"/>
                    <a:pt x="65" y="74"/>
                    <a:pt x="61" y="75"/>
                  </a:cubicBezTo>
                  <a:cubicBezTo>
                    <a:pt x="60" y="75"/>
                    <a:pt x="53" y="74"/>
                    <a:pt x="50" y="75"/>
                  </a:cubicBezTo>
                  <a:cubicBezTo>
                    <a:pt x="49" y="75"/>
                    <a:pt x="48" y="75"/>
                    <a:pt x="47" y="76"/>
                  </a:cubicBezTo>
                  <a:cubicBezTo>
                    <a:pt x="46" y="75"/>
                    <a:pt x="45" y="75"/>
                    <a:pt x="44" y="75"/>
                  </a:cubicBezTo>
                  <a:cubicBezTo>
                    <a:pt x="43" y="76"/>
                    <a:pt x="42" y="76"/>
                    <a:pt x="41" y="77"/>
                  </a:cubicBezTo>
                  <a:cubicBezTo>
                    <a:pt x="40" y="77"/>
                    <a:pt x="34" y="77"/>
                    <a:pt x="34" y="77"/>
                  </a:cubicBezTo>
                  <a:cubicBezTo>
                    <a:pt x="33" y="77"/>
                    <a:pt x="33" y="77"/>
                    <a:pt x="32" y="76"/>
                  </a:cubicBezTo>
                  <a:cubicBezTo>
                    <a:pt x="32" y="76"/>
                    <a:pt x="24" y="74"/>
                    <a:pt x="23" y="75"/>
                  </a:cubicBezTo>
                  <a:cubicBezTo>
                    <a:pt x="22" y="74"/>
                    <a:pt x="21" y="74"/>
                    <a:pt x="19" y="72"/>
                  </a:cubicBezTo>
                  <a:cubicBezTo>
                    <a:pt x="17" y="72"/>
                    <a:pt x="18" y="70"/>
                    <a:pt x="16" y="69"/>
                  </a:cubicBezTo>
                  <a:cubicBezTo>
                    <a:pt x="16" y="68"/>
                    <a:pt x="16" y="68"/>
                    <a:pt x="16" y="67"/>
                  </a:cubicBezTo>
                  <a:cubicBezTo>
                    <a:pt x="17" y="67"/>
                    <a:pt x="17" y="66"/>
                    <a:pt x="18" y="65"/>
                  </a:cubicBezTo>
                  <a:cubicBezTo>
                    <a:pt x="23" y="67"/>
                    <a:pt x="40" y="61"/>
                    <a:pt x="44" y="58"/>
                  </a:cubicBezTo>
                  <a:cubicBezTo>
                    <a:pt x="47" y="59"/>
                    <a:pt x="53" y="56"/>
                    <a:pt x="56" y="54"/>
                  </a:cubicBezTo>
                  <a:cubicBezTo>
                    <a:pt x="56" y="53"/>
                    <a:pt x="56" y="52"/>
                    <a:pt x="57" y="51"/>
                  </a:cubicBezTo>
                  <a:cubicBezTo>
                    <a:pt x="58" y="50"/>
                    <a:pt x="60" y="49"/>
                    <a:pt x="61" y="48"/>
                  </a:cubicBezTo>
                  <a:cubicBezTo>
                    <a:pt x="62" y="48"/>
                    <a:pt x="62" y="47"/>
                    <a:pt x="62" y="46"/>
                  </a:cubicBezTo>
                  <a:cubicBezTo>
                    <a:pt x="64" y="45"/>
                    <a:pt x="66" y="43"/>
                    <a:pt x="68" y="42"/>
                  </a:cubicBezTo>
                  <a:cubicBezTo>
                    <a:pt x="70" y="40"/>
                    <a:pt x="71" y="38"/>
                    <a:pt x="72" y="37"/>
                  </a:cubicBezTo>
                  <a:cubicBezTo>
                    <a:pt x="69" y="31"/>
                    <a:pt x="62" y="32"/>
                    <a:pt x="60" y="29"/>
                  </a:cubicBezTo>
                  <a:cubicBezTo>
                    <a:pt x="59" y="29"/>
                    <a:pt x="58" y="28"/>
                    <a:pt x="58" y="28"/>
                  </a:cubicBezTo>
                  <a:cubicBezTo>
                    <a:pt x="54" y="26"/>
                    <a:pt x="53" y="29"/>
                    <a:pt x="50" y="26"/>
                  </a:cubicBezTo>
                  <a:cubicBezTo>
                    <a:pt x="50" y="25"/>
                    <a:pt x="50" y="26"/>
                    <a:pt x="50" y="25"/>
                  </a:cubicBezTo>
                  <a:cubicBezTo>
                    <a:pt x="49" y="25"/>
                    <a:pt x="49" y="25"/>
                    <a:pt x="48" y="25"/>
                  </a:cubicBezTo>
                  <a:cubicBezTo>
                    <a:pt x="47" y="27"/>
                    <a:pt x="44" y="29"/>
                    <a:pt x="42" y="30"/>
                  </a:cubicBezTo>
                  <a:cubicBezTo>
                    <a:pt x="41" y="30"/>
                    <a:pt x="41" y="31"/>
                    <a:pt x="40" y="31"/>
                  </a:cubicBezTo>
                  <a:cubicBezTo>
                    <a:pt x="40" y="35"/>
                    <a:pt x="35" y="36"/>
                    <a:pt x="32" y="37"/>
                  </a:cubicBezTo>
                  <a:cubicBezTo>
                    <a:pt x="27" y="40"/>
                    <a:pt x="24" y="44"/>
                    <a:pt x="20" y="47"/>
                  </a:cubicBezTo>
                  <a:cubicBezTo>
                    <a:pt x="19" y="48"/>
                    <a:pt x="18" y="47"/>
                    <a:pt x="17" y="48"/>
                  </a:cubicBezTo>
                  <a:cubicBezTo>
                    <a:pt x="14" y="49"/>
                    <a:pt x="11" y="50"/>
                    <a:pt x="9" y="53"/>
                  </a:cubicBezTo>
                  <a:cubicBezTo>
                    <a:pt x="7" y="53"/>
                    <a:pt x="7" y="53"/>
                    <a:pt x="6" y="52"/>
                  </a:cubicBezTo>
                  <a:cubicBezTo>
                    <a:pt x="5" y="52"/>
                    <a:pt x="4" y="53"/>
                    <a:pt x="3" y="53"/>
                  </a:cubicBezTo>
                  <a:cubicBezTo>
                    <a:pt x="2" y="53"/>
                    <a:pt x="2" y="53"/>
                    <a:pt x="1" y="52"/>
                  </a:cubicBezTo>
                  <a:cubicBezTo>
                    <a:pt x="1" y="51"/>
                    <a:pt x="0" y="48"/>
                    <a:pt x="0" y="48"/>
                  </a:cubicBezTo>
                  <a:cubicBezTo>
                    <a:pt x="3" y="45"/>
                    <a:pt x="13" y="41"/>
                    <a:pt x="14" y="38"/>
                  </a:cubicBezTo>
                  <a:cubicBezTo>
                    <a:pt x="15" y="38"/>
                    <a:pt x="17" y="34"/>
                    <a:pt x="18" y="33"/>
                  </a:cubicBezTo>
                  <a:cubicBezTo>
                    <a:pt x="19" y="33"/>
                    <a:pt x="19" y="33"/>
                    <a:pt x="20" y="32"/>
                  </a:cubicBezTo>
                  <a:cubicBezTo>
                    <a:pt x="21" y="32"/>
                    <a:pt x="20" y="31"/>
                    <a:pt x="21" y="30"/>
                  </a:cubicBezTo>
                  <a:cubicBezTo>
                    <a:pt x="21" y="30"/>
                    <a:pt x="23" y="30"/>
                    <a:pt x="24" y="29"/>
                  </a:cubicBezTo>
                  <a:cubicBezTo>
                    <a:pt x="24" y="29"/>
                    <a:pt x="24" y="29"/>
                    <a:pt x="24" y="29"/>
                  </a:cubicBezTo>
                  <a:cubicBezTo>
                    <a:pt x="23" y="28"/>
                    <a:pt x="24" y="28"/>
                    <a:pt x="25" y="27"/>
                  </a:cubicBezTo>
                  <a:cubicBezTo>
                    <a:pt x="25" y="27"/>
                    <a:pt x="25" y="27"/>
                    <a:pt x="26" y="27"/>
                  </a:cubicBezTo>
                  <a:cubicBezTo>
                    <a:pt x="26" y="25"/>
                    <a:pt x="30" y="23"/>
                    <a:pt x="31" y="22"/>
                  </a:cubicBezTo>
                  <a:cubicBezTo>
                    <a:pt x="32" y="19"/>
                    <a:pt x="33" y="16"/>
                    <a:pt x="34" y="14"/>
                  </a:cubicBezTo>
                  <a:cubicBezTo>
                    <a:pt x="34" y="14"/>
                    <a:pt x="34" y="13"/>
                    <a:pt x="34" y="13"/>
                  </a:cubicBezTo>
                  <a:cubicBezTo>
                    <a:pt x="35" y="10"/>
                    <a:pt x="30" y="7"/>
                    <a:pt x="31" y="3"/>
                  </a:cubicBezTo>
                  <a:cubicBezTo>
                    <a:pt x="32" y="2"/>
                    <a:pt x="38" y="0"/>
                    <a:pt x="38"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7" name="Freeform 13"/>
            <p:cNvSpPr>
              <a:spLocks noEditPoints="1"/>
            </p:cNvSpPr>
            <p:nvPr/>
          </p:nvSpPr>
          <p:spPr bwMode="auto">
            <a:xfrm>
              <a:off x="772467" y="6252428"/>
              <a:ext cx="209486" cy="203839"/>
            </a:xfrm>
            <a:custGeom>
              <a:avLst/>
              <a:gdLst>
                <a:gd name="T0" fmla="*/ 150 w 156"/>
                <a:gd name="T1" fmla="*/ 104 h 151"/>
                <a:gd name="T2" fmla="*/ 142 w 156"/>
                <a:gd name="T3" fmla="*/ 107 h 151"/>
                <a:gd name="T4" fmla="*/ 118 w 156"/>
                <a:gd name="T5" fmla="*/ 108 h 151"/>
                <a:gd name="T6" fmla="*/ 95 w 156"/>
                <a:gd name="T7" fmla="*/ 111 h 151"/>
                <a:gd name="T8" fmla="*/ 83 w 156"/>
                <a:gd name="T9" fmla="*/ 110 h 151"/>
                <a:gd name="T10" fmla="*/ 72 w 156"/>
                <a:gd name="T11" fmla="*/ 107 h 151"/>
                <a:gd name="T12" fmla="*/ 91 w 156"/>
                <a:gd name="T13" fmla="*/ 86 h 151"/>
                <a:gd name="T14" fmla="*/ 125 w 156"/>
                <a:gd name="T15" fmla="*/ 82 h 151"/>
                <a:gd name="T16" fmla="*/ 126 w 156"/>
                <a:gd name="T17" fmla="*/ 73 h 151"/>
                <a:gd name="T18" fmla="*/ 112 w 156"/>
                <a:gd name="T19" fmla="*/ 64 h 151"/>
                <a:gd name="T20" fmla="*/ 98 w 156"/>
                <a:gd name="T21" fmla="*/ 64 h 151"/>
                <a:gd name="T22" fmla="*/ 74 w 156"/>
                <a:gd name="T23" fmla="*/ 64 h 151"/>
                <a:gd name="T24" fmla="*/ 75 w 156"/>
                <a:gd name="T25" fmla="*/ 51 h 151"/>
                <a:gd name="T26" fmla="*/ 122 w 156"/>
                <a:gd name="T27" fmla="*/ 47 h 151"/>
                <a:gd name="T28" fmla="*/ 122 w 156"/>
                <a:gd name="T29" fmla="*/ 37 h 151"/>
                <a:gd name="T30" fmla="*/ 84 w 156"/>
                <a:gd name="T31" fmla="*/ 31 h 151"/>
                <a:gd name="T32" fmla="*/ 70 w 156"/>
                <a:gd name="T33" fmla="*/ 28 h 151"/>
                <a:gd name="T34" fmla="*/ 63 w 156"/>
                <a:gd name="T35" fmla="*/ 22 h 151"/>
                <a:gd name="T36" fmla="*/ 45 w 156"/>
                <a:gd name="T37" fmla="*/ 33 h 151"/>
                <a:gd name="T38" fmla="*/ 19 w 156"/>
                <a:gd name="T39" fmla="*/ 31 h 151"/>
                <a:gd name="T40" fmla="*/ 20 w 156"/>
                <a:gd name="T41" fmla="*/ 20 h 151"/>
                <a:gd name="T42" fmla="*/ 18 w 156"/>
                <a:gd name="T43" fmla="*/ 5 h 151"/>
                <a:gd name="T44" fmla="*/ 11 w 156"/>
                <a:gd name="T45" fmla="*/ 0 h 151"/>
                <a:gd name="T46" fmla="*/ 8 w 156"/>
                <a:gd name="T47" fmla="*/ 27 h 151"/>
                <a:gd name="T48" fmla="*/ 8 w 156"/>
                <a:gd name="T49" fmla="*/ 41 h 151"/>
                <a:gd name="T50" fmla="*/ 5 w 156"/>
                <a:gd name="T51" fmla="*/ 68 h 151"/>
                <a:gd name="T52" fmla="*/ 5 w 156"/>
                <a:gd name="T53" fmla="*/ 82 h 151"/>
                <a:gd name="T54" fmla="*/ 1 w 156"/>
                <a:gd name="T55" fmla="*/ 119 h 151"/>
                <a:gd name="T56" fmla="*/ 5 w 156"/>
                <a:gd name="T57" fmla="*/ 150 h 151"/>
                <a:gd name="T58" fmla="*/ 11 w 156"/>
                <a:gd name="T59" fmla="*/ 148 h 151"/>
                <a:gd name="T60" fmla="*/ 13 w 156"/>
                <a:gd name="T61" fmla="*/ 143 h 151"/>
                <a:gd name="T62" fmla="*/ 25 w 156"/>
                <a:gd name="T63" fmla="*/ 137 h 151"/>
                <a:gd name="T64" fmla="*/ 39 w 156"/>
                <a:gd name="T65" fmla="*/ 134 h 151"/>
                <a:gd name="T66" fmla="*/ 58 w 156"/>
                <a:gd name="T67" fmla="*/ 134 h 151"/>
                <a:gd name="T68" fmla="*/ 82 w 156"/>
                <a:gd name="T69" fmla="*/ 135 h 151"/>
                <a:gd name="T70" fmla="*/ 113 w 156"/>
                <a:gd name="T71" fmla="*/ 142 h 151"/>
                <a:gd name="T72" fmla="*/ 131 w 156"/>
                <a:gd name="T73" fmla="*/ 147 h 151"/>
                <a:gd name="T74" fmla="*/ 147 w 156"/>
                <a:gd name="T75" fmla="*/ 143 h 151"/>
                <a:gd name="T76" fmla="*/ 153 w 156"/>
                <a:gd name="T77" fmla="*/ 133 h 151"/>
                <a:gd name="T78" fmla="*/ 56 w 156"/>
                <a:gd name="T79" fmla="*/ 109 h 151"/>
                <a:gd name="T80" fmla="*/ 46 w 156"/>
                <a:gd name="T81" fmla="*/ 112 h 151"/>
                <a:gd name="T82" fmla="*/ 20 w 156"/>
                <a:gd name="T83" fmla="*/ 114 h 151"/>
                <a:gd name="T84" fmla="*/ 28 w 156"/>
                <a:gd name="T85" fmla="*/ 92 h 151"/>
                <a:gd name="T86" fmla="*/ 44 w 156"/>
                <a:gd name="T87" fmla="*/ 87 h 151"/>
                <a:gd name="T88" fmla="*/ 60 w 156"/>
                <a:gd name="T89" fmla="*/ 60 h 151"/>
                <a:gd name="T90" fmla="*/ 43 w 156"/>
                <a:gd name="T91" fmla="*/ 67 h 151"/>
                <a:gd name="T92" fmla="*/ 20 w 156"/>
                <a:gd name="T93" fmla="*/ 71 h 151"/>
                <a:gd name="T94" fmla="*/ 46 w 156"/>
                <a:gd name="T95" fmla="*/ 51 h 151"/>
                <a:gd name="T96" fmla="*/ 59 w 156"/>
                <a:gd name="T97" fmla="*/ 4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151">
                  <a:moveTo>
                    <a:pt x="156" y="123"/>
                  </a:moveTo>
                  <a:cubicBezTo>
                    <a:pt x="156" y="122"/>
                    <a:pt x="155" y="117"/>
                    <a:pt x="155" y="117"/>
                  </a:cubicBezTo>
                  <a:cubicBezTo>
                    <a:pt x="154" y="115"/>
                    <a:pt x="149" y="107"/>
                    <a:pt x="150" y="104"/>
                  </a:cubicBezTo>
                  <a:cubicBezTo>
                    <a:pt x="149" y="103"/>
                    <a:pt x="149" y="103"/>
                    <a:pt x="147" y="103"/>
                  </a:cubicBezTo>
                  <a:cubicBezTo>
                    <a:pt x="147" y="105"/>
                    <a:pt x="145" y="106"/>
                    <a:pt x="143" y="108"/>
                  </a:cubicBezTo>
                  <a:cubicBezTo>
                    <a:pt x="142" y="108"/>
                    <a:pt x="142" y="108"/>
                    <a:pt x="142" y="107"/>
                  </a:cubicBezTo>
                  <a:cubicBezTo>
                    <a:pt x="142" y="106"/>
                    <a:pt x="141" y="106"/>
                    <a:pt x="141" y="106"/>
                  </a:cubicBezTo>
                  <a:cubicBezTo>
                    <a:pt x="139" y="109"/>
                    <a:pt x="123" y="105"/>
                    <a:pt x="120" y="109"/>
                  </a:cubicBezTo>
                  <a:cubicBezTo>
                    <a:pt x="119" y="109"/>
                    <a:pt x="119" y="109"/>
                    <a:pt x="118" y="108"/>
                  </a:cubicBezTo>
                  <a:cubicBezTo>
                    <a:pt x="115" y="110"/>
                    <a:pt x="105" y="112"/>
                    <a:pt x="103" y="110"/>
                  </a:cubicBezTo>
                  <a:cubicBezTo>
                    <a:pt x="103" y="110"/>
                    <a:pt x="102" y="111"/>
                    <a:pt x="102" y="111"/>
                  </a:cubicBezTo>
                  <a:cubicBezTo>
                    <a:pt x="102" y="110"/>
                    <a:pt x="96" y="111"/>
                    <a:pt x="95" y="111"/>
                  </a:cubicBezTo>
                  <a:cubicBezTo>
                    <a:pt x="94" y="110"/>
                    <a:pt x="89" y="110"/>
                    <a:pt x="88" y="110"/>
                  </a:cubicBezTo>
                  <a:cubicBezTo>
                    <a:pt x="87" y="110"/>
                    <a:pt x="87" y="111"/>
                    <a:pt x="86" y="111"/>
                  </a:cubicBezTo>
                  <a:cubicBezTo>
                    <a:pt x="85" y="111"/>
                    <a:pt x="84" y="110"/>
                    <a:pt x="83" y="110"/>
                  </a:cubicBezTo>
                  <a:cubicBezTo>
                    <a:pt x="83" y="110"/>
                    <a:pt x="82" y="111"/>
                    <a:pt x="81" y="111"/>
                  </a:cubicBezTo>
                  <a:cubicBezTo>
                    <a:pt x="81" y="111"/>
                    <a:pt x="81" y="111"/>
                    <a:pt x="80" y="111"/>
                  </a:cubicBezTo>
                  <a:cubicBezTo>
                    <a:pt x="78" y="109"/>
                    <a:pt x="75" y="109"/>
                    <a:pt x="72" y="107"/>
                  </a:cubicBezTo>
                  <a:cubicBezTo>
                    <a:pt x="74" y="101"/>
                    <a:pt x="76" y="97"/>
                    <a:pt x="75" y="89"/>
                  </a:cubicBezTo>
                  <a:cubicBezTo>
                    <a:pt x="76" y="89"/>
                    <a:pt x="76" y="88"/>
                    <a:pt x="77" y="87"/>
                  </a:cubicBezTo>
                  <a:cubicBezTo>
                    <a:pt x="78" y="87"/>
                    <a:pt x="90" y="86"/>
                    <a:pt x="91" y="86"/>
                  </a:cubicBezTo>
                  <a:cubicBezTo>
                    <a:pt x="97" y="87"/>
                    <a:pt x="109" y="90"/>
                    <a:pt x="113" y="87"/>
                  </a:cubicBezTo>
                  <a:cubicBezTo>
                    <a:pt x="115" y="87"/>
                    <a:pt x="117" y="88"/>
                    <a:pt x="119" y="88"/>
                  </a:cubicBezTo>
                  <a:cubicBezTo>
                    <a:pt x="121" y="87"/>
                    <a:pt x="124" y="84"/>
                    <a:pt x="125" y="82"/>
                  </a:cubicBezTo>
                  <a:cubicBezTo>
                    <a:pt x="126" y="80"/>
                    <a:pt x="124" y="77"/>
                    <a:pt x="126" y="76"/>
                  </a:cubicBezTo>
                  <a:cubicBezTo>
                    <a:pt x="125" y="75"/>
                    <a:pt x="126" y="75"/>
                    <a:pt x="125" y="75"/>
                  </a:cubicBezTo>
                  <a:cubicBezTo>
                    <a:pt x="125" y="74"/>
                    <a:pt x="125" y="73"/>
                    <a:pt x="126" y="73"/>
                  </a:cubicBezTo>
                  <a:cubicBezTo>
                    <a:pt x="128" y="70"/>
                    <a:pt x="118" y="66"/>
                    <a:pt x="117" y="65"/>
                  </a:cubicBezTo>
                  <a:cubicBezTo>
                    <a:pt x="117" y="65"/>
                    <a:pt x="117" y="65"/>
                    <a:pt x="117" y="65"/>
                  </a:cubicBezTo>
                  <a:cubicBezTo>
                    <a:pt x="116" y="65"/>
                    <a:pt x="113" y="64"/>
                    <a:pt x="112" y="64"/>
                  </a:cubicBezTo>
                  <a:cubicBezTo>
                    <a:pt x="100" y="64"/>
                    <a:pt x="100" y="64"/>
                    <a:pt x="100" y="64"/>
                  </a:cubicBezTo>
                  <a:cubicBezTo>
                    <a:pt x="100" y="64"/>
                    <a:pt x="99" y="64"/>
                    <a:pt x="99" y="64"/>
                  </a:cubicBezTo>
                  <a:cubicBezTo>
                    <a:pt x="98" y="64"/>
                    <a:pt x="99" y="64"/>
                    <a:pt x="98" y="64"/>
                  </a:cubicBezTo>
                  <a:cubicBezTo>
                    <a:pt x="88" y="63"/>
                    <a:pt x="88" y="63"/>
                    <a:pt x="88" y="63"/>
                  </a:cubicBezTo>
                  <a:cubicBezTo>
                    <a:pt x="87" y="64"/>
                    <a:pt x="84" y="65"/>
                    <a:pt x="83" y="65"/>
                  </a:cubicBezTo>
                  <a:cubicBezTo>
                    <a:pt x="80" y="66"/>
                    <a:pt x="78" y="64"/>
                    <a:pt x="74" y="64"/>
                  </a:cubicBezTo>
                  <a:cubicBezTo>
                    <a:pt x="73" y="61"/>
                    <a:pt x="71" y="60"/>
                    <a:pt x="73" y="57"/>
                  </a:cubicBezTo>
                  <a:cubicBezTo>
                    <a:pt x="73" y="56"/>
                    <a:pt x="73" y="55"/>
                    <a:pt x="73" y="54"/>
                  </a:cubicBezTo>
                  <a:cubicBezTo>
                    <a:pt x="74" y="53"/>
                    <a:pt x="75" y="52"/>
                    <a:pt x="75" y="51"/>
                  </a:cubicBezTo>
                  <a:cubicBezTo>
                    <a:pt x="77" y="51"/>
                    <a:pt x="83" y="50"/>
                    <a:pt x="84" y="50"/>
                  </a:cubicBezTo>
                  <a:cubicBezTo>
                    <a:pt x="90" y="53"/>
                    <a:pt x="116" y="51"/>
                    <a:pt x="122" y="48"/>
                  </a:cubicBezTo>
                  <a:cubicBezTo>
                    <a:pt x="121" y="48"/>
                    <a:pt x="122" y="47"/>
                    <a:pt x="122" y="47"/>
                  </a:cubicBezTo>
                  <a:cubicBezTo>
                    <a:pt x="124" y="44"/>
                    <a:pt x="123" y="42"/>
                    <a:pt x="124" y="39"/>
                  </a:cubicBezTo>
                  <a:cubicBezTo>
                    <a:pt x="124" y="39"/>
                    <a:pt x="124" y="39"/>
                    <a:pt x="124" y="39"/>
                  </a:cubicBezTo>
                  <a:cubicBezTo>
                    <a:pt x="123" y="38"/>
                    <a:pt x="122" y="38"/>
                    <a:pt x="122" y="37"/>
                  </a:cubicBezTo>
                  <a:cubicBezTo>
                    <a:pt x="121" y="36"/>
                    <a:pt x="122" y="35"/>
                    <a:pt x="121" y="34"/>
                  </a:cubicBezTo>
                  <a:cubicBezTo>
                    <a:pt x="118" y="33"/>
                    <a:pt x="112" y="34"/>
                    <a:pt x="110" y="33"/>
                  </a:cubicBezTo>
                  <a:cubicBezTo>
                    <a:pt x="105" y="30"/>
                    <a:pt x="87" y="30"/>
                    <a:pt x="84" y="31"/>
                  </a:cubicBezTo>
                  <a:cubicBezTo>
                    <a:pt x="79" y="33"/>
                    <a:pt x="76" y="31"/>
                    <a:pt x="73" y="31"/>
                  </a:cubicBezTo>
                  <a:cubicBezTo>
                    <a:pt x="72" y="30"/>
                    <a:pt x="71" y="29"/>
                    <a:pt x="70" y="29"/>
                  </a:cubicBezTo>
                  <a:cubicBezTo>
                    <a:pt x="70" y="29"/>
                    <a:pt x="70" y="29"/>
                    <a:pt x="70" y="28"/>
                  </a:cubicBezTo>
                  <a:cubicBezTo>
                    <a:pt x="69" y="27"/>
                    <a:pt x="68" y="26"/>
                    <a:pt x="68" y="24"/>
                  </a:cubicBezTo>
                  <a:cubicBezTo>
                    <a:pt x="67" y="23"/>
                    <a:pt x="66" y="22"/>
                    <a:pt x="65" y="22"/>
                  </a:cubicBezTo>
                  <a:cubicBezTo>
                    <a:pt x="64" y="22"/>
                    <a:pt x="64" y="22"/>
                    <a:pt x="63" y="22"/>
                  </a:cubicBezTo>
                  <a:cubicBezTo>
                    <a:pt x="62" y="24"/>
                    <a:pt x="59" y="27"/>
                    <a:pt x="57" y="30"/>
                  </a:cubicBezTo>
                  <a:cubicBezTo>
                    <a:pt x="58" y="31"/>
                    <a:pt x="53" y="32"/>
                    <a:pt x="52" y="32"/>
                  </a:cubicBezTo>
                  <a:cubicBezTo>
                    <a:pt x="51" y="31"/>
                    <a:pt x="47" y="33"/>
                    <a:pt x="45" y="33"/>
                  </a:cubicBezTo>
                  <a:cubicBezTo>
                    <a:pt x="45" y="32"/>
                    <a:pt x="42" y="32"/>
                    <a:pt x="41" y="33"/>
                  </a:cubicBezTo>
                  <a:cubicBezTo>
                    <a:pt x="36" y="34"/>
                    <a:pt x="27" y="35"/>
                    <a:pt x="23" y="35"/>
                  </a:cubicBezTo>
                  <a:cubicBezTo>
                    <a:pt x="23" y="34"/>
                    <a:pt x="20" y="31"/>
                    <a:pt x="19" y="31"/>
                  </a:cubicBezTo>
                  <a:cubicBezTo>
                    <a:pt x="19" y="30"/>
                    <a:pt x="19" y="29"/>
                    <a:pt x="19" y="28"/>
                  </a:cubicBezTo>
                  <a:cubicBezTo>
                    <a:pt x="20" y="25"/>
                    <a:pt x="20" y="23"/>
                    <a:pt x="20" y="20"/>
                  </a:cubicBezTo>
                  <a:cubicBezTo>
                    <a:pt x="20" y="21"/>
                    <a:pt x="20" y="20"/>
                    <a:pt x="20" y="20"/>
                  </a:cubicBezTo>
                  <a:cubicBezTo>
                    <a:pt x="20" y="19"/>
                    <a:pt x="21" y="16"/>
                    <a:pt x="21" y="14"/>
                  </a:cubicBezTo>
                  <a:cubicBezTo>
                    <a:pt x="20" y="13"/>
                    <a:pt x="20" y="13"/>
                    <a:pt x="19" y="12"/>
                  </a:cubicBezTo>
                  <a:cubicBezTo>
                    <a:pt x="18" y="9"/>
                    <a:pt x="19" y="7"/>
                    <a:pt x="18" y="5"/>
                  </a:cubicBezTo>
                  <a:cubicBezTo>
                    <a:pt x="18" y="5"/>
                    <a:pt x="18" y="5"/>
                    <a:pt x="18" y="5"/>
                  </a:cubicBezTo>
                  <a:cubicBezTo>
                    <a:pt x="17" y="4"/>
                    <a:pt x="14" y="2"/>
                    <a:pt x="13" y="0"/>
                  </a:cubicBezTo>
                  <a:cubicBezTo>
                    <a:pt x="12" y="0"/>
                    <a:pt x="12" y="0"/>
                    <a:pt x="11" y="0"/>
                  </a:cubicBezTo>
                  <a:cubicBezTo>
                    <a:pt x="10" y="2"/>
                    <a:pt x="12" y="5"/>
                    <a:pt x="11" y="8"/>
                  </a:cubicBezTo>
                  <a:cubicBezTo>
                    <a:pt x="8" y="13"/>
                    <a:pt x="8" y="19"/>
                    <a:pt x="7" y="24"/>
                  </a:cubicBezTo>
                  <a:cubicBezTo>
                    <a:pt x="7" y="25"/>
                    <a:pt x="8" y="26"/>
                    <a:pt x="8" y="27"/>
                  </a:cubicBezTo>
                  <a:cubicBezTo>
                    <a:pt x="8" y="27"/>
                    <a:pt x="8" y="32"/>
                    <a:pt x="8" y="32"/>
                  </a:cubicBezTo>
                  <a:cubicBezTo>
                    <a:pt x="8" y="32"/>
                    <a:pt x="8" y="33"/>
                    <a:pt x="8" y="34"/>
                  </a:cubicBezTo>
                  <a:cubicBezTo>
                    <a:pt x="7" y="37"/>
                    <a:pt x="8" y="39"/>
                    <a:pt x="8" y="41"/>
                  </a:cubicBezTo>
                  <a:cubicBezTo>
                    <a:pt x="9" y="44"/>
                    <a:pt x="7" y="46"/>
                    <a:pt x="7" y="48"/>
                  </a:cubicBezTo>
                  <a:cubicBezTo>
                    <a:pt x="6" y="50"/>
                    <a:pt x="8" y="54"/>
                    <a:pt x="7" y="55"/>
                  </a:cubicBezTo>
                  <a:cubicBezTo>
                    <a:pt x="5" y="60"/>
                    <a:pt x="6" y="64"/>
                    <a:pt x="5" y="68"/>
                  </a:cubicBezTo>
                  <a:cubicBezTo>
                    <a:pt x="6" y="69"/>
                    <a:pt x="6" y="70"/>
                    <a:pt x="6" y="71"/>
                  </a:cubicBezTo>
                  <a:cubicBezTo>
                    <a:pt x="6" y="71"/>
                    <a:pt x="6" y="71"/>
                    <a:pt x="6" y="71"/>
                  </a:cubicBezTo>
                  <a:cubicBezTo>
                    <a:pt x="5" y="74"/>
                    <a:pt x="4" y="79"/>
                    <a:pt x="5" y="82"/>
                  </a:cubicBezTo>
                  <a:cubicBezTo>
                    <a:pt x="5" y="90"/>
                    <a:pt x="3" y="97"/>
                    <a:pt x="5" y="100"/>
                  </a:cubicBezTo>
                  <a:cubicBezTo>
                    <a:pt x="5" y="102"/>
                    <a:pt x="2" y="106"/>
                    <a:pt x="2" y="108"/>
                  </a:cubicBezTo>
                  <a:cubicBezTo>
                    <a:pt x="3" y="113"/>
                    <a:pt x="1" y="118"/>
                    <a:pt x="1" y="119"/>
                  </a:cubicBezTo>
                  <a:cubicBezTo>
                    <a:pt x="0" y="126"/>
                    <a:pt x="1" y="139"/>
                    <a:pt x="2" y="142"/>
                  </a:cubicBezTo>
                  <a:cubicBezTo>
                    <a:pt x="2" y="142"/>
                    <a:pt x="4" y="144"/>
                    <a:pt x="4" y="144"/>
                  </a:cubicBezTo>
                  <a:cubicBezTo>
                    <a:pt x="5" y="145"/>
                    <a:pt x="4" y="148"/>
                    <a:pt x="5" y="150"/>
                  </a:cubicBezTo>
                  <a:cubicBezTo>
                    <a:pt x="5" y="150"/>
                    <a:pt x="6" y="150"/>
                    <a:pt x="6" y="151"/>
                  </a:cubicBezTo>
                  <a:cubicBezTo>
                    <a:pt x="7" y="151"/>
                    <a:pt x="8" y="150"/>
                    <a:pt x="10" y="150"/>
                  </a:cubicBezTo>
                  <a:cubicBezTo>
                    <a:pt x="10" y="149"/>
                    <a:pt x="11" y="149"/>
                    <a:pt x="11" y="148"/>
                  </a:cubicBezTo>
                  <a:cubicBezTo>
                    <a:pt x="11" y="147"/>
                    <a:pt x="11" y="146"/>
                    <a:pt x="11" y="145"/>
                  </a:cubicBezTo>
                  <a:cubicBezTo>
                    <a:pt x="11" y="145"/>
                    <a:pt x="11" y="145"/>
                    <a:pt x="11" y="145"/>
                  </a:cubicBezTo>
                  <a:cubicBezTo>
                    <a:pt x="12" y="144"/>
                    <a:pt x="13" y="144"/>
                    <a:pt x="13" y="143"/>
                  </a:cubicBezTo>
                  <a:cubicBezTo>
                    <a:pt x="14" y="142"/>
                    <a:pt x="13" y="141"/>
                    <a:pt x="14" y="141"/>
                  </a:cubicBezTo>
                  <a:cubicBezTo>
                    <a:pt x="15" y="138"/>
                    <a:pt x="21" y="139"/>
                    <a:pt x="21" y="139"/>
                  </a:cubicBezTo>
                  <a:cubicBezTo>
                    <a:pt x="23" y="138"/>
                    <a:pt x="24" y="137"/>
                    <a:pt x="25" y="137"/>
                  </a:cubicBezTo>
                  <a:cubicBezTo>
                    <a:pt x="26" y="137"/>
                    <a:pt x="27" y="138"/>
                    <a:pt x="28" y="137"/>
                  </a:cubicBezTo>
                  <a:cubicBezTo>
                    <a:pt x="30" y="136"/>
                    <a:pt x="32" y="135"/>
                    <a:pt x="33" y="134"/>
                  </a:cubicBezTo>
                  <a:cubicBezTo>
                    <a:pt x="35" y="134"/>
                    <a:pt x="38" y="134"/>
                    <a:pt x="39" y="134"/>
                  </a:cubicBezTo>
                  <a:cubicBezTo>
                    <a:pt x="41" y="133"/>
                    <a:pt x="50" y="134"/>
                    <a:pt x="51" y="134"/>
                  </a:cubicBezTo>
                  <a:cubicBezTo>
                    <a:pt x="51" y="134"/>
                    <a:pt x="52" y="134"/>
                    <a:pt x="52" y="134"/>
                  </a:cubicBezTo>
                  <a:cubicBezTo>
                    <a:pt x="53" y="133"/>
                    <a:pt x="58" y="134"/>
                    <a:pt x="58" y="134"/>
                  </a:cubicBezTo>
                  <a:cubicBezTo>
                    <a:pt x="59" y="134"/>
                    <a:pt x="63" y="134"/>
                    <a:pt x="64" y="134"/>
                  </a:cubicBezTo>
                  <a:cubicBezTo>
                    <a:pt x="68" y="134"/>
                    <a:pt x="69" y="134"/>
                    <a:pt x="73" y="135"/>
                  </a:cubicBezTo>
                  <a:cubicBezTo>
                    <a:pt x="74" y="135"/>
                    <a:pt x="81" y="135"/>
                    <a:pt x="82" y="135"/>
                  </a:cubicBezTo>
                  <a:cubicBezTo>
                    <a:pt x="84" y="137"/>
                    <a:pt x="87" y="137"/>
                    <a:pt x="89" y="139"/>
                  </a:cubicBezTo>
                  <a:cubicBezTo>
                    <a:pt x="90" y="137"/>
                    <a:pt x="101" y="140"/>
                    <a:pt x="103" y="140"/>
                  </a:cubicBezTo>
                  <a:cubicBezTo>
                    <a:pt x="107" y="139"/>
                    <a:pt x="112" y="142"/>
                    <a:pt x="113" y="142"/>
                  </a:cubicBezTo>
                  <a:cubicBezTo>
                    <a:pt x="116" y="141"/>
                    <a:pt x="116" y="143"/>
                    <a:pt x="117" y="144"/>
                  </a:cubicBezTo>
                  <a:cubicBezTo>
                    <a:pt x="119" y="144"/>
                    <a:pt x="120" y="144"/>
                    <a:pt x="121" y="144"/>
                  </a:cubicBezTo>
                  <a:cubicBezTo>
                    <a:pt x="125" y="146"/>
                    <a:pt x="127" y="147"/>
                    <a:pt x="131" y="147"/>
                  </a:cubicBezTo>
                  <a:cubicBezTo>
                    <a:pt x="133" y="148"/>
                    <a:pt x="138" y="148"/>
                    <a:pt x="138" y="148"/>
                  </a:cubicBezTo>
                  <a:cubicBezTo>
                    <a:pt x="139" y="147"/>
                    <a:pt x="143" y="146"/>
                    <a:pt x="144" y="146"/>
                  </a:cubicBezTo>
                  <a:cubicBezTo>
                    <a:pt x="145" y="145"/>
                    <a:pt x="146" y="144"/>
                    <a:pt x="147" y="143"/>
                  </a:cubicBezTo>
                  <a:cubicBezTo>
                    <a:pt x="147" y="143"/>
                    <a:pt x="147" y="142"/>
                    <a:pt x="147" y="142"/>
                  </a:cubicBezTo>
                  <a:cubicBezTo>
                    <a:pt x="147" y="141"/>
                    <a:pt x="150" y="140"/>
                    <a:pt x="150" y="140"/>
                  </a:cubicBezTo>
                  <a:cubicBezTo>
                    <a:pt x="152" y="138"/>
                    <a:pt x="151" y="135"/>
                    <a:pt x="153" y="133"/>
                  </a:cubicBezTo>
                  <a:cubicBezTo>
                    <a:pt x="154" y="132"/>
                    <a:pt x="155" y="132"/>
                    <a:pt x="155" y="130"/>
                  </a:cubicBezTo>
                  <a:cubicBezTo>
                    <a:pt x="154" y="129"/>
                    <a:pt x="156" y="124"/>
                    <a:pt x="156" y="123"/>
                  </a:cubicBezTo>
                  <a:close/>
                  <a:moveTo>
                    <a:pt x="56" y="109"/>
                  </a:moveTo>
                  <a:cubicBezTo>
                    <a:pt x="54" y="111"/>
                    <a:pt x="52" y="110"/>
                    <a:pt x="49" y="111"/>
                  </a:cubicBezTo>
                  <a:cubicBezTo>
                    <a:pt x="49" y="111"/>
                    <a:pt x="48" y="111"/>
                    <a:pt x="47" y="111"/>
                  </a:cubicBezTo>
                  <a:cubicBezTo>
                    <a:pt x="47" y="111"/>
                    <a:pt x="47" y="111"/>
                    <a:pt x="46" y="112"/>
                  </a:cubicBezTo>
                  <a:cubicBezTo>
                    <a:pt x="45" y="112"/>
                    <a:pt x="43" y="112"/>
                    <a:pt x="42" y="112"/>
                  </a:cubicBezTo>
                  <a:cubicBezTo>
                    <a:pt x="40" y="112"/>
                    <a:pt x="39" y="112"/>
                    <a:pt x="37" y="112"/>
                  </a:cubicBezTo>
                  <a:cubicBezTo>
                    <a:pt x="33" y="114"/>
                    <a:pt x="25" y="114"/>
                    <a:pt x="20" y="114"/>
                  </a:cubicBezTo>
                  <a:cubicBezTo>
                    <a:pt x="20" y="114"/>
                    <a:pt x="19" y="113"/>
                    <a:pt x="19" y="112"/>
                  </a:cubicBezTo>
                  <a:cubicBezTo>
                    <a:pt x="18" y="111"/>
                    <a:pt x="18" y="98"/>
                    <a:pt x="19" y="97"/>
                  </a:cubicBezTo>
                  <a:cubicBezTo>
                    <a:pt x="19" y="97"/>
                    <a:pt x="28" y="92"/>
                    <a:pt x="28" y="92"/>
                  </a:cubicBezTo>
                  <a:cubicBezTo>
                    <a:pt x="29" y="92"/>
                    <a:pt x="29" y="92"/>
                    <a:pt x="30" y="92"/>
                  </a:cubicBezTo>
                  <a:cubicBezTo>
                    <a:pt x="31" y="91"/>
                    <a:pt x="32" y="90"/>
                    <a:pt x="34" y="89"/>
                  </a:cubicBezTo>
                  <a:cubicBezTo>
                    <a:pt x="36" y="88"/>
                    <a:pt x="42" y="89"/>
                    <a:pt x="44" y="87"/>
                  </a:cubicBezTo>
                  <a:cubicBezTo>
                    <a:pt x="48" y="88"/>
                    <a:pt x="55" y="87"/>
                    <a:pt x="59" y="89"/>
                  </a:cubicBezTo>
                  <a:cubicBezTo>
                    <a:pt x="61" y="95"/>
                    <a:pt x="59" y="107"/>
                    <a:pt x="56" y="109"/>
                  </a:cubicBezTo>
                  <a:close/>
                  <a:moveTo>
                    <a:pt x="60" y="60"/>
                  </a:moveTo>
                  <a:cubicBezTo>
                    <a:pt x="60" y="62"/>
                    <a:pt x="60" y="64"/>
                    <a:pt x="59" y="64"/>
                  </a:cubicBezTo>
                  <a:cubicBezTo>
                    <a:pt x="57" y="66"/>
                    <a:pt x="53" y="68"/>
                    <a:pt x="49" y="67"/>
                  </a:cubicBezTo>
                  <a:cubicBezTo>
                    <a:pt x="48" y="67"/>
                    <a:pt x="45" y="67"/>
                    <a:pt x="43" y="67"/>
                  </a:cubicBezTo>
                  <a:cubicBezTo>
                    <a:pt x="42" y="67"/>
                    <a:pt x="40" y="68"/>
                    <a:pt x="39" y="68"/>
                  </a:cubicBezTo>
                  <a:cubicBezTo>
                    <a:pt x="38" y="68"/>
                    <a:pt x="37" y="68"/>
                    <a:pt x="36" y="68"/>
                  </a:cubicBezTo>
                  <a:cubicBezTo>
                    <a:pt x="29" y="70"/>
                    <a:pt x="27" y="71"/>
                    <a:pt x="20" y="71"/>
                  </a:cubicBezTo>
                  <a:cubicBezTo>
                    <a:pt x="15" y="59"/>
                    <a:pt x="24" y="56"/>
                    <a:pt x="33" y="51"/>
                  </a:cubicBezTo>
                  <a:cubicBezTo>
                    <a:pt x="35" y="50"/>
                    <a:pt x="38" y="52"/>
                    <a:pt x="40" y="52"/>
                  </a:cubicBezTo>
                  <a:cubicBezTo>
                    <a:pt x="42" y="51"/>
                    <a:pt x="44" y="52"/>
                    <a:pt x="46" y="51"/>
                  </a:cubicBezTo>
                  <a:cubicBezTo>
                    <a:pt x="47" y="51"/>
                    <a:pt x="49" y="49"/>
                    <a:pt x="50" y="49"/>
                  </a:cubicBezTo>
                  <a:cubicBezTo>
                    <a:pt x="51" y="48"/>
                    <a:pt x="53" y="49"/>
                    <a:pt x="54" y="48"/>
                  </a:cubicBezTo>
                  <a:cubicBezTo>
                    <a:pt x="56" y="48"/>
                    <a:pt x="57" y="49"/>
                    <a:pt x="59" y="49"/>
                  </a:cubicBezTo>
                  <a:cubicBezTo>
                    <a:pt x="62" y="52"/>
                    <a:pt x="61" y="55"/>
                    <a:pt x="60" y="6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8" name="Freeform 14"/>
            <p:cNvSpPr>
              <a:spLocks noEditPoints="1"/>
            </p:cNvSpPr>
            <p:nvPr/>
          </p:nvSpPr>
          <p:spPr bwMode="auto">
            <a:xfrm>
              <a:off x="1879184" y="6167731"/>
              <a:ext cx="368717" cy="153585"/>
            </a:xfrm>
            <a:custGeom>
              <a:avLst/>
              <a:gdLst>
                <a:gd name="T0" fmla="*/ 262 w 275"/>
                <a:gd name="T1" fmla="*/ 71 h 114"/>
                <a:gd name="T2" fmla="*/ 242 w 275"/>
                <a:gd name="T3" fmla="*/ 70 h 114"/>
                <a:gd name="T4" fmla="*/ 227 w 275"/>
                <a:gd name="T5" fmla="*/ 69 h 114"/>
                <a:gd name="T6" fmla="*/ 178 w 275"/>
                <a:gd name="T7" fmla="*/ 63 h 114"/>
                <a:gd name="T8" fmla="*/ 186 w 275"/>
                <a:gd name="T9" fmla="*/ 34 h 114"/>
                <a:gd name="T10" fmla="*/ 121 w 275"/>
                <a:gd name="T11" fmla="*/ 40 h 114"/>
                <a:gd name="T12" fmla="*/ 96 w 275"/>
                <a:gd name="T13" fmla="*/ 36 h 114"/>
                <a:gd name="T14" fmla="*/ 104 w 275"/>
                <a:gd name="T15" fmla="*/ 28 h 114"/>
                <a:gd name="T16" fmla="*/ 126 w 275"/>
                <a:gd name="T17" fmla="*/ 32 h 114"/>
                <a:gd name="T18" fmla="*/ 144 w 275"/>
                <a:gd name="T19" fmla="*/ 31 h 114"/>
                <a:gd name="T20" fmla="*/ 178 w 275"/>
                <a:gd name="T21" fmla="*/ 29 h 114"/>
                <a:gd name="T22" fmla="*/ 208 w 275"/>
                <a:gd name="T23" fmla="*/ 40 h 114"/>
                <a:gd name="T24" fmla="*/ 229 w 275"/>
                <a:gd name="T25" fmla="*/ 34 h 114"/>
                <a:gd name="T26" fmla="*/ 217 w 275"/>
                <a:gd name="T27" fmla="*/ 20 h 114"/>
                <a:gd name="T28" fmla="*/ 198 w 275"/>
                <a:gd name="T29" fmla="*/ 17 h 114"/>
                <a:gd name="T30" fmla="*/ 161 w 275"/>
                <a:gd name="T31" fmla="*/ 15 h 114"/>
                <a:gd name="T32" fmla="*/ 146 w 275"/>
                <a:gd name="T33" fmla="*/ 9 h 114"/>
                <a:gd name="T34" fmla="*/ 118 w 275"/>
                <a:gd name="T35" fmla="*/ 1 h 114"/>
                <a:gd name="T36" fmla="*/ 96 w 275"/>
                <a:gd name="T37" fmla="*/ 15 h 114"/>
                <a:gd name="T38" fmla="*/ 56 w 275"/>
                <a:gd name="T39" fmla="*/ 19 h 114"/>
                <a:gd name="T40" fmla="*/ 40 w 275"/>
                <a:gd name="T41" fmla="*/ 32 h 114"/>
                <a:gd name="T42" fmla="*/ 30 w 275"/>
                <a:gd name="T43" fmla="*/ 53 h 114"/>
                <a:gd name="T44" fmla="*/ 36 w 275"/>
                <a:gd name="T45" fmla="*/ 63 h 114"/>
                <a:gd name="T46" fmla="*/ 50 w 275"/>
                <a:gd name="T47" fmla="*/ 61 h 114"/>
                <a:gd name="T48" fmla="*/ 58 w 275"/>
                <a:gd name="T49" fmla="*/ 34 h 114"/>
                <a:gd name="T50" fmla="*/ 87 w 275"/>
                <a:gd name="T51" fmla="*/ 54 h 114"/>
                <a:gd name="T52" fmla="*/ 52 w 275"/>
                <a:gd name="T53" fmla="*/ 69 h 114"/>
                <a:gd name="T54" fmla="*/ 0 w 275"/>
                <a:gd name="T55" fmla="*/ 80 h 114"/>
                <a:gd name="T56" fmla="*/ 46 w 275"/>
                <a:gd name="T57" fmla="*/ 86 h 114"/>
                <a:gd name="T58" fmla="*/ 56 w 275"/>
                <a:gd name="T59" fmla="*/ 97 h 114"/>
                <a:gd name="T60" fmla="*/ 49 w 275"/>
                <a:gd name="T61" fmla="*/ 113 h 114"/>
                <a:gd name="T62" fmla="*/ 73 w 275"/>
                <a:gd name="T63" fmla="*/ 98 h 114"/>
                <a:gd name="T64" fmla="*/ 112 w 275"/>
                <a:gd name="T65" fmla="*/ 98 h 114"/>
                <a:gd name="T66" fmla="*/ 150 w 275"/>
                <a:gd name="T67" fmla="*/ 99 h 114"/>
                <a:gd name="T68" fmla="*/ 175 w 275"/>
                <a:gd name="T69" fmla="*/ 100 h 114"/>
                <a:gd name="T70" fmla="*/ 213 w 275"/>
                <a:gd name="T71" fmla="*/ 103 h 114"/>
                <a:gd name="T72" fmla="*/ 185 w 275"/>
                <a:gd name="T73" fmla="*/ 88 h 114"/>
                <a:gd name="T74" fmla="*/ 189 w 275"/>
                <a:gd name="T75" fmla="*/ 78 h 114"/>
                <a:gd name="T76" fmla="*/ 215 w 275"/>
                <a:gd name="T77" fmla="*/ 83 h 114"/>
                <a:gd name="T78" fmla="*/ 232 w 275"/>
                <a:gd name="T79" fmla="*/ 89 h 114"/>
                <a:gd name="T80" fmla="*/ 259 w 275"/>
                <a:gd name="T81" fmla="*/ 91 h 114"/>
                <a:gd name="T82" fmla="*/ 273 w 275"/>
                <a:gd name="T83" fmla="*/ 80 h 114"/>
                <a:gd name="T84" fmla="*/ 115 w 275"/>
                <a:gd name="T85" fmla="*/ 80 h 114"/>
                <a:gd name="T86" fmla="*/ 91 w 275"/>
                <a:gd name="T87" fmla="*/ 88 h 114"/>
                <a:gd name="T88" fmla="*/ 85 w 275"/>
                <a:gd name="T89" fmla="*/ 80 h 114"/>
                <a:gd name="T90" fmla="*/ 114 w 275"/>
                <a:gd name="T91" fmla="*/ 74 h 114"/>
                <a:gd name="T92" fmla="*/ 125 w 275"/>
                <a:gd name="T93" fmla="*/ 60 h 114"/>
                <a:gd name="T94" fmla="*/ 98 w 275"/>
                <a:gd name="T95" fmla="*/ 63 h 114"/>
                <a:gd name="T96" fmla="*/ 118 w 275"/>
                <a:gd name="T97" fmla="*/ 52 h 114"/>
                <a:gd name="T98" fmla="*/ 125 w 275"/>
                <a:gd name="T99" fmla="*/ 60 h 114"/>
                <a:gd name="T100" fmla="*/ 150 w 275"/>
                <a:gd name="T101" fmla="*/ 84 h 114"/>
                <a:gd name="T102" fmla="*/ 132 w 275"/>
                <a:gd name="T103" fmla="*/ 76 h 114"/>
                <a:gd name="T104" fmla="*/ 161 w 275"/>
                <a:gd name="T105" fmla="*/ 75 h 114"/>
                <a:gd name="T106" fmla="*/ 140 w 275"/>
                <a:gd name="T107" fmla="*/ 61 h 114"/>
                <a:gd name="T108" fmla="*/ 167 w 275"/>
                <a:gd name="T109" fmla="*/ 5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5" h="114">
                  <a:moveTo>
                    <a:pt x="271" y="73"/>
                  </a:moveTo>
                  <a:cubicBezTo>
                    <a:pt x="271" y="73"/>
                    <a:pt x="271" y="73"/>
                    <a:pt x="270" y="72"/>
                  </a:cubicBezTo>
                  <a:cubicBezTo>
                    <a:pt x="270" y="72"/>
                    <a:pt x="267" y="73"/>
                    <a:pt x="267" y="74"/>
                  </a:cubicBezTo>
                  <a:cubicBezTo>
                    <a:pt x="265" y="73"/>
                    <a:pt x="263" y="72"/>
                    <a:pt x="262" y="71"/>
                  </a:cubicBezTo>
                  <a:cubicBezTo>
                    <a:pt x="261" y="71"/>
                    <a:pt x="261" y="71"/>
                    <a:pt x="261" y="71"/>
                  </a:cubicBezTo>
                  <a:cubicBezTo>
                    <a:pt x="259" y="72"/>
                    <a:pt x="252" y="68"/>
                    <a:pt x="251" y="68"/>
                  </a:cubicBezTo>
                  <a:cubicBezTo>
                    <a:pt x="249" y="69"/>
                    <a:pt x="247" y="70"/>
                    <a:pt x="244" y="70"/>
                  </a:cubicBezTo>
                  <a:cubicBezTo>
                    <a:pt x="244" y="69"/>
                    <a:pt x="243" y="71"/>
                    <a:pt x="242" y="70"/>
                  </a:cubicBezTo>
                  <a:cubicBezTo>
                    <a:pt x="241" y="70"/>
                    <a:pt x="238" y="68"/>
                    <a:pt x="236" y="68"/>
                  </a:cubicBezTo>
                  <a:cubicBezTo>
                    <a:pt x="235" y="69"/>
                    <a:pt x="234" y="69"/>
                    <a:pt x="233" y="70"/>
                  </a:cubicBezTo>
                  <a:cubicBezTo>
                    <a:pt x="233" y="70"/>
                    <a:pt x="232" y="69"/>
                    <a:pt x="232" y="69"/>
                  </a:cubicBezTo>
                  <a:cubicBezTo>
                    <a:pt x="231" y="68"/>
                    <a:pt x="229" y="70"/>
                    <a:pt x="227" y="69"/>
                  </a:cubicBezTo>
                  <a:cubicBezTo>
                    <a:pt x="222" y="66"/>
                    <a:pt x="216" y="68"/>
                    <a:pt x="209" y="68"/>
                  </a:cubicBezTo>
                  <a:cubicBezTo>
                    <a:pt x="207" y="66"/>
                    <a:pt x="203" y="68"/>
                    <a:pt x="202" y="67"/>
                  </a:cubicBezTo>
                  <a:cubicBezTo>
                    <a:pt x="198" y="64"/>
                    <a:pt x="190" y="67"/>
                    <a:pt x="185" y="64"/>
                  </a:cubicBezTo>
                  <a:cubicBezTo>
                    <a:pt x="183" y="66"/>
                    <a:pt x="178" y="63"/>
                    <a:pt x="178" y="63"/>
                  </a:cubicBezTo>
                  <a:cubicBezTo>
                    <a:pt x="176" y="63"/>
                    <a:pt x="177" y="60"/>
                    <a:pt x="178" y="58"/>
                  </a:cubicBezTo>
                  <a:cubicBezTo>
                    <a:pt x="179" y="56"/>
                    <a:pt x="190" y="48"/>
                    <a:pt x="192" y="48"/>
                  </a:cubicBezTo>
                  <a:cubicBezTo>
                    <a:pt x="193" y="45"/>
                    <a:pt x="193" y="38"/>
                    <a:pt x="190" y="36"/>
                  </a:cubicBezTo>
                  <a:cubicBezTo>
                    <a:pt x="189" y="35"/>
                    <a:pt x="186" y="34"/>
                    <a:pt x="186" y="34"/>
                  </a:cubicBezTo>
                  <a:cubicBezTo>
                    <a:pt x="185" y="34"/>
                    <a:pt x="174" y="39"/>
                    <a:pt x="174" y="40"/>
                  </a:cubicBezTo>
                  <a:cubicBezTo>
                    <a:pt x="163" y="39"/>
                    <a:pt x="149" y="41"/>
                    <a:pt x="141" y="40"/>
                  </a:cubicBezTo>
                  <a:cubicBezTo>
                    <a:pt x="138" y="39"/>
                    <a:pt x="129" y="41"/>
                    <a:pt x="127" y="40"/>
                  </a:cubicBezTo>
                  <a:cubicBezTo>
                    <a:pt x="125" y="40"/>
                    <a:pt x="123" y="40"/>
                    <a:pt x="121" y="40"/>
                  </a:cubicBezTo>
                  <a:cubicBezTo>
                    <a:pt x="120" y="40"/>
                    <a:pt x="118" y="41"/>
                    <a:pt x="116" y="40"/>
                  </a:cubicBezTo>
                  <a:cubicBezTo>
                    <a:pt x="113" y="40"/>
                    <a:pt x="108" y="40"/>
                    <a:pt x="105" y="39"/>
                  </a:cubicBezTo>
                  <a:cubicBezTo>
                    <a:pt x="104" y="40"/>
                    <a:pt x="103" y="40"/>
                    <a:pt x="102" y="40"/>
                  </a:cubicBezTo>
                  <a:cubicBezTo>
                    <a:pt x="100" y="38"/>
                    <a:pt x="98" y="37"/>
                    <a:pt x="96" y="36"/>
                  </a:cubicBezTo>
                  <a:cubicBezTo>
                    <a:pt x="92" y="34"/>
                    <a:pt x="87" y="35"/>
                    <a:pt x="85" y="32"/>
                  </a:cubicBezTo>
                  <a:cubicBezTo>
                    <a:pt x="85" y="32"/>
                    <a:pt x="85" y="32"/>
                    <a:pt x="85" y="31"/>
                  </a:cubicBezTo>
                  <a:cubicBezTo>
                    <a:pt x="84" y="30"/>
                    <a:pt x="91" y="28"/>
                    <a:pt x="93" y="29"/>
                  </a:cubicBezTo>
                  <a:cubicBezTo>
                    <a:pt x="93" y="29"/>
                    <a:pt x="102" y="29"/>
                    <a:pt x="104" y="28"/>
                  </a:cubicBezTo>
                  <a:cubicBezTo>
                    <a:pt x="106" y="28"/>
                    <a:pt x="108" y="26"/>
                    <a:pt x="111" y="27"/>
                  </a:cubicBezTo>
                  <a:cubicBezTo>
                    <a:pt x="113" y="27"/>
                    <a:pt x="115" y="29"/>
                    <a:pt x="118" y="30"/>
                  </a:cubicBezTo>
                  <a:cubicBezTo>
                    <a:pt x="120" y="30"/>
                    <a:pt x="122" y="28"/>
                    <a:pt x="125" y="29"/>
                  </a:cubicBezTo>
                  <a:cubicBezTo>
                    <a:pt x="125" y="30"/>
                    <a:pt x="125" y="31"/>
                    <a:pt x="126" y="32"/>
                  </a:cubicBezTo>
                  <a:cubicBezTo>
                    <a:pt x="126" y="33"/>
                    <a:pt x="128" y="31"/>
                    <a:pt x="128" y="32"/>
                  </a:cubicBezTo>
                  <a:cubicBezTo>
                    <a:pt x="129" y="33"/>
                    <a:pt x="129" y="33"/>
                    <a:pt x="130" y="33"/>
                  </a:cubicBezTo>
                  <a:cubicBezTo>
                    <a:pt x="130" y="33"/>
                    <a:pt x="130" y="33"/>
                    <a:pt x="130" y="33"/>
                  </a:cubicBezTo>
                  <a:cubicBezTo>
                    <a:pt x="134" y="31"/>
                    <a:pt x="140" y="33"/>
                    <a:pt x="144" y="31"/>
                  </a:cubicBezTo>
                  <a:cubicBezTo>
                    <a:pt x="143" y="30"/>
                    <a:pt x="148" y="31"/>
                    <a:pt x="148" y="31"/>
                  </a:cubicBezTo>
                  <a:cubicBezTo>
                    <a:pt x="151" y="29"/>
                    <a:pt x="153" y="28"/>
                    <a:pt x="157" y="29"/>
                  </a:cubicBezTo>
                  <a:cubicBezTo>
                    <a:pt x="158" y="29"/>
                    <a:pt x="163" y="26"/>
                    <a:pt x="165" y="28"/>
                  </a:cubicBezTo>
                  <a:cubicBezTo>
                    <a:pt x="169" y="29"/>
                    <a:pt x="177" y="28"/>
                    <a:pt x="178" y="29"/>
                  </a:cubicBezTo>
                  <a:cubicBezTo>
                    <a:pt x="179" y="29"/>
                    <a:pt x="192" y="28"/>
                    <a:pt x="195" y="27"/>
                  </a:cubicBezTo>
                  <a:cubicBezTo>
                    <a:pt x="196" y="27"/>
                    <a:pt x="198" y="28"/>
                    <a:pt x="199" y="28"/>
                  </a:cubicBezTo>
                  <a:cubicBezTo>
                    <a:pt x="205" y="28"/>
                    <a:pt x="212" y="28"/>
                    <a:pt x="213" y="35"/>
                  </a:cubicBezTo>
                  <a:cubicBezTo>
                    <a:pt x="211" y="37"/>
                    <a:pt x="209" y="39"/>
                    <a:pt x="208" y="40"/>
                  </a:cubicBezTo>
                  <a:cubicBezTo>
                    <a:pt x="205" y="45"/>
                    <a:pt x="208" y="56"/>
                    <a:pt x="209" y="61"/>
                  </a:cubicBezTo>
                  <a:cubicBezTo>
                    <a:pt x="212" y="62"/>
                    <a:pt x="217" y="59"/>
                    <a:pt x="220" y="56"/>
                  </a:cubicBezTo>
                  <a:cubicBezTo>
                    <a:pt x="221" y="57"/>
                    <a:pt x="224" y="52"/>
                    <a:pt x="224" y="51"/>
                  </a:cubicBezTo>
                  <a:cubicBezTo>
                    <a:pt x="227" y="48"/>
                    <a:pt x="231" y="40"/>
                    <a:pt x="229" y="34"/>
                  </a:cubicBezTo>
                  <a:cubicBezTo>
                    <a:pt x="228" y="32"/>
                    <a:pt x="226" y="31"/>
                    <a:pt x="225" y="30"/>
                  </a:cubicBezTo>
                  <a:cubicBezTo>
                    <a:pt x="225" y="29"/>
                    <a:pt x="224" y="28"/>
                    <a:pt x="224" y="27"/>
                  </a:cubicBezTo>
                  <a:cubicBezTo>
                    <a:pt x="223" y="26"/>
                    <a:pt x="221" y="24"/>
                    <a:pt x="221" y="23"/>
                  </a:cubicBezTo>
                  <a:cubicBezTo>
                    <a:pt x="219" y="22"/>
                    <a:pt x="219" y="21"/>
                    <a:pt x="217" y="20"/>
                  </a:cubicBezTo>
                  <a:cubicBezTo>
                    <a:pt x="216" y="21"/>
                    <a:pt x="209" y="16"/>
                    <a:pt x="206" y="18"/>
                  </a:cubicBezTo>
                  <a:cubicBezTo>
                    <a:pt x="206" y="18"/>
                    <a:pt x="205" y="18"/>
                    <a:pt x="205" y="18"/>
                  </a:cubicBezTo>
                  <a:cubicBezTo>
                    <a:pt x="203" y="18"/>
                    <a:pt x="201" y="17"/>
                    <a:pt x="198" y="17"/>
                  </a:cubicBezTo>
                  <a:cubicBezTo>
                    <a:pt x="198" y="17"/>
                    <a:pt x="198" y="17"/>
                    <a:pt x="198" y="17"/>
                  </a:cubicBezTo>
                  <a:cubicBezTo>
                    <a:pt x="197" y="16"/>
                    <a:pt x="187" y="15"/>
                    <a:pt x="184" y="14"/>
                  </a:cubicBezTo>
                  <a:cubicBezTo>
                    <a:pt x="178" y="13"/>
                    <a:pt x="174" y="16"/>
                    <a:pt x="170" y="16"/>
                  </a:cubicBezTo>
                  <a:cubicBezTo>
                    <a:pt x="169" y="16"/>
                    <a:pt x="166" y="18"/>
                    <a:pt x="165" y="17"/>
                  </a:cubicBezTo>
                  <a:cubicBezTo>
                    <a:pt x="164" y="17"/>
                    <a:pt x="161" y="15"/>
                    <a:pt x="161" y="15"/>
                  </a:cubicBezTo>
                  <a:cubicBezTo>
                    <a:pt x="160" y="15"/>
                    <a:pt x="160" y="16"/>
                    <a:pt x="159" y="15"/>
                  </a:cubicBezTo>
                  <a:cubicBezTo>
                    <a:pt x="158" y="15"/>
                    <a:pt x="156" y="14"/>
                    <a:pt x="155" y="13"/>
                  </a:cubicBezTo>
                  <a:cubicBezTo>
                    <a:pt x="155" y="13"/>
                    <a:pt x="150" y="13"/>
                    <a:pt x="150" y="12"/>
                  </a:cubicBezTo>
                  <a:cubicBezTo>
                    <a:pt x="149" y="11"/>
                    <a:pt x="147" y="9"/>
                    <a:pt x="146" y="9"/>
                  </a:cubicBezTo>
                  <a:cubicBezTo>
                    <a:pt x="143" y="8"/>
                    <a:pt x="139" y="7"/>
                    <a:pt x="137" y="5"/>
                  </a:cubicBezTo>
                  <a:cubicBezTo>
                    <a:pt x="137" y="5"/>
                    <a:pt x="136" y="4"/>
                    <a:pt x="136" y="4"/>
                  </a:cubicBezTo>
                  <a:cubicBezTo>
                    <a:pt x="132" y="2"/>
                    <a:pt x="129" y="5"/>
                    <a:pt x="125" y="3"/>
                  </a:cubicBezTo>
                  <a:cubicBezTo>
                    <a:pt x="126" y="3"/>
                    <a:pt x="118" y="1"/>
                    <a:pt x="118" y="1"/>
                  </a:cubicBezTo>
                  <a:cubicBezTo>
                    <a:pt x="117" y="0"/>
                    <a:pt x="117" y="0"/>
                    <a:pt x="116" y="0"/>
                  </a:cubicBezTo>
                  <a:cubicBezTo>
                    <a:pt x="116" y="1"/>
                    <a:pt x="114" y="1"/>
                    <a:pt x="113" y="2"/>
                  </a:cubicBezTo>
                  <a:cubicBezTo>
                    <a:pt x="113" y="2"/>
                    <a:pt x="112" y="8"/>
                    <a:pt x="110" y="9"/>
                  </a:cubicBezTo>
                  <a:cubicBezTo>
                    <a:pt x="105" y="11"/>
                    <a:pt x="101" y="13"/>
                    <a:pt x="96" y="15"/>
                  </a:cubicBezTo>
                  <a:cubicBezTo>
                    <a:pt x="94" y="15"/>
                    <a:pt x="92" y="16"/>
                    <a:pt x="90" y="16"/>
                  </a:cubicBezTo>
                  <a:cubicBezTo>
                    <a:pt x="87" y="18"/>
                    <a:pt x="83" y="17"/>
                    <a:pt x="79" y="18"/>
                  </a:cubicBezTo>
                  <a:cubicBezTo>
                    <a:pt x="78" y="19"/>
                    <a:pt x="76" y="18"/>
                    <a:pt x="75" y="18"/>
                  </a:cubicBezTo>
                  <a:cubicBezTo>
                    <a:pt x="69" y="19"/>
                    <a:pt x="63" y="16"/>
                    <a:pt x="56" y="19"/>
                  </a:cubicBezTo>
                  <a:cubicBezTo>
                    <a:pt x="53" y="20"/>
                    <a:pt x="50" y="22"/>
                    <a:pt x="48" y="24"/>
                  </a:cubicBezTo>
                  <a:cubicBezTo>
                    <a:pt x="48" y="25"/>
                    <a:pt x="47" y="26"/>
                    <a:pt x="47" y="27"/>
                  </a:cubicBezTo>
                  <a:cubicBezTo>
                    <a:pt x="45" y="28"/>
                    <a:pt x="44" y="30"/>
                    <a:pt x="42" y="32"/>
                  </a:cubicBezTo>
                  <a:cubicBezTo>
                    <a:pt x="41" y="32"/>
                    <a:pt x="40" y="32"/>
                    <a:pt x="40" y="32"/>
                  </a:cubicBezTo>
                  <a:cubicBezTo>
                    <a:pt x="39" y="33"/>
                    <a:pt x="36" y="36"/>
                    <a:pt x="36" y="38"/>
                  </a:cubicBezTo>
                  <a:cubicBezTo>
                    <a:pt x="36" y="38"/>
                    <a:pt x="36" y="39"/>
                    <a:pt x="36" y="39"/>
                  </a:cubicBezTo>
                  <a:cubicBezTo>
                    <a:pt x="34" y="42"/>
                    <a:pt x="31" y="44"/>
                    <a:pt x="30" y="47"/>
                  </a:cubicBezTo>
                  <a:cubicBezTo>
                    <a:pt x="30" y="49"/>
                    <a:pt x="30" y="51"/>
                    <a:pt x="30" y="53"/>
                  </a:cubicBezTo>
                  <a:cubicBezTo>
                    <a:pt x="29" y="54"/>
                    <a:pt x="29" y="55"/>
                    <a:pt x="29" y="57"/>
                  </a:cubicBezTo>
                  <a:cubicBezTo>
                    <a:pt x="30" y="57"/>
                    <a:pt x="30" y="58"/>
                    <a:pt x="30" y="59"/>
                  </a:cubicBezTo>
                  <a:cubicBezTo>
                    <a:pt x="31" y="59"/>
                    <a:pt x="31" y="59"/>
                    <a:pt x="31" y="59"/>
                  </a:cubicBezTo>
                  <a:cubicBezTo>
                    <a:pt x="34" y="60"/>
                    <a:pt x="34" y="61"/>
                    <a:pt x="36" y="63"/>
                  </a:cubicBezTo>
                  <a:cubicBezTo>
                    <a:pt x="37" y="62"/>
                    <a:pt x="42" y="65"/>
                    <a:pt x="43" y="65"/>
                  </a:cubicBezTo>
                  <a:cubicBezTo>
                    <a:pt x="45" y="66"/>
                    <a:pt x="48" y="64"/>
                    <a:pt x="49" y="62"/>
                  </a:cubicBezTo>
                  <a:cubicBezTo>
                    <a:pt x="50" y="62"/>
                    <a:pt x="50" y="62"/>
                    <a:pt x="50" y="61"/>
                  </a:cubicBezTo>
                  <a:cubicBezTo>
                    <a:pt x="50" y="61"/>
                    <a:pt x="50" y="61"/>
                    <a:pt x="50" y="61"/>
                  </a:cubicBezTo>
                  <a:cubicBezTo>
                    <a:pt x="50" y="61"/>
                    <a:pt x="50" y="61"/>
                    <a:pt x="50" y="61"/>
                  </a:cubicBezTo>
                  <a:cubicBezTo>
                    <a:pt x="50" y="61"/>
                    <a:pt x="52" y="56"/>
                    <a:pt x="52" y="56"/>
                  </a:cubicBezTo>
                  <a:cubicBezTo>
                    <a:pt x="52" y="55"/>
                    <a:pt x="52" y="54"/>
                    <a:pt x="52" y="53"/>
                  </a:cubicBezTo>
                  <a:cubicBezTo>
                    <a:pt x="56" y="47"/>
                    <a:pt x="56" y="40"/>
                    <a:pt x="58" y="34"/>
                  </a:cubicBezTo>
                  <a:cubicBezTo>
                    <a:pt x="61" y="33"/>
                    <a:pt x="70" y="31"/>
                    <a:pt x="73" y="32"/>
                  </a:cubicBezTo>
                  <a:cubicBezTo>
                    <a:pt x="77" y="34"/>
                    <a:pt x="85" y="45"/>
                    <a:pt x="85" y="51"/>
                  </a:cubicBezTo>
                  <a:cubicBezTo>
                    <a:pt x="86" y="52"/>
                    <a:pt x="86" y="53"/>
                    <a:pt x="87" y="54"/>
                  </a:cubicBezTo>
                  <a:cubicBezTo>
                    <a:pt x="87" y="54"/>
                    <a:pt x="87" y="54"/>
                    <a:pt x="87" y="54"/>
                  </a:cubicBezTo>
                  <a:cubicBezTo>
                    <a:pt x="86" y="54"/>
                    <a:pt x="84" y="60"/>
                    <a:pt x="83" y="61"/>
                  </a:cubicBezTo>
                  <a:cubicBezTo>
                    <a:pt x="81" y="63"/>
                    <a:pt x="73" y="66"/>
                    <a:pt x="69" y="66"/>
                  </a:cubicBezTo>
                  <a:cubicBezTo>
                    <a:pt x="65" y="65"/>
                    <a:pt x="60" y="67"/>
                    <a:pt x="56" y="67"/>
                  </a:cubicBezTo>
                  <a:cubicBezTo>
                    <a:pt x="54" y="67"/>
                    <a:pt x="53" y="68"/>
                    <a:pt x="52" y="69"/>
                  </a:cubicBezTo>
                  <a:cubicBezTo>
                    <a:pt x="40" y="69"/>
                    <a:pt x="27" y="70"/>
                    <a:pt x="15" y="75"/>
                  </a:cubicBezTo>
                  <a:cubicBezTo>
                    <a:pt x="14" y="76"/>
                    <a:pt x="12" y="75"/>
                    <a:pt x="12" y="75"/>
                  </a:cubicBezTo>
                  <a:cubicBezTo>
                    <a:pt x="9" y="76"/>
                    <a:pt x="7" y="75"/>
                    <a:pt x="5" y="76"/>
                  </a:cubicBezTo>
                  <a:cubicBezTo>
                    <a:pt x="3" y="77"/>
                    <a:pt x="2" y="79"/>
                    <a:pt x="0" y="80"/>
                  </a:cubicBezTo>
                  <a:cubicBezTo>
                    <a:pt x="0" y="91"/>
                    <a:pt x="3" y="91"/>
                    <a:pt x="7" y="97"/>
                  </a:cubicBezTo>
                  <a:cubicBezTo>
                    <a:pt x="17" y="97"/>
                    <a:pt x="21" y="95"/>
                    <a:pt x="30" y="91"/>
                  </a:cubicBezTo>
                  <a:cubicBezTo>
                    <a:pt x="31" y="90"/>
                    <a:pt x="33" y="91"/>
                    <a:pt x="34" y="91"/>
                  </a:cubicBezTo>
                  <a:cubicBezTo>
                    <a:pt x="38" y="89"/>
                    <a:pt x="42" y="88"/>
                    <a:pt x="46" y="86"/>
                  </a:cubicBezTo>
                  <a:cubicBezTo>
                    <a:pt x="48" y="85"/>
                    <a:pt x="57" y="79"/>
                    <a:pt x="59" y="82"/>
                  </a:cubicBezTo>
                  <a:cubicBezTo>
                    <a:pt x="60" y="81"/>
                    <a:pt x="67" y="80"/>
                    <a:pt x="69" y="80"/>
                  </a:cubicBezTo>
                  <a:cubicBezTo>
                    <a:pt x="69" y="80"/>
                    <a:pt x="68" y="80"/>
                    <a:pt x="69" y="80"/>
                  </a:cubicBezTo>
                  <a:cubicBezTo>
                    <a:pt x="69" y="84"/>
                    <a:pt x="59" y="95"/>
                    <a:pt x="56" y="97"/>
                  </a:cubicBezTo>
                  <a:cubicBezTo>
                    <a:pt x="55" y="97"/>
                    <a:pt x="55" y="100"/>
                    <a:pt x="53" y="101"/>
                  </a:cubicBezTo>
                  <a:cubicBezTo>
                    <a:pt x="53" y="102"/>
                    <a:pt x="54" y="103"/>
                    <a:pt x="53" y="105"/>
                  </a:cubicBezTo>
                  <a:cubicBezTo>
                    <a:pt x="53" y="106"/>
                    <a:pt x="52" y="106"/>
                    <a:pt x="51" y="107"/>
                  </a:cubicBezTo>
                  <a:cubicBezTo>
                    <a:pt x="50" y="108"/>
                    <a:pt x="50" y="111"/>
                    <a:pt x="49" y="113"/>
                  </a:cubicBezTo>
                  <a:cubicBezTo>
                    <a:pt x="49" y="113"/>
                    <a:pt x="49" y="114"/>
                    <a:pt x="50" y="114"/>
                  </a:cubicBezTo>
                  <a:cubicBezTo>
                    <a:pt x="50" y="114"/>
                    <a:pt x="54" y="112"/>
                    <a:pt x="55" y="112"/>
                  </a:cubicBezTo>
                  <a:cubicBezTo>
                    <a:pt x="57" y="110"/>
                    <a:pt x="71" y="99"/>
                    <a:pt x="71" y="99"/>
                  </a:cubicBezTo>
                  <a:cubicBezTo>
                    <a:pt x="72" y="98"/>
                    <a:pt x="72" y="98"/>
                    <a:pt x="73" y="98"/>
                  </a:cubicBezTo>
                  <a:cubicBezTo>
                    <a:pt x="79" y="103"/>
                    <a:pt x="86" y="102"/>
                    <a:pt x="93" y="100"/>
                  </a:cubicBezTo>
                  <a:cubicBezTo>
                    <a:pt x="95" y="99"/>
                    <a:pt x="100" y="100"/>
                    <a:pt x="101" y="100"/>
                  </a:cubicBezTo>
                  <a:cubicBezTo>
                    <a:pt x="101" y="99"/>
                    <a:pt x="107" y="99"/>
                    <a:pt x="107" y="99"/>
                  </a:cubicBezTo>
                  <a:cubicBezTo>
                    <a:pt x="108" y="100"/>
                    <a:pt x="110" y="97"/>
                    <a:pt x="112" y="98"/>
                  </a:cubicBezTo>
                  <a:cubicBezTo>
                    <a:pt x="123" y="99"/>
                    <a:pt x="123" y="99"/>
                    <a:pt x="123" y="99"/>
                  </a:cubicBezTo>
                  <a:cubicBezTo>
                    <a:pt x="124" y="98"/>
                    <a:pt x="130" y="97"/>
                    <a:pt x="130" y="97"/>
                  </a:cubicBezTo>
                  <a:cubicBezTo>
                    <a:pt x="132" y="97"/>
                    <a:pt x="134" y="97"/>
                    <a:pt x="136" y="97"/>
                  </a:cubicBezTo>
                  <a:cubicBezTo>
                    <a:pt x="139" y="99"/>
                    <a:pt x="149" y="97"/>
                    <a:pt x="150" y="99"/>
                  </a:cubicBezTo>
                  <a:cubicBezTo>
                    <a:pt x="150" y="98"/>
                    <a:pt x="155" y="98"/>
                    <a:pt x="156" y="99"/>
                  </a:cubicBezTo>
                  <a:cubicBezTo>
                    <a:pt x="156" y="99"/>
                    <a:pt x="159" y="98"/>
                    <a:pt x="160" y="99"/>
                  </a:cubicBezTo>
                  <a:cubicBezTo>
                    <a:pt x="160" y="99"/>
                    <a:pt x="161" y="99"/>
                    <a:pt x="161" y="99"/>
                  </a:cubicBezTo>
                  <a:cubicBezTo>
                    <a:pt x="162" y="99"/>
                    <a:pt x="173" y="99"/>
                    <a:pt x="175" y="100"/>
                  </a:cubicBezTo>
                  <a:cubicBezTo>
                    <a:pt x="175" y="100"/>
                    <a:pt x="177" y="99"/>
                    <a:pt x="179" y="100"/>
                  </a:cubicBezTo>
                  <a:cubicBezTo>
                    <a:pt x="186" y="103"/>
                    <a:pt x="194" y="103"/>
                    <a:pt x="202" y="104"/>
                  </a:cubicBezTo>
                  <a:cubicBezTo>
                    <a:pt x="203" y="105"/>
                    <a:pt x="204" y="103"/>
                    <a:pt x="207" y="104"/>
                  </a:cubicBezTo>
                  <a:cubicBezTo>
                    <a:pt x="208" y="103"/>
                    <a:pt x="211" y="103"/>
                    <a:pt x="213" y="103"/>
                  </a:cubicBezTo>
                  <a:cubicBezTo>
                    <a:pt x="214" y="101"/>
                    <a:pt x="213" y="98"/>
                    <a:pt x="213" y="96"/>
                  </a:cubicBezTo>
                  <a:cubicBezTo>
                    <a:pt x="208" y="93"/>
                    <a:pt x="204" y="88"/>
                    <a:pt x="196" y="90"/>
                  </a:cubicBezTo>
                  <a:cubicBezTo>
                    <a:pt x="196" y="89"/>
                    <a:pt x="191" y="88"/>
                    <a:pt x="190" y="88"/>
                  </a:cubicBezTo>
                  <a:cubicBezTo>
                    <a:pt x="188" y="88"/>
                    <a:pt x="187" y="88"/>
                    <a:pt x="185" y="88"/>
                  </a:cubicBezTo>
                  <a:cubicBezTo>
                    <a:pt x="180" y="85"/>
                    <a:pt x="172" y="86"/>
                    <a:pt x="165" y="85"/>
                  </a:cubicBezTo>
                  <a:cubicBezTo>
                    <a:pt x="164" y="82"/>
                    <a:pt x="168" y="81"/>
                    <a:pt x="169" y="79"/>
                  </a:cubicBezTo>
                  <a:cubicBezTo>
                    <a:pt x="168" y="78"/>
                    <a:pt x="170" y="77"/>
                    <a:pt x="170" y="76"/>
                  </a:cubicBezTo>
                  <a:cubicBezTo>
                    <a:pt x="176" y="76"/>
                    <a:pt x="184" y="74"/>
                    <a:pt x="189" y="78"/>
                  </a:cubicBezTo>
                  <a:cubicBezTo>
                    <a:pt x="190" y="76"/>
                    <a:pt x="197" y="80"/>
                    <a:pt x="198" y="80"/>
                  </a:cubicBezTo>
                  <a:cubicBezTo>
                    <a:pt x="200" y="79"/>
                    <a:pt x="203" y="81"/>
                    <a:pt x="204" y="82"/>
                  </a:cubicBezTo>
                  <a:cubicBezTo>
                    <a:pt x="206" y="79"/>
                    <a:pt x="210" y="83"/>
                    <a:pt x="213" y="83"/>
                  </a:cubicBezTo>
                  <a:cubicBezTo>
                    <a:pt x="214" y="83"/>
                    <a:pt x="214" y="83"/>
                    <a:pt x="215" y="83"/>
                  </a:cubicBezTo>
                  <a:cubicBezTo>
                    <a:pt x="216" y="84"/>
                    <a:pt x="216" y="85"/>
                    <a:pt x="217" y="86"/>
                  </a:cubicBezTo>
                  <a:cubicBezTo>
                    <a:pt x="218" y="85"/>
                    <a:pt x="221" y="87"/>
                    <a:pt x="222" y="87"/>
                  </a:cubicBezTo>
                  <a:cubicBezTo>
                    <a:pt x="223" y="87"/>
                    <a:pt x="227" y="88"/>
                    <a:pt x="228" y="89"/>
                  </a:cubicBezTo>
                  <a:cubicBezTo>
                    <a:pt x="229" y="89"/>
                    <a:pt x="231" y="89"/>
                    <a:pt x="232" y="89"/>
                  </a:cubicBezTo>
                  <a:cubicBezTo>
                    <a:pt x="233" y="89"/>
                    <a:pt x="234" y="90"/>
                    <a:pt x="235" y="90"/>
                  </a:cubicBezTo>
                  <a:cubicBezTo>
                    <a:pt x="236" y="90"/>
                    <a:pt x="235" y="90"/>
                    <a:pt x="235" y="90"/>
                  </a:cubicBezTo>
                  <a:cubicBezTo>
                    <a:pt x="239" y="91"/>
                    <a:pt x="253" y="93"/>
                    <a:pt x="255" y="90"/>
                  </a:cubicBezTo>
                  <a:cubicBezTo>
                    <a:pt x="257" y="91"/>
                    <a:pt x="258" y="91"/>
                    <a:pt x="259" y="91"/>
                  </a:cubicBezTo>
                  <a:cubicBezTo>
                    <a:pt x="259" y="90"/>
                    <a:pt x="260" y="89"/>
                    <a:pt x="261" y="88"/>
                  </a:cubicBezTo>
                  <a:cubicBezTo>
                    <a:pt x="263" y="87"/>
                    <a:pt x="268" y="87"/>
                    <a:pt x="270" y="85"/>
                  </a:cubicBezTo>
                  <a:cubicBezTo>
                    <a:pt x="270" y="84"/>
                    <a:pt x="271" y="83"/>
                    <a:pt x="271" y="82"/>
                  </a:cubicBezTo>
                  <a:cubicBezTo>
                    <a:pt x="272" y="81"/>
                    <a:pt x="273" y="81"/>
                    <a:pt x="273" y="80"/>
                  </a:cubicBezTo>
                  <a:cubicBezTo>
                    <a:pt x="275" y="77"/>
                    <a:pt x="271" y="75"/>
                    <a:pt x="271" y="73"/>
                  </a:cubicBezTo>
                  <a:close/>
                  <a:moveTo>
                    <a:pt x="119" y="76"/>
                  </a:moveTo>
                  <a:cubicBezTo>
                    <a:pt x="119" y="76"/>
                    <a:pt x="119" y="76"/>
                    <a:pt x="119" y="77"/>
                  </a:cubicBezTo>
                  <a:cubicBezTo>
                    <a:pt x="118" y="78"/>
                    <a:pt x="117" y="79"/>
                    <a:pt x="115" y="80"/>
                  </a:cubicBezTo>
                  <a:cubicBezTo>
                    <a:pt x="115" y="81"/>
                    <a:pt x="115" y="82"/>
                    <a:pt x="115" y="83"/>
                  </a:cubicBezTo>
                  <a:cubicBezTo>
                    <a:pt x="114" y="84"/>
                    <a:pt x="112" y="84"/>
                    <a:pt x="111" y="85"/>
                  </a:cubicBezTo>
                  <a:cubicBezTo>
                    <a:pt x="110" y="85"/>
                    <a:pt x="110" y="85"/>
                    <a:pt x="109" y="85"/>
                  </a:cubicBezTo>
                  <a:cubicBezTo>
                    <a:pt x="109" y="85"/>
                    <a:pt x="93" y="87"/>
                    <a:pt x="91" y="88"/>
                  </a:cubicBezTo>
                  <a:cubicBezTo>
                    <a:pt x="89" y="89"/>
                    <a:pt x="87" y="88"/>
                    <a:pt x="87" y="88"/>
                  </a:cubicBezTo>
                  <a:cubicBezTo>
                    <a:pt x="85" y="89"/>
                    <a:pt x="83" y="89"/>
                    <a:pt x="81" y="90"/>
                  </a:cubicBezTo>
                  <a:cubicBezTo>
                    <a:pt x="80" y="90"/>
                    <a:pt x="80" y="90"/>
                    <a:pt x="79" y="89"/>
                  </a:cubicBezTo>
                  <a:cubicBezTo>
                    <a:pt x="79" y="88"/>
                    <a:pt x="84" y="82"/>
                    <a:pt x="85" y="80"/>
                  </a:cubicBezTo>
                  <a:cubicBezTo>
                    <a:pt x="90" y="81"/>
                    <a:pt x="95" y="78"/>
                    <a:pt x="98" y="76"/>
                  </a:cubicBezTo>
                  <a:cubicBezTo>
                    <a:pt x="98" y="76"/>
                    <a:pt x="101" y="77"/>
                    <a:pt x="101" y="77"/>
                  </a:cubicBezTo>
                  <a:cubicBezTo>
                    <a:pt x="101" y="76"/>
                    <a:pt x="105" y="75"/>
                    <a:pt x="105" y="75"/>
                  </a:cubicBezTo>
                  <a:cubicBezTo>
                    <a:pt x="108" y="74"/>
                    <a:pt x="113" y="76"/>
                    <a:pt x="114" y="74"/>
                  </a:cubicBezTo>
                  <a:cubicBezTo>
                    <a:pt x="115" y="74"/>
                    <a:pt x="115" y="74"/>
                    <a:pt x="115" y="75"/>
                  </a:cubicBezTo>
                  <a:cubicBezTo>
                    <a:pt x="117" y="74"/>
                    <a:pt x="118" y="75"/>
                    <a:pt x="119" y="75"/>
                  </a:cubicBezTo>
                  <a:cubicBezTo>
                    <a:pt x="119" y="76"/>
                    <a:pt x="119" y="76"/>
                    <a:pt x="119" y="76"/>
                  </a:cubicBezTo>
                  <a:close/>
                  <a:moveTo>
                    <a:pt x="125" y="60"/>
                  </a:moveTo>
                  <a:cubicBezTo>
                    <a:pt x="124" y="61"/>
                    <a:pt x="122" y="63"/>
                    <a:pt x="120" y="63"/>
                  </a:cubicBezTo>
                  <a:cubicBezTo>
                    <a:pt x="120" y="62"/>
                    <a:pt x="120" y="62"/>
                    <a:pt x="120" y="63"/>
                  </a:cubicBezTo>
                  <a:cubicBezTo>
                    <a:pt x="116" y="64"/>
                    <a:pt x="110" y="60"/>
                    <a:pt x="106" y="62"/>
                  </a:cubicBezTo>
                  <a:cubicBezTo>
                    <a:pt x="104" y="63"/>
                    <a:pt x="100" y="64"/>
                    <a:pt x="98" y="63"/>
                  </a:cubicBezTo>
                  <a:cubicBezTo>
                    <a:pt x="97" y="63"/>
                    <a:pt x="97" y="63"/>
                    <a:pt x="97" y="63"/>
                  </a:cubicBezTo>
                  <a:cubicBezTo>
                    <a:pt x="97" y="60"/>
                    <a:pt x="97" y="60"/>
                    <a:pt x="98" y="58"/>
                  </a:cubicBezTo>
                  <a:cubicBezTo>
                    <a:pt x="102" y="56"/>
                    <a:pt x="112" y="51"/>
                    <a:pt x="117" y="53"/>
                  </a:cubicBezTo>
                  <a:cubicBezTo>
                    <a:pt x="118" y="53"/>
                    <a:pt x="118" y="52"/>
                    <a:pt x="118" y="52"/>
                  </a:cubicBezTo>
                  <a:cubicBezTo>
                    <a:pt x="122" y="53"/>
                    <a:pt x="125" y="54"/>
                    <a:pt x="127" y="54"/>
                  </a:cubicBezTo>
                  <a:cubicBezTo>
                    <a:pt x="127" y="54"/>
                    <a:pt x="128" y="55"/>
                    <a:pt x="128" y="55"/>
                  </a:cubicBezTo>
                  <a:cubicBezTo>
                    <a:pt x="128" y="57"/>
                    <a:pt x="127" y="59"/>
                    <a:pt x="125" y="60"/>
                  </a:cubicBezTo>
                  <a:cubicBezTo>
                    <a:pt x="125" y="60"/>
                    <a:pt x="125" y="60"/>
                    <a:pt x="125" y="60"/>
                  </a:cubicBezTo>
                  <a:close/>
                  <a:moveTo>
                    <a:pt x="161" y="75"/>
                  </a:moveTo>
                  <a:cubicBezTo>
                    <a:pt x="159" y="77"/>
                    <a:pt x="158" y="79"/>
                    <a:pt x="157" y="81"/>
                  </a:cubicBezTo>
                  <a:cubicBezTo>
                    <a:pt x="157" y="82"/>
                    <a:pt x="157" y="82"/>
                    <a:pt x="158" y="83"/>
                  </a:cubicBezTo>
                  <a:cubicBezTo>
                    <a:pt x="157" y="86"/>
                    <a:pt x="152" y="85"/>
                    <a:pt x="150" y="84"/>
                  </a:cubicBezTo>
                  <a:cubicBezTo>
                    <a:pt x="149" y="84"/>
                    <a:pt x="148" y="85"/>
                    <a:pt x="147" y="85"/>
                  </a:cubicBezTo>
                  <a:cubicBezTo>
                    <a:pt x="147" y="85"/>
                    <a:pt x="129" y="85"/>
                    <a:pt x="126" y="83"/>
                  </a:cubicBezTo>
                  <a:cubicBezTo>
                    <a:pt x="126" y="81"/>
                    <a:pt x="129" y="79"/>
                    <a:pt x="131" y="78"/>
                  </a:cubicBezTo>
                  <a:cubicBezTo>
                    <a:pt x="132" y="77"/>
                    <a:pt x="131" y="76"/>
                    <a:pt x="132" y="76"/>
                  </a:cubicBezTo>
                  <a:cubicBezTo>
                    <a:pt x="134" y="74"/>
                    <a:pt x="149" y="73"/>
                    <a:pt x="152" y="73"/>
                  </a:cubicBezTo>
                  <a:cubicBezTo>
                    <a:pt x="152" y="73"/>
                    <a:pt x="152" y="73"/>
                    <a:pt x="152" y="73"/>
                  </a:cubicBezTo>
                  <a:cubicBezTo>
                    <a:pt x="156" y="73"/>
                    <a:pt x="158" y="73"/>
                    <a:pt x="161" y="74"/>
                  </a:cubicBezTo>
                  <a:cubicBezTo>
                    <a:pt x="161" y="74"/>
                    <a:pt x="161" y="75"/>
                    <a:pt x="161" y="75"/>
                  </a:cubicBezTo>
                  <a:close/>
                  <a:moveTo>
                    <a:pt x="168" y="56"/>
                  </a:moveTo>
                  <a:cubicBezTo>
                    <a:pt x="169" y="56"/>
                    <a:pt x="166" y="61"/>
                    <a:pt x="165" y="61"/>
                  </a:cubicBezTo>
                  <a:cubicBezTo>
                    <a:pt x="163" y="60"/>
                    <a:pt x="152" y="62"/>
                    <a:pt x="149" y="62"/>
                  </a:cubicBezTo>
                  <a:cubicBezTo>
                    <a:pt x="146" y="63"/>
                    <a:pt x="141" y="60"/>
                    <a:pt x="140" y="61"/>
                  </a:cubicBezTo>
                  <a:cubicBezTo>
                    <a:pt x="139" y="61"/>
                    <a:pt x="139" y="61"/>
                    <a:pt x="138" y="61"/>
                  </a:cubicBezTo>
                  <a:cubicBezTo>
                    <a:pt x="138" y="60"/>
                    <a:pt x="138" y="60"/>
                    <a:pt x="138" y="59"/>
                  </a:cubicBezTo>
                  <a:cubicBezTo>
                    <a:pt x="140" y="57"/>
                    <a:pt x="144" y="56"/>
                    <a:pt x="145" y="53"/>
                  </a:cubicBezTo>
                  <a:cubicBezTo>
                    <a:pt x="150" y="50"/>
                    <a:pt x="162" y="55"/>
                    <a:pt x="167" y="51"/>
                  </a:cubicBezTo>
                  <a:cubicBezTo>
                    <a:pt x="168" y="51"/>
                    <a:pt x="168" y="51"/>
                    <a:pt x="170" y="51"/>
                  </a:cubicBezTo>
                  <a:cubicBezTo>
                    <a:pt x="170" y="52"/>
                    <a:pt x="171" y="52"/>
                    <a:pt x="171" y="52"/>
                  </a:cubicBezTo>
                  <a:cubicBezTo>
                    <a:pt x="171" y="55"/>
                    <a:pt x="170" y="55"/>
                    <a:pt x="168" y="56"/>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9" name="Freeform 15"/>
            <p:cNvSpPr>
              <a:spLocks noEditPoints="1"/>
            </p:cNvSpPr>
            <p:nvPr/>
          </p:nvSpPr>
          <p:spPr bwMode="auto">
            <a:xfrm>
              <a:off x="1968963" y="6306635"/>
              <a:ext cx="195934" cy="152456"/>
            </a:xfrm>
            <a:custGeom>
              <a:avLst/>
              <a:gdLst>
                <a:gd name="T0" fmla="*/ 142 w 146"/>
                <a:gd name="T1" fmla="*/ 77 h 113"/>
                <a:gd name="T2" fmla="*/ 130 w 146"/>
                <a:gd name="T3" fmla="*/ 78 h 113"/>
                <a:gd name="T4" fmla="*/ 120 w 146"/>
                <a:gd name="T5" fmla="*/ 74 h 113"/>
                <a:gd name="T6" fmla="*/ 108 w 146"/>
                <a:gd name="T7" fmla="*/ 55 h 113"/>
                <a:gd name="T8" fmla="*/ 107 w 146"/>
                <a:gd name="T9" fmla="*/ 38 h 113"/>
                <a:gd name="T10" fmla="*/ 108 w 146"/>
                <a:gd name="T11" fmla="*/ 23 h 113"/>
                <a:gd name="T12" fmla="*/ 113 w 146"/>
                <a:gd name="T13" fmla="*/ 8 h 113"/>
                <a:gd name="T14" fmla="*/ 79 w 146"/>
                <a:gd name="T15" fmla="*/ 2 h 113"/>
                <a:gd name="T16" fmla="*/ 62 w 146"/>
                <a:gd name="T17" fmla="*/ 2 h 113"/>
                <a:gd name="T18" fmla="*/ 41 w 146"/>
                <a:gd name="T19" fmla="*/ 4 h 113"/>
                <a:gd name="T20" fmla="*/ 23 w 146"/>
                <a:gd name="T21" fmla="*/ 7 h 113"/>
                <a:gd name="T22" fmla="*/ 9 w 146"/>
                <a:gd name="T23" fmla="*/ 21 h 113"/>
                <a:gd name="T24" fmla="*/ 12 w 146"/>
                <a:gd name="T25" fmla="*/ 41 h 113"/>
                <a:gd name="T26" fmla="*/ 9 w 146"/>
                <a:gd name="T27" fmla="*/ 68 h 113"/>
                <a:gd name="T28" fmla="*/ 11 w 146"/>
                <a:gd name="T29" fmla="*/ 81 h 113"/>
                <a:gd name="T30" fmla="*/ 20 w 146"/>
                <a:gd name="T31" fmla="*/ 87 h 113"/>
                <a:gd name="T32" fmla="*/ 30 w 146"/>
                <a:gd name="T33" fmla="*/ 87 h 113"/>
                <a:gd name="T34" fmla="*/ 33 w 146"/>
                <a:gd name="T35" fmla="*/ 87 h 113"/>
                <a:gd name="T36" fmla="*/ 43 w 146"/>
                <a:gd name="T37" fmla="*/ 86 h 113"/>
                <a:gd name="T38" fmla="*/ 57 w 146"/>
                <a:gd name="T39" fmla="*/ 85 h 113"/>
                <a:gd name="T40" fmla="*/ 63 w 146"/>
                <a:gd name="T41" fmla="*/ 85 h 113"/>
                <a:gd name="T42" fmla="*/ 71 w 146"/>
                <a:gd name="T43" fmla="*/ 85 h 113"/>
                <a:gd name="T44" fmla="*/ 76 w 146"/>
                <a:gd name="T45" fmla="*/ 84 h 113"/>
                <a:gd name="T46" fmla="*/ 101 w 146"/>
                <a:gd name="T47" fmla="*/ 87 h 113"/>
                <a:gd name="T48" fmla="*/ 107 w 146"/>
                <a:gd name="T49" fmla="*/ 97 h 113"/>
                <a:gd name="T50" fmla="*/ 118 w 146"/>
                <a:gd name="T51" fmla="*/ 112 h 113"/>
                <a:gd name="T52" fmla="*/ 145 w 146"/>
                <a:gd name="T53" fmla="*/ 88 h 113"/>
                <a:gd name="T54" fmla="*/ 48 w 146"/>
                <a:gd name="T55" fmla="*/ 71 h 113"/>
                <a:gd name="T56" fmla="*/ 35 w 146"/>
                <a:gd name="T57" fmla="*/ 73 h 113"/>
                <a:gd name="T58" fmla="*/ 17 w 146"/>
                <a:gd name="T59" fmla="*/ 77 h 113"/>
                <a:gd name="T60" fmla="*/ 46 w 146"/>
                <a:gd name="T61" fmla="*/ 62 h 113"/>
                <a:gd name="T62" fmla="*/ 69 w 146"/>
                <a:gd name="T63" fmla="*/ 61 h 113"/>
                <a:gd name="T64" fmla="*/ 95 w 146"/>
                <a:gd name="T65" fmla="*/ 61 h 113"/>
                <a:gd name="T66" fmla="*/ 57 w 146"/>
                <a:gd name="T67" fmla="*/ 46 h 113"/>
                <a:gd name="T68" fmla="*/ 42 w 146"/>
                <a:gd name="T69" fmla="*/ 48 h 113"/>
                <a:gd name="T70" fmla="*/ 26 w 146"/>
                <a:gd name="T71" fmla="*/ 44 h 113"/>
                <a:gd name="T72" fmla="*/ 43 w 146"/>
                <a:gd name="T73" fmla="*/ 39 h 113"/>
                <a:gd name="T74" fmla="*/ 54 w 146"/>
                <a:gd name="T75" fmla="*/ 39 h 113"/>
                <a:gd name="T76" fmla="*/ 84 w 146"/>
                <a:gd name="T77" fmla="*/ 39 h 113"/>
                <a:gd name="T78" fmla="*/ 92 w 146"/>
                <a:gd name="T79" fmla="*/ 48 h 113"/>
                <a:gd name="T80" fmla="*/ 66 w 146"/>
                <a:gd name="T81" fmla="*/ 25 h 113"/>
                <a:gd name="T82" fmla="*/ 54 w 146"/>
                <a:gd name="T83" fmla="*/ 25 h 113"/>
                <a:gd name="T84" fmla="*/ 30 w 146"/>
                <a:gd name="T85" fmla="*/ 29 h 113"/>
                <a:gd name="T86" fmla="*/ 31 w 146"/>
                <a:gd name="T87" fmla="*/ 21 h 113"/>
                <a:gd name="T88" fmla="*/ 46 w 146"/>
                <a:gd name="T89" fmla="*/ 18 h 113"/>
                <a:gd name="T90" fmla="*/ 67 w 146"/>
                <a:gd name="T91" fmla="*/ 18 h 113"/>
                <a:gd name="T92" fmla="*/ 80 w 146"/>
                <a:gd name="T93" fmla="*/ 16 h 113"/>
                <a:gd name="T94" fmla="*/ 95 w 146"/>
                <a:gd name="T95" fmla="*/ 18 h 113"/>
                <a:gd name="T96" fmla="*/ 97 w 146"/>
                <a:gd name="T97" fmla="*/ 2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 h="113">
                  <a:moveTo>
                    <a:pt x="145" y="88"/>
                  </a:moveTo>
                  <a:cubicBezTo>
                    <a:pt x="143" y="84"/>
                    <a:pt x="140" y="83"/>
                    <a:pt x="142" y="78"/>
                  </a:cubicBezTo>
                  <a:cubicBezTo>
                    <a:pt x="142" y="77"/>
                    <a:pt x="142" y="78"/>
                    <a:pt x="142" y="77"/>
                  </a:cubicBezTo>
                  <a:cubicBezTo>
                    <a:pt x="139" y="77"/>
                    <a:pt x="138" y="80"/>
                    <a:pt x="137" y="81"/>
                  </a:cubicBezTo>
                  <a:cubicBezTo>
                    <a:pt x="135" y="81"/>
                    <a:pt x="135" y="81"/>
                    <a:pt x="135" y="81"/>
                  </a:cubicBezTo>
                  <a:cubicBezTo>
                    <a:pt x="133" y="81"/>
                    <a:pt x="132" y="79"/>
                    <a:pt x="130" y="78"/>
                  </a:cubicBezTo>
                  <a:cubicBezTo>
                    <a:pt x="128" y="76"/>
                    <a:pt x="126" y="77"/>
                    <a:pt x="123" y="75"/>
                  </a:cubicBezTo>
                  <a:cubicBezTo>
                    <a:pt x="123" y="75"/>
                    <a:pt x="122" y="75"/>
                    <a:pt x="122" y="76"/>
                  </a:cubicBezTo>
                  <a:cubicBezTo>
                    <a:pt x="122" y="76"/>
                    <a:pt x="120" y="74"/>
                    <a:pt x="120" y="74"/>
                  </a:cubicBezTo>
                  <a:cubicBezTo>
                    <a:pt x="118" y="74"/>
                    <a:pt x="115" y="75"/>
                    <a:pt x="114" y="75"/>
                  </a:cubicBezTo>
                  <a:cubicBezTo>
                    <a:pt x="112" y="74"/>
                    <a:pt x="111" y="72"/>
                    <a:pt x="108" y="71"/>
                  </a:cubicBezTo>
                  <a:cubicBezTo>
                    <a:pt x="106" y="68"/>
                    <a:pt x="107" y="59"/>
                    <a:pt x="108" y="55"/>
                  </a:cubicBezTo>
                  <a:cubicBezTo>
                    <a:pt x="107" y="53"/>
                    <a:pt x="107" y="50"/>
                    <a:pt x="107" y="48"/>
                  </a:cubicBezTo>
                  <a:cubicBezTo>
                    <a:pt x="107" y="47"/>
                    <a:pt x="107" y="47"/>
                    <a:pt x="107" y="46"/>
                  </a:cubicBezTo>
                  <a:cubicBezTo>
                    <a:pt x="108" y="45"/>
                    <a:pt x="108" y="39"/>
                    <a:pt x="107" y="38"/>
                  </a:cubicBezTo>
                  <a:cubicBezTo>
                    <a:pt x="108" y="37"/>
                    <a:pt x="108" y="37"/>
                    <a:pt x="109" y="36"/>
                  </a:cubicBezTo>
                  <a:cubicBezTo>
                    <a:pt x="109" y="34"/>
                    <a:pt x="108" y="33"/>
                    <a:pt x="108" y="32"/>
                  </a:cubicBezTo>
                  <a:cubicBezTo>
                    <a:pt x="109" y="31"/>
                    <a:pt x="107" y="24"/>
                    <a:pt x="108" y="23"/>
                  </a:cubicBezTo>
                  <a:cubicBezTo>
                    <a:pt x="108" y="22"/>
                    <a:pt x="110" y="21"/>
                    <a:pt x="110" y="21"/>
                  </a:cubicBezTo>
                  <a:cubicBezTo>
                    <a:pt x="110" y="21"/>
                    <a:pt x="111" y="18"/>
                    <a:pt x="112" y="18"/>
                  </a:cubicBezTo>
                  <a:cubicBezTo>
                    <a:pt x="115" y="15"/>
                    <a:pt x="114" y="11"/>
                    <a:pt x="113" y="8"/>
                  </a:cubicBezTo>
                  <a:cubicBezTo>
                    <a:pt x="112" y="7"/>
                    <a:pt x="111" y="6"/>
                    <a:pt x="110" y="5"/>
                  </a:cubicBezTo>
                  <a:cubicBezTo>
                    <a:pt x="107" y="4"/>
                    <a:pt x="102" y="3"/>
                    <a:pt x="97" y="2"/>
                  </a:cubicBezTo>
                  <a:cubicBezTo>
                    <a:pt x="91" y="0"/>
                    <a:pt x="83" y="5"/>
                    <a:pt x="79" y="2"/>
                  </a:cubicBezTo>
                  <a:cubicBezTo>
                    <a:pt x="77" y="3"/>
                    <a:pt x="74" y="2"/>
                    <a:pt x="74" y="1"/>
                  </a:cubicBezTo>
                  <a:cubicBezTo>
                    <a:pt x="73" y="2"/>
                    <a:pt x="69" y="2"/>
                    <a:pt x="68" y="1"/>
                  </a:cubicBezTo>
                  <a:cubicBezTo>
                    <a:pt x="67" y="3"/>
                    <a:pt x="64" y="1"/>
                    <a:pt x="62" y="2"/>
                  </a:cubicBezTo>
                  <a:cubicBezTo>
                    <a:pt x="60" y="2"/>
                    <a:pt x="58" y="3"/>
                    <a:pt x="56" y="4"/>
                  </a:cubicBezTo>
                  <a:cubicBezTo>
                    <a:pt x="56" y="3"/>
                    <a:pt x="53" y="3"/>
                    <a:pt x="52" y="3"/>
                  </a:cubicBezTo>
                  <a:cubicBezTo>
                    <a:pt x="49" y="5"/>
                    <a:pt x="46" y="3"/>
                    <a:pt x="41" y="4"/>
                  </a:cubicBezTo>
                  <a:cubicBezTo>
                    <a:pt x="41" y="4"/>
                    <a:pt x="38" y="5"/>
                    <a:pt x="36" y="5"/>
                  </a:cubicBezTo>
                  <a:cubicBezTo>
                    <a:pt x="36" y="5"/>
                    <a:pt x="36" y="4"/>
                    <a:pt x="36" y="4"/>
                  </a:cubicBezTo>
                  <a:cubicBezTo>
                    <a:pt x="35" y="6"/>
                    <a:pt x="25" y="6"/>
                    <a:pt x="23" y="7"/>
                  </a:cubicBezTo>
                  <a:cubicBezTo>
                    <a:pt x="17" y="7"/>
                    <a:pt x="10" y="4"/>
                    <a:pt x="7" y="6"/>
                  </a:cubicBezTo>
                  <a:cubicBezTo>
                    <a:pt x="0" y="11"/>
                    <a:pt x="6" y="13"/>
                    <a:pt x="9" y="19"/>
                  </a:cubicBezTo>
                  <a:cubicBezTo>
                    <a:pt x="10" y="20"/>
                    <a:pt x="9" y="21"/>
                    <a:pt x="9" y="21"/>
                  </a:cubicBezTo>
                  <a:cubicBezTo>
                    <a:pt x="10" y="22"/>
                    <a:pt x="11" y="23"/>
                    <a:pt x="11" y="24"/>
                  </a:cubicBezTo>
                  <a:cubicBezTo>
                    <a:pt x="11" y="24"/>
                    <a:pt x="14" y="31"/>
                    <a:pt x="13" y="32"/>
                  </a:cubicBezTo>
                  <a:cubicBezTo>
                    <a:pt x="11" y="35"/>
                    <a:pt x="12" y="36"/>
                    <a:pt x="12" y="41"/>
                  </a:cubicBezTo>
                  <a:cubicBezTo>
                    <a:pt x="12" y="44"/>
                    <a:pt x="12" y="44"/>
                    <a:pt x="12" y="44"/>
                  </a:cubicBezTo>
                  <a:cubicBezTo>
                    <a:pt x="11" y="46"/>
                    <a:pt x="9" y="56"/>
                    <a:pt x="9" y="56"/>
                  </a:cubicBezTo>
                  <a:cubicBezTo>
                    <a:pt x="10" y="60"/>
                    <a:pt x="10" y="67"/>
                    <a:pt x="9" y="68"/>
                  </a:cubicBezTo>
                  <a:cubicBezTo>
                    <a:pt x="9" y="71"/>
                    <a:pt x="10" y="75"/>
                    <a:pt x="10" y="76"/>
                  </a:cubicBezTo>
                  <a:cubicBezTo>
                    <a:pt x="9" y="77"/>
                    <a:pt x="9" y="79"/>
                    <a:pt x="9" y="81"/>
                  </a:cubicBezTo>
                  <a:cubicBezTo>
                    <a:pt x="10" y="81"/>
                    <a:pt x="11" y="81"/>
                    <a:pt x="11" y="81"/>
                  </a:cubicBezTo>
                  <a:cubicBezTo>
                    <a:pt x="13" y="82"/>
                    <a:pt x="13" y="84"/>
                    <a:pt x="15" y="85"/>
                  </a:cubicBezTo>
                  <a:cubicBezTo>
                    <a:pt x="16" y="87"/>
                    <a:pt x="19" y="86"/>
                    <a:pt x="20" y="87"/>
                  </a:cubicBezTo>
                  <a:cubicBezTo>
                    <a:pt x="20" y="87"/>
                    <a:pt x="20" y="87"/>
                    <a:pt x="20" y="87"/>
                  </a:cubicBezTo>
                  <a:cubicBezTo>
                    <a:pt x="21" y="87"/>
                    <a:pt x="20" y="87"/>
                    <a:pt x="21" y="87"/>
                  </a:cubicBezTo>
                  <a:cubicBezTo>
                    <a:pt x="24" y="87"/>
                    <a:pt x="25" y="87"/>
                    <a:pt x="27" y="86"/>
                  </a:cubicBezTo>
                  <a:cubicBezTo>
                    <a:pt x="28" y="86"/>
                    <a:pt x="29" y="86"/>
                    <a:pt x="30" y="87"/>
                  </a:cubicBezTo>
                  <a:cubicBezTo>
                    <a:pt x="30" y="86"/>
                    <a:pt x="30" y="86"/>
                    <a:pt x="31" y="86"/>
                  </a:cubicBezTo>
                  <a:cubicBezTo>
                    <a:pt x="32" y="86"/>
                    <a:pt x="32" y="86"/>
                    <a:pt x="32" y="86"/>
                  </a:cubicBezTo>
                  <a:cubicBezTo>
                    <a:pt x="32" y="86"/>
                    <a:pt x="33" y="87"/>
                    <a:pt x="33" y="87"/>
                  </a:cubicBezTo>
                  <a:cubicBezTo>
                    <a:pt x="33" y="87"/>
                    <a:pt x="33" y="87"/>
                    <a:pt x="33" y="87"/>
                  </a:cubicBezTo>
                  <a:cubicBezTo>
                    <a:pt x="36" y="87"/>
                    <a:pt x="40" y="85"/>
                    <a:pt x="43" y="85"/>
                  </a:cubicBezTo>
                  <a:cubicBezTo>
                    <a:pt x="43" y="86"/>
                    <a:pt x="43" y="86"/>
                    <a:pt x="43" y="86"/>
                  </a:cubicBezTo>
                  <a:cubicBezTo>
                    <a:pt x="44" y="85"/>
                    <a:pt x="46" y="84"/>
                    <a:pt x="46" y="84"/>
                  </a:cubicBezTo>
                  <a:cubicBezTo>
                    <a:pt x="46" y="84"/>
                    <a:pt x="49" y="85"/>
                    <a:pt x="50" y="86"/>
                  </a:cubicBezTo>
                  <a:cubicBezTo>
                    <a:pt x="52" y="85"/>
                    <a:pt x="55" y="85"/>
                    <a:pt x="57" y="85"/>
                  </a:cubicBezTo>
                  <a:cubicBezTo>
                    <a:pt x="57" y="85"/>
                    <a:pt x="57" y="86"/>
                    <a:pt x="58" y="86"/>
                  </a:cubicBezTo>
                  <a:cubicBezTo>
                    <a:pt x="59" y="86"/>
                    <a:pt x="61" y="85"/>
                    <a:pt x="62" y="85"/>
                  </a:cubicBezTo>
                  <a:cubicBezTo>
                    <a:pt x="63" y="84"/>
                    <a:pt x="62" y="85"/>
                    <a:pt x="63" y="85"/>
                  </a:cubicBezTo>
                  <a:cubicBezTo>
                    <a:pt x="63" y="85"/>
                    <a:pt x="63" y="85"/>
                    <a:pt x="63" y="85"/>
                  </a:cubicBezTo>
                  <a:cubicBezTo>
                    <a:pt x="65" y="85"/>
                    <a:pt x="69" y="84"/>
                    <a:pt x="70" y="85"/>
                  </a:cubicBezTo>
                  <a:cubicBezTo>
                    <a:pt x="71" y="85"/>
                    <a:pt x="71" y="85"/>
                    <a:pt x="71" y="85"/>
                  </a:cubicBezTo>
                  <a:cubicBezTo>
                    <a:pt x="72" y="85"/>
                    <a:pt x="72" y="84"/>
                    <a:pt x="72" y="84"/>
                  </a:cubicBezTo>
                  <a:cubicBezTo>
                    <a:pt x="72" y="85"/>
                    <a:pt x="72" y="85"/>
                    <a:pt x="72" y="85"/>
                  </a:cubicBezTo>
                  <a:cubicBezTo>
                    <a:pt x="74" y="85"/>
                    <a:pt x="75" y="83"/>
                    <a:pt x="76" y="84"/>
                  </a:cubicBezTo>
                  <a:cubicBezTo>
                    <a:pt x="77" y="85"/>
                    <a:pt x="82" y="84"/>
                    <a:pt x="83" y="84"/>
                  </a:cubicBezTo>
                  <a:cubicBezTo>
                    <a:pt x="89" y="87"/>
                    <a:pt x="97" y="86"/>
                    <a:pt x="99" y="88"/>
                  </a:cubicBezTo>
                  <a:cubicBezTo>
                    <a:pt x="99" y="87"/>
                    <a:pt x="100" y="87"/>
                    <a:pt x="101" y="87"/>
                  </a:cubicBezTo>
                  <a:cubicBezTo>
                    <a:pt x="102" y="88"/>
                    <a:pt x="104" y="91"/>
                    <a:pt x="105" y="91"/>
                  </a:cubicBezTo>
                  <a:cubicBezTo>
                    <a:pt x="105" y="94"/>
                    <a:pt x="105" y="95"/>
                    <a:pt x="106" y="97"/>
                  </a:cubicBezTo>
                  <a:cubicBezTo>
                    <a:pt x="106" y="97"/>
                    <a:pt x="106" y="97"/>
                    <a:pt x="107" y="97"/>
                  </a:cubicBezTo>
                  <a:cubicBezTo>
                    <a:pt x="106" y="99"/>
                    <a:pt x="112" y="108"/>
                    <a:pt x="113" y="110"/>
                  </a:cubicBezTo>
                  <a:cubicBezTo>
                    <a:pt x="114" y="110"/>
                    <a:pt x="116" y="110"/>
                    <a:pt x="117" y="111"/>
                  </a:cubicBezTo>
                  <a:cubicBezTo>
                    <a:pt x="117" y="111"/>
                    <a:pt x="118" y="112"/>
                    <a:pt x="118" y="112"/>
                  </a:cubicBezTo>
                  <a:cubicBezTo>
                    <a:pt x="119" y="112"/>
                    <a:pt x="123" y="113"/>
                    <a:pt x="125" y="112"/>
                  </a:cubicBezTo>
                  <a:cubicBezTo>
                    <a:pt x="130" y="109"/>
                    <a:pt x="145" y="99"/>
                    <a:pt x="146" y="91"/>
                  </a:cubicBezTo>
                  <a:cubicBezTo>
                    <a:pt x="145" y="90"/>
                    <a:pt x="146" y="89"/>
                    <a:pt x="145" y="88"/>
                  </a:cubicBezTo>
                  <a:close/>
                  <a:moveTo>
                    <a:pt x="97" y="69"/>
                  </a:moveTo>
                  <a:cubicBezTo>
                    <a:pt x="96" y="72"/>
                    <a:pt x="88" y="72"/>
                    <a:pt x="85" y="71"/>
                  </a:cubicBezTo>
                  <a:cubicBezTo>
                    <a:pt x="78" y="70"/>
                    <a:pt x="53" y="69"/>
                    <a:pt x="48" y="71"/>
                  </a:cubicBezTo>
                  <a:cubicBezTo>
                    <a:pt x="37" y="71"/>
                    <a:pt x="37" y="71"/>
                    <a:pt x="37" y="71"/>
                  </a:cubicBezTo>
                  <a:cubicBezTo>
                    <a:pt x="37" y="72"/>
                    <a:pt x="37" y="72"/>
                    <a:pt x="37" y="72"/>
                  </a:cubicBezTo>
                  <a:cubicBezTo>
                    <a:pt x="36" y="73"/>
                    <a:pt x="35" y="71"/>
                    <a:pt x="35" y="73"/>
                  </a:cubicBezTo>
                  <a:cubicBezTo>
                    <a:pt x="34" y="73"/>
                    <a:pt x="34" y="72"/>
                    <a:pt x="33" y="72"/>
                  </a:cubicBezTo>
                  <a:cubicBezTo>
                    <a:pt x="33" y="72"/>
                    <a:pt x="19" y="78"/>
                    <a:pt x="18" y="78"/>
                  </a:cubicBezTo>
                  <a:cubicBezTo>
                    <a:pt x="18" y="78"/>
                    <a:pt x="17" y="77"/>
                    <a:pt x="17" y="77"/>
                  </a:cubicBezTo>
                  <a:cubicBezTo>
                    <a:pt x="17" y="64"/>
                    <a:pt x="29" y="66"/>
                    <a:pt x="38" y="61"/>
                  </a:cubicBezTo>
                  <a:cubicBezTo>
                    <a:pt x="40" y="62"/>
                    <a:pt x="41" y="62"/>
                    <a:pt x="43" y="62"/>
                  </a:cubicBezTo>
                  <a:cubicBezTo>
                    <a:pt x="43" y="61"/>
                    <a:pt x="46" y="62"/>
                    <a:pt x="46" y="62"/>
                  </a:cubicBezTo>
                  <a:cubicBezTo>
                    <a:pt x="46" y="61"/>
                    <a:pt x="53" y="60"/>
                    <a:pt x="53" y="60"/>
                  </a:cubicBezTo>
                  <a:cubicBezTo>
                    <a:pt x="57" y="58"/>
                    <a:pt x="61" y="62"/>
                    <a:pt x="65" y="60"/>
                  </a:cubicBezTo>
                  <a:cubicBezTo>
                    <a:pt x="65" y="60"/>
                    <a:pt x="68" y="60"/>
                    <a:pt x="69" y="61"/>
                  </a:cubicBezTo>
                  <a:cubicBezTo>
                    <a:pt x="70" y="59"/>
                    <a:pt x="79" y="62"/>
                    <a:pt x="80" y="60"/>
                  </a:cubicBezTo>
                  <a:cubicBezTo>
                    <a:pt x="81" y="60"/>
                    <a:pt x="89" y="60"/>
                    <a:pt x="90" y="60"/>
                  </a:cubicBezTo>
                  <a:cubicBezTo>
                    <a:pt x="91" y="60"/>
                    <a:pt x="93" y="61"/>
                    <a:pt x="95" y="61"/>
                  </a:cubicBezTo>
                  <a:cubicBezTo>
                    <a:pt x="94" y="62"/>
                    <a:pt x="98" y="66"/>
                    <a:pt x="97" y="69"/>
                  </a:cubicBezTo>
                  <a:close/>
                  <a:moveTo>
                    <a:pt x="92" y="48"/>
                  </a:moveTo>
                  <a:cubicBezTo>
                    <a:pt x="84" y="44"/>
                    <a:pt x="59" y="48"/>
                    <a:pt x="57" y="46"/>
                  </a:cubicBezTo>
                  <a:cubicBezTo>
                    <a:pt x="54" y="47"/>
                    <a:pt x="51" y="47"/>
                    <a:pt x="48" y="48"/>
                  </a:cubicBezTo>
                  <a:cubicBezTo>
                    <a:pt x="49" y="47"/>
                    <a:pt x="43" y="49"/>
                    <a:pt x="42" y="48"/>
                  </a:cubicBezTo>
                  <a:cubicBezTo>
                    <a:pt x="42" y="48"/>
                    <a:pt x="42" y="48"/>
                    <a:pt x="42" y="48"/>
                  </a:cubicBezTo>
                  <a:cubicBezTo>
                    <a:pt x="39" y="50"/>
                    <a:pt x="27" y="53"/>
                    <a:pt x="23" y="51"/>
                  </a:cubicBezTo>
                  <a:cubicBezTo>
                    <a:pt x="23" y="50"/>
                    <a:pt x="23" y="48"/>
                    <a:pt x="23" y="47"/>
                  </a:cubicBezTo>
                  <a:cubicBezTo>
                    <a:pt x="24" y="46"/>
                    <a:pt x="25" y="45"/>
                    <a:pt x="26" y="44"/>
                  </a:cubicBezTo>
                  <a:cubicBezTo>
                    <a:pt x="27" y="44"/>
                    <a:pt x="28" y="44"/>
                    <a:pt x="30" y="44"/>
                  </a:cubicBezTo>
                  <a:cubicBezTo>
                    <a:pt x="31" y="42"/>
                    <a:pt x="33" y="42"/>
                    <a:pt x="35" y="42"/>
                  </a:cubicBezTo>
                  <a:cubicBezTo>
                    <a:pt x="37" y="41"/>
                    <a:pt x="40" y="40"/>
                    <a:pt x="43" y="39"/>
                  </a:cubicBezTo>
                  <a:cubicBezTo>
                    <a:pt x="44" y="39"/>
                    <a:pt x="45" y="39"/>
                    <a:pt x="46" y="40"/>
                  </a:cubicBezTo>
                  <a:cubicBezTo>
                    <a:pt x="48" y="39"/>
                    <a:pt x="51" y="39"/>
                    <a:pt x="52" y="38"/>
                  </a:cubicBezTo>
                  <a:cubicBezTo>
                    <a:pt x="52" y="38"/>
                    <a:pt x="54" y="39"/>
                    <a:pt x="54" y="39"/>
                  </a:cubicBezTo>
                  <a:cubicBezTo>
                    <a:pt x="55" y="39"/>
                    <a:pt x="64" y="38"/>
                    <a:pt x="64" y="37"/>
                  </a:cubicBezTo>
                  <a:cubicBezTo>
                    <a:pt x="67" y="37"/>
                    <a:pt x="77" y="38"/>
                    <a:pt x="78" y="39"/>
                  </a:cubicBezTo>
                  <a:cubicBezTo>
                    <a:pt x="79" y="38"/>
                    <a:pt x="84" y="39"/>
                    <a:pt x="84" y="39"/>
                  </a:cubicBezTo>
                  <a:cubicBezTo>
                    <a:pt x="85" y="39"/>
                    <a:pt x="95" y="39"/>
                    <a:pt x="96" y="40"/>
                  </a:cubicBezTo>
                  <a:cubicBezTo>
                    <a:pt x="98" y="41"/>
                    <a:pt x="96" y="45"/>
                    <a:pt x="97" y="46"/>
                  </a:cubicBezTo>
                  <a:cubicBezTo>
                    <a:pt x="97" y="46"/>
                    <a:pt x="93" y="49"/>
                    <a:pt x="92" y="48"/>
                  </a:cubicBezTo>
                  <a:close/>
                  <a:moveTo>
                    <a:pt x="97" y="25"/>
                  </a:moveTo>
                  <a:cubicBezTo>
                    <a:pt x="91" y="29"/>
                    <a:pt x="82" y="22"/>
                    <a:pt x="78" y="24"/>
                  </a:cubicBezTo>
                  <a:cubicBezTo>
                    <a:pt x="75" y="25"/>
                    <a:pt x="70" y="24"/>
                    <a:pt x="66" y="25"/>
                  </a:cubicBezTo>
                  <a:cubicBezTo>
                    <a:pt x="65" y="25"/>
                    <a:pt x="64" y="25"/>
                    <a:pt x="63" y="25"/>
                  </a:cubicBezTo>
                  <a:cubicBezTo>
                    <a:pt x="62" y="25"/>
                    <a:pt x="57" y="26"/>
                    <a:pt x="56" y="26"/>
                  </a:cubicBezTo>
                  <a:cubicBezTo>
                    <a:pt x="55" y="26"/>
                    <a:pt x="55" y="25"/>
                    <a:pt x="54" y="25"/>
                  </a:cubicBezTo>
                  <a:cubicBezTo>
                    <a:pt x="50" y="26"/>
                    <a:pt x="48" y="27"/>
                    <a:pt x="42" y="27"/>
                  </a:cubicBezTo>
                  <a:cubicBezTo>
                    <a:pt x="41" y="27"/>
                    <a:pt x="41" y="28"/>
                    <a:pt x="40" y="28"/>
                  </a:cubicBezTo>
                  <a:cubicBezTo>
                    <a:pt x="30" y="29"/>
                    <a:pt x="30" y="29"/>
                    <a:pt x="30" y="29"/>
                  </a:cubicBezTo>
                  <a:cubicBezTo>
                    <a:pt x="28" y="29"/>
                    <a:pt x="26" y="26"/>
                    <a:pt x="25" y="26"/>
                  </a:cubicBezTo>
                  <a:cubicBezTo>
                    <a:pt x="25" y="24"/>
                    <a:pt x="26" y="25"/>
                    <a:pt x="27" y="24"/>
                  </a:cubicBezTo>
                  <a:cubicBezTo>
                    <a:pt x="29" y="23"/>
                    <a:pt x="29" y="22"/>
                    <a:pt x="31" y="21"/>
                  </a:cubicBezTo>
                  <a:cubicBezTo>
                    <a:pt x="33" y="21"/>
                    <a:pt x="33" y="21"/>
                    <a:pt x="33" y="21"/>
                  </a:cubicBezTo>
                  <a:cubicBezTo>
                    <a:pt x="35" y="20"/>
                    <a:pt x="38" y="20"/>
                    <a:pt x="42" y="18"/>
                  </a:cubicBezTo>
                  <a:cubicBezTo>
                    <a:pt x="42" y="17"/>
                    <a:pt x="45" y="18"/>
                    <a:pt x="46" y="18"/>
                  </a:cubicBezTo>
                  <a:cubicBezTo>
                    <a:pt x="46" y="17"/>
                    <a:pt x="50" y="17"/>
                    <a:pt x="51" y="17"/>
                  </a:cubicBezTo>
                  <a:cubicBezTo>
                    <a:pt x="53" y="16"/>
                    <a:pt x="59" y="17"/>
                    <a:pt x="61" y="17"/>
                  </a:cubicBezTo>
                  <a:cubicBezTo>
                    <a:pt x="64" y="16"/>
                    <a:pt x="66" y="17"/>
                    <a:pt x="67" y="18"/>
                  </a:cubicBezTo>
                  <a:cubicBezTo>
                    <a:pt x="70" y="18"/>
                    <a:pt x="74" y="17"/>
                    <a:pt x="75" y="17"/>
                  </a:cubicBezTo>
                  <a:cubicBezTo>
                    <a:pt x="77" y="16"/>
                    <a:pt x="79" y="18"/>
                    <a:pt x="80" y="17"/>
                  </a:cubicBezTo>
                  <a:cubicBezTo>
                    <a:pt x="80" y="17"/>
                    <a:pt x="80" y="17"/>
                    <a:pt x="80" y="16"/>
                  </a:cubicBezTo>
                  <a:cubicBezTo>
                    <a:pt x="81" y="16"/>
                    <a:pt x="83" y="17"/>
                    <a:pt x="83" y="17"/>
                  </a:cubicBezTo>
                  <a:cubicBezTo>
                    <a:pt x="83" y="17"/>
                    <a:pt x="88" y="16"/>
                    <a:pt x="89" y="17"/>
                  </a:cubicBezTo>
                  <a:cubicBezTo>
                    <a:pt x="89" y="17"/>
                    <a:pt x="94" y="18"/>
                    <a:pt x="95" y="18"/>
                  </a:cubicBezTo>
                  <a:cubicBezTo>
                    <a:pt x="96" y="18"/>
                    <a:pt x="96" y="19"/>
                    <a:pt x="96" y="18"/>
                  </a:cubicBezTo>
                  <a:cubicBezTo>
                    <a:pt x="97" y="19"/>
                    <a:pt x="98" y="19"/>
                    <a:pt x="99" y="20"/>
                  </a:cubicBezTo>
                  <a:cubicBezTo>
                    <a:pt x="99" y="22"/>
                    <a:pt x="98" y="23"/>
                    <a:pt x="97" y="25"/>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40" name="Freeform 16"/>
            <p:cNvSpPr/>
            <p:nvPr/>
          </p:nvSpPr>
          <p:spPr bwMode="auto">
            <a:xfrm>
              <a:off x="1943554" y="6403755"/>
              <a:ext cx="32185" cy="52512"/>
            </a:xfrm>
            <a:custGeom>
              <a:avLst/>
              <a:gdLst>
                <a:gd name="T0" fmla="*/ 6 w 24"/>
                <a:gd name="T1" fmla="*/ 0 h 39"/>
                <a:gd name="T2" fmla="*/ 8 w 24"/>
                <a:gd name="T3" fmla="*/ 0 h 39"/>
                <a:gd name="T4" fmla="*/ 8 w 24"/>
                <a:gd name="T5" fmla="*/ 1 h 39"/>
                <a:gd name="T6" fmla="*/ 13 w 24"/>
                <a:gd name="T7" fmla="*/ 16 h 39"/>
                <a:gd name="T8" fmla="*/ 16 w 24"/>
                <a:gd name="T9" fmla="*/ 18 h 39"/>
                <a:gd name="T10" fmla="*/ 17 w 24"/>
                <a:gd name="T11" fmla="*/ 18 h 39"/>
                <a:gd name="T12" fmla="*/ 23 w 24"/>
                <a:gd name="T13" fmla="*/ 15 h 39"/>
                <a:gd name="T14" fmla="*/ 24 w 24"/>
                <a:gd name="T15" fmla="*/ 25 h 39"/>
                <a:gd name="T16" fmla="*/ 24 w 24"/>
                <a:gd name="T17" fmla="*/ 33 h 39"/>
                <a:gd name="T18" fmla="*/ 21 w 24"/>
                <a:gd name="T19" fmla="*/ 37 h 39"/>
                <a:gd name="T20" fmla="*/ 18 w 24"/>
                <a:gd name="T21" fmla="*/ 39 h 39"/>
                <a:gd name="T22" fmla="*/ 3 w 24"/>
                <a:gd name="T23" fmla="*/ 26 h 39"/>
                <a:gd name="T24" fmla="*/ 3 w 24"/>
                <a:gd name="T25" fmla="*/ 24 h 39"/>
                <a:gd name="T26" fmla="*/ 1 w 24"/>
                <a:gd name="T27" fmla="*/ 20 h 39"/>
                <a:gd name="T28" fmla="*/ 2 w 24"/>
                <a:gd name="T29" fmla="*/ 17 h 39"/>
                <a:gd name="T30" fmla="*/ 0 w 24"/>
                <a:gd name="T31" fmla="*/ 10 h 39"/>
                <a:gd name="T32" fmla="*/ 3 w 24"/>
                <a:gd name="T33" fmla="*/ 5 h 39"/>
                <a:gd name="T34" fmla="*/ 6 w 24"/>
                <a:gd name="T3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9">
                  <a:moveTo>
                    <a:pt x="6" y="0"/>
                  </a:moveTo>
                  <a:cubicBezTo>
                    <a:pt x="7" y="0"/>
                    <a:pt x="7" y="0"/>
                    <a:pt x="8" y="0"/>
                  </a:cubicBezTo>
                  <a:cubicBezTo>
                    <a:pt x="8" y="1"/>
                    <a:pt x="8" y="1"/>
                    <a:pt x="8" y="1"/>
                  </a:cubicBezTo>
                  <a:cubicBezTo>
                    <a:pt x="5" y="5"/>
                    <a:pt x="12" y="13"/>
                    <a:pt x="13" y="16"/>
                  </a:cubicBezTo>
                  <a:cubicBezTo>
                    <a:pt x="14" y="17"/>
                    <a:pt x="15" y="16"/>
                    <a:pt x="16" y="18"/>
                  </a:cubicBezTo>
                  <a:cubicBezTo>
                    <a:pt x="16" y="18"/>
                    <a:pt x="17" y="18"/>
                    <a:pt x="17" y="18"/>
                  </a:cubicBezTo>
                  <a:cubicBezTo>
                    <a:pt x="18" y="16"/>
                    <a:pt x="21" y="15"/>
                    <a:pt x="23" y="15"/>
                  </a:cubicBezTo>
                  <a:cubicBezTo>
                    <a:pt x="24" y="19"/>
                    <a:pt x="20" y="21"/>
                    <a:pt x="24" y="25"/>
                  </a:cubicBezTo>
                  <a:cubicBezTo>
                    <a:pt x="24" y="28"/>
                    <a:pt x="24" y="30"/>
                    <a:pt x="24" y="33"/>
                  </a:cubicBezTo>
                  <a:cubicBezTo>
                    <a:pt x="23" y="34"/>
                    <a:pt x="22" y="36"/>
                    <a:pt x="21" y="37"/>
                  </a:cubicBezTo>
                  <a:cubicBezTo>
                    <a:pt x="20" y="38"/>
                    <a:pt x="19" y="38"/>
                    <a:pt x="18" y="39"/>
                  </a:cubicBezTo>
                  <a:cubicBezTo>
                    <a:pt x="12" y="37"/>
                    <a:pt x="6" y="31"/>
                    <a:pt x="3" y="26"/>
                  </a:cubicBezTo>
                  <a:cubicBezTo>
                    <a:pt x="3" y="26"/>
                    <a:pt x="4" y="25"/>
                    <a:pt x="3" y="24"/>
                  </a:cubicBezTo>
                  <a:cubicBezTo>
                    <a:pt x="3" y="23"/>
                    <a:pt x="2" y="21"/>
                    <a:pt x="1" y="20"/>
                  </a:cubicBezTo>
                  <a:cubicBezTo>
                    <a:pt x="1" y="19"/>
                    <a:pt x="2" y="18"/>
                    <a:pt x="2" y="17"/>
                  </a:cubicBezTo>
                  <a:cubicBezTo>
                    <a:pt x="1" y="15"/>
                    <a:pt x="0" y="13"/>
                    <a:pt x="0" y="10"/>
                  </a:cubicBezTo>
                  <a:cubicBezTo>
                    <a:pt x="1" y="9"/>
                    <a:pt x="2" y="7"/>
                    <a:pt x="3" y="5"/>
                  </a:cubicBezTo>
                  <a:cubicBezTo>
                    <a:pt x="4" y="3"/>
                    <a:pt x="4" y="2"/>
                    <a:pt x="6"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grpSp>
      <p:sp>
        <p:nvSpPr>
          <p:cNvPr id="42" name="矩形: 圆角 41"/>
          <p:cNvSpPr/>
          <p:nvPr userDrawn="1"/>
        </p:nvSpPr>
        <p:spPr>
          <a:xfrm>
            <a:off x="1074556" y="1384463"/>
            <a:ext cx="1203325" cy="452321"/>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userDrawn="1"/>
        </p:nvSpPr>
        <p:spPr>
          <a:xfrm>
            <a:off x="1872409" y="1629502"/>
            <a:ext cx="752680" cy="357887"/>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p:cNvSpPr/>
          <p:nvPr userDrawn="1"/>
        </p:nvSpPr>
        <p:spPr>
          <a:xfrm>
            <a:off x="2403745" y="1930963"/>
            <a:ext cx="872855" cy="139609"/>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240725" y="3773521"/>
            <a:ext cx="142876" cy="110351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417500" y="3773521"/>
            <a:ext cx="72000" cy="110351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4569900" y="3724990"/>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汇报人</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49" name="文本框 48"/>
          <p:cNvSpPr txBox="1"/>
          <p:nvPr/>
        </p:nvSpPr>
        <p:spPr>
          <a:xfrm>
            <a:off x="4569900" y="4125100"/>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汇报单位</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50" name="文本框 49"/>
          <p:cNvSpPr txBox="1"/>
          <p:nvPr/>
        </p:nvSpPr>
        <p:spPr>
          <a:xfrm>
            <a:off x="4569900" y="4507707"/>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汇报日期</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cxnSp>
        <p:nvCxnSpPr>
          <p:cNvPr id="51" name="直接连接符 50"/>
          <p:cNvCxnSpPr/>
          <p:nvPr/>
        </p:nvCxnSpPr>
        <p:spPr>
          <a:xfrm>
            <a:off x="5836725" y="4027647"/>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5836725" y="4427631"/>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836725" y="4827615"/>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55" name="文本占位符 54"/>
          <p:cNvSpPr>
            <a:spLocks noGrp="1"/>
          </p:cNvSpPr>
          <p:nvPr userDrawn="1">
            <p:ph type="body" sz="quarter" idx="10" hasCustomPrompt="1"/>
          </p:nvPr>
        </p:nvSpPr>
        <p:spPr>
          <a:xfrm>
            <a:off x="587375" y="2566453"/>
            <a:ext cx="11017250" cy="606425"/>
          </a:xfrm>
        </p:spPr>
        <p:txBody>
          <a:bodyPr>
            <a:normAutofit/>
          </a:bodyPr>
          <a:lstStyle>
            <a:lvl1pPr marL="0" indent="0" algn="ctr">
              <a:lnSpc>
                <a:spcPct val="100000"/>
              </a:lnSpc>
              <a:spcBef>
                <a:spcPts val="0"/>
              </a:spcBef>
              <a:buNone/>
              <a:defRPr sz="3200" b="1">
                <a:solidFill>
                  <a:srgbClr val="C00000"/>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a:t>
            </a:r>
            <a:r>
              <a:rPr lang="en-US" altLang="zh-CN" dirty="0">
                <a:latin typeface="Microsoft YaHei"/>
              </a:rPr>
              <a:t>PPT</a:t>
            </a:r>
            <a:r>
              <a:rPr lang="zh-CN" altLang="en-US" dirty="0">
                <a:latin typeface="Microsoft YaHei"/>
              </a:rPr>
              <a:t>标题内容文本</a:t>
            </a:r>
            <a:endParaRPr lang="zh-CN" altLang="en-US" dirty="0"/>
          </a:p>
        </p:txBody>
      </p:sp>
      <p:sp>
        <p:nvSpPr>
          <p:cNvPr id="57" name="文本占位符 56"/>
          <p:cNvSpPr>
            <a:spLocks noGrp="1"/>
          </p:cNvSpPr>
          <p:nvPr userDrawn="1">
            <p:ph type="body" sz="quarter" idx="11" hasCustomPrompt="1"/>
          </p:nvPr>
        </p:nvSpPr>
        <p:spPr>
          <a:xfrm>
            <a:off x="5951537" y="3756236"/>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10800040101010101" pitchFamily="2" charset="-122"/>
                <a:ea typeface="Microsoft YaHei" panose="02010800040101010101" pitchFamily="2" charset="-122"/>
              </a:defRPr>
            </a:lvl1pPr>
          </a:lstStyle>
          <a:p>
            <a:pPr lvl="0"/>
            <a:r>
              <a:rPr lang="zh-CN" altLang="en-US" dirty="0">
                <a:latin typeface="Microsoft YaHei"/>
              </a:rPr>
              <a:t>插入姓名</a:t>
            </a:r>
            <a:endParaRPr lang="zh-CN" altLang="en-US" dirty="0"/>
          </a:p>
        </p:txBody>
      </p:sp>
      <p:sp>
        <p:nvSpPr>
          <p:cNvPr id="58" name="文本占位符 56"/>
          <p:cNvSpPr>
            <a:spLocks noGrp="1"/>
          </p:cNvSpPr>
          <p:nvPr userDrawn="1">
            <p:ph type="body" sz="quarter" idx="12" hasCustomPrompt="1"/>
          </p:nvPr>
        </p:nvSpPr>
        <p:spPr>
          <a:xfrm>
            <a:off x="5951537" y="4149629"/>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插入单位名称</a:t>
            </a:r>
            <a:endParaRPr lang="zh-CN" altLang="en-US" dirty="0"/>
          </a:p>
        </p:txBody>
      </p:sp>
      <p:sp>
        <p:nvSpPr>
          <p:cNvPr id="59" name="文本占位符 56"/>
          <p:cNvSpPr>
            <a:spLocks noGrp="1"/>
          </p:cNvSpPr>
          <p:nvPr userDrawn="1">
            <p:ph type="body" sz="quarter" idx="13" hasCustomPrompt="1"/>
          </p:nvPr>
        </p:nvSpPr>
        <p:spPr>
          <a:xfrm>
            <a:off x="5951537" y="4543021"/>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插入具体日期</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蓝">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任意多边形: 形状 6"/>
          <p:cNvSpPr/>
          <p:nvPr userDrawn="1"/>
        </p:nvSpPr>
        <p:spPr>
          <a:xfrm>
            <a:off x="0" y="5324476"/>
            <a:ext cx="12192000" cy="1536648"/>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nvSpPr>
        <p:spPr>
          <a:xfrm>
            <a:off x="0" y="5581650"/>
            <a:ext cx="12192000" cy="127947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00377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0" y="5808181"/>
            <a:ext cx="12192000" cy="105294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0"/>
            <a:ext cx="12192000" cy="1918726"/>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userDrawn="1"/>
        </p:nvSpPr>
        <p:spPr>
          <a:xfrm>
            <a:off x="0" y="0"/>
            <a:ext cx="12192000" cy="1685925"/>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32595" y="301117"/>
            <a:ext cx="3400425" cy="733912"/>
          </a:xfrm>
          <a:prstGeom prst="rect">
            <a:avLst/>
          </a:prstGeom>
        </p:spPr>
      </p:pic>
      <p:grpSp>
        <p:nvGrpSpPr>
          <p:cNvPr id="13" name="组合 12"/>
          <p:cNvGrpSpPr/>
          <p:nvPr userDrawn="1"/>
        </p:nvGrpSpPr>
        <p:grpSpPr>
          <a:xfrm>
            <a:off x="361950" y="303086"/>
            <a:ext cx="1714500" cy="161925"/>
            <a:chOff x="361950" y="208200"/>
            <a:chExt cx="1714500" cy="161925"/>
          </a:xfrm>
        </p:grpSpPr>
        <p:sp>
          <p:nvSpPr>
            <p:cNvPr id="14" name="椭圆 13"/>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0161468" y="6435735"/>
            <a:ext cx="1714500" cy="161925"/>
            <a:chOff x="361950" y="208200"/>
            <a:chExt cx="1714500" cy="161925"/>
          </a:xfrm>
        </p:grpSpPr>
        <p:sp>
          <p:nvSpPr>
            <p:cNvPr id="22" name="椭圆 21"/>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userDrawn="1"/>
        </p:nvGrpSpPr>
        <p:grpSpPr>
          <a:xfrm>
            <a:off x="615213" y="6221386"/>
            <a:ext cx="1633536" cy="300394"/>
            <a:chOff x="614365" y="6160955"/>
            <a:chExt cx="1633536" cy="300394"/>
          </a:xfrm>
        </p:grpSpPr>
        <p:sp>
          <p:nvSpPr>
            <p:cNvPr id="30" name="Freeform 6"/>
            <p:cNvSpPr/>
            <p:nvPr/>
          </p:nvSpPr>
          <p:spPr bwMode="auto">
            <a:xfrm>
              <a:off x="1074556" y="6170554"/>
              <a:ext cx="286843" cy="62112"/>
            </a:xfrm>
            <a:custGeom>
              <a:avLst/>
              <a:gdLst>
                <a:gd name="T0" fmla="*/ 98 w 214"/>
                <a:gd name="T1" fmla="*/ 0 h 46"/>
                <a:gd name="T2" fmla="*/ 108 w 214"/>
                <a:gd name="T3" fmla="*/ 3 h 46"/>
                <a:gd name="T4" fmla="*/ 127 w 214"/>
                <a:gd name="T5" fmla="*/ 17 h 46"/>
                <a:gd name="T6" fmla="*/ 137 w 214"/>
                <a:gd name="T7" fmla="*/ 19 h 46"/>
                <a:gd name="T8" fmla="*/ 139 w 214"/>
                <a:gd name="T9" fmla="*/ 19 h 46"/>
                <a:gd name="T10" fmla="*/ 162 w 214"/>
                <a:gd name="T11" fmla="*/ 19 h 46"/>
                <a:gd name="T12" fmla="*/ 176 w 214"/>
                <a:gd name="T13" fmla="*/ 19 h 46"/>
                <a:gd name="T14" fmla="*/ 188 w 214"/>
                <a:gd name="T15" fmla="*/ 19 h 46"/>
                <a:gd name="T16" fmla="*/ 202 w 214"/>
                <a:gd name="T17" fmla="*/ 18 h 46"/>
                <a:gd name="T18" fmla="*/ 210 w 214"/>
                <a:gd name="T19" fmla="*/ 31 h 46"/>
                <a:gd name="T20" fmla="*/ 200 w 214"/>
                <a:gd name="T21" fmla="*/ 34 h 46"/>
                <a:gd name="T22" fmla="*/ 193 w 214"/>
                <a:gd name="T23" fmla="*/ 35 h 46"/>
                <a:gd name="T24" fmla="*/ 183 w 214"/>
                <a:gd name="T25" fmla="*/ 35 h 46"/>
                <a:gd name="T26" fmla="*/ 165 w 214"/>
                <a:gd name="T27" fmla="*/ 36 h 46"/>
                <a:gd name="T28" fmla="*/ 129 w 214"/>
                <a:gd name="T29" fmla="*/ 36 h 46"/>
                <a:gd name="T30" fmla="*/ 121 w 214"/>
                <a:gd name="T31" fmla="*/ 36 h 46"/>
                <a:gd name="T32" fmla="*/ 118 w 214"/>
                <a:gd name="T33" fmla="*/ 38 h 46"/>
                <a:gd name="T34" fmla="*/ 114 w 214"/>
                <a:gd name="T35" fmla="*/ 38 h 46"/>
                <a:gd name="T36" fmla="*/ 94 w 214"/>
                <a:gd name="T37" fmla="*/ 36 h 46"/>
                <a:gd name="T38" fmla="*/ 80 w 214"/>
                <a:gd name="T39" fmla="*/ 36 h 46"/>
                <a:gd name="T40" fmla="*/ 71 w 214"/>
                <a:gd name="T41" fmla="*/ 37 h 46"/>
                <a:gd name="T42" fmla="*/ 41 w 214"/>
                <a:gd name="T43" fmla="*/ 39 h 46"/>
                <a:gd name="T44" fmla="*/ 34 w 214"/>
                <a:gd name="T45" fmla="*/ 39 h 46"/>
                <a:gd name="T46" fmla="*/ 3 w 214"/>
                <a:gd name="T47" fmla="*/ 39 h 46"/>
                <a:gd name="T48" fmla="*/ 0 w 214"/>
                <a:gd name="T49" fmla="*/ 30 h 46"/>
                <a:gd name="T50" fmla="*/ 5 w 214"/>
                <a:gd name="T51" fmla="*/ 25 h 46"/>
                <a:gd name="T52" fmla="*/ 17 w 214"/>
                <a:gd name="T53" fmla="*/ 23 h 46"/>
                <a:gd name="T54" fmla="*/ 46 w 214"/>
                <a:gd name="T55" fmla="*/ 25 h 46"/>
                <a:gd name="T56" fmla="*/ 61 w 214"/>
                <a:gd name="T57" fmla="*/ 23 h 46"/>
                <a:gd name="T58" fmla="*/ 74 w 214"/>
                <a:gd name="T59" fmla="*/ 21 h 46"/>
                <a:gd name="T60" fmla="*/ 84 w 214"/>
                <a:gd name="T61" fmla="*/ 20 h 46"/>
                <a:gd name="T62" fmla="*/ 88 w 214"/>
                <a:gd name="T63" fmla="*/ 19 h 46"/>
                <a:gd name="T64" fmla="*/ 88 w 214"/>
                <a:gd name="T65" fmla="*/ 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4" h="46">
                  <a:moveTo>
                    <a:pt x="93" y="0"/>
                  </a:moveTo>
                  <a:cubicBezTo>
                    <a:pt x="94" y="1"/>
                    <a:pt x="96" y="0"/>
                    <a:pt x="98" y="0"/>
                  </a:cubicBezTo>
                  <a:cubicBezTo>
                    <a:pt x="101" y="1"/>
                    <a:pt x="101" y="2"/>
                    <a:pt x="104" y="3"/>
                  </a:cubicBezTo>
                  <a:cubicBezTo>
                    <a:pt x="105" y="1"/>
                    <a:pt x="108" y="4"/>
                    <a:pt x="108" y="3"/>
                  </a:cubicBezTo>
                  <a:cubicBezTo>
                    <a:pt x="113" y="5"/>
                    <a:pt x="118" y="8"/>
                    <a:pt x="122" y="11"/>
                  </a:cubicBezTo>
                  <a:cubicBezTo>
                    <a:pt x="124" y="12"/>
                    <a:pt x="125" y="16"/>
                    <a:pt x="127" y="17"/>
                  </a:cubicBezTo>
                  <a:cubicBezTo>
                    <a:pt x="129" y="18"/>
                    <a:pt x="133" y="18"/>
                    <a:pt x="135" y="20"/>
                  </a:cubicBezTo>
                  <a:cubicBezTo>
                    <a:pt x="135" y="20"/>
                    <a:pt x="136" y="19"/>
                    <a:pt x="137" y="19"/>
                  </a:cubicBezTo>
                  <a:cubicBezTo>
                    <a:pt x="137" y="19"/>
                    <a:pt x="137" y="19"/>
                    <a:pt x="137" y="20"/>
                  </a:cubicBezTo>
                  <a:cubicBezTo>
                    <a:pt x="138" y="19"/>
                    <a:pt x="138" y="19"/>
                    <a:pt x="139" y="19"/>
                  </a:cubicBezTo>
                  <a:cubicBezTo>
                    <a:pt x="139" y="18"/>
                    <a:pt x="146" y="21"/>
                    <a:pt x="148" y="19"/>
                  </a:cubicBezTo>
                  <a:cubicBezTo>
                    <a:pt x="151" y="21"/>
                    <a:pt x="156" y="18"/>
                    <a:pt x="162" y="19"/>
                  </a:cubicBezTo>
                  <a:cubicBezTo>
                    <a:pt x="164" y="20"/>
                    <a:pt x="171" y="20"/>
                    <a:pt x="174" y="18"/>
                  </a:cubicBezTo>
                  <a:cubicBezTo>
                    <a:pt x="175" y="19"/>
                    <a:pt x="176" y="19"/>
                    <a:pt x="176" y="19"/>
                  </a:cubicBezTo>
                  <a:cubicBezTo>
                    <a:pt x="177" y="19"/>
                    <a:pt x="180" y="18"/>
                    <a:pt x="182" y="19"/>
                  </a:cubicBezTo>
                  <a:cubicBezTo>
                    <a:pt x="182" y="20"/>
                    <a:pt x="186" y="19"/>
                    <a:pt x="188" y="19"/>
                  </a:cubicBezTo>
                  <a:cubicBezTo>
                    <a:pt x="190" y="19"/>
                    <a:pt x="192" y="18"/>
                    <a:pt x="195" y="18"/>
                  </a:cubicBezTo>
                  <a:cubicBezTo>
                    <a:pt x="196" y="18"/>
                    <a:pt x="201" y="19"/>
                    <a:pt x="202" y="18"/>
                  </a:cubicBezTo>
                  <a:cubicBezTo>
                    <a:pt x="206" y="20"/>
                    <a:pt x="212" y="21"/>
                    <a:pt x="214" y="23"/>
                  </a:cubicBezTo>
                  <a:cubicBezTo>
                    <a:pt x="214" y="26"/>
                    <a:pt x="213" y="30"/>
                    <a:pt x="210" y="31"/>
                  </a:cubicBezTo>
                  <a:cubicBezTo>
                    <a:pt x="209" y="32"/>
                    <a:pt x="206" y="31"/>
                    <a:pt x="205" y="31"/>
                  </a:cubicBezTo>
                  <a:cubicBezTo>
                    <a:pt x="204" y="32"/>
                    <a:pt x="202" y="34"/>
                    <a:pt x="200" y="34"/>
                  </a:cubicBezTo>
                  <a:cubicBezTo>
                    <a:pt x="198" y="35"/>
                    <a:pt x="195" y="34"/>
                    <a:pt x="194" y="36"/>
                  </a:cubicBezTo>
                  <a:cubicBezTo>
                    <a:pt x="194" y="36"/>
                    <a:pt x="193" y="35"/>
                    <a:pt x="193" y="35"/>
                  </a:cubicBezTo>
                  <a:cubicBezTo>
                    <a:pt x="192" y="35"/>
                    <a:pt x="184" y="35"/>
                    <a:pt x="184" y="35"/>
                  </a:cubicBezTo>
                  <a:cubicBezTo>
                    <a:pt x="183" y="35"/>
                    <a:pt x="183" y="35"/>
                    <a:pt x="183" y="35"/>
                  </a:cubicBezTo>
                  <a:cubicBezTo>
                    <a:pt x="183" y="35"/>
                    <a:pt x="171" y="36"/>
                    <a:pt x="169" y="35"/>
                  </a:cubicBezTo>
                  <a:cubicBezTo>
                    <a:pt x="167" y="35"/>
                    <a:pt x="166" y="35"/>
                    <a:pt x="165" y="36"/>
                  </a:cubicBezTo>
                  <a:cubicBezTo>
                    <a:pt x="159" y="33"/>
                    <a:pt x="147" y="34"/>
                    <a:pt x="141" y="36"/>
                  </a:cubicBezTo>
                  <a:cubicBezTo>
                    <a:pt x="138" y="36"/>
                    <a:pt x="129" y="36"/>
                    <a:pt x="129" y="36"/>
                  </a:cubicBezTo>
                  <a:cubicBezTo>
                    <a:pt x="129" y="36"/>
                    <a:pt x="128" y="37"/>
                    <a:pt x="128" y="37"/>
                  </a:cubicBezTo>
                  <a:cubicBezTo>
                    <a:pt x="125" y="36"/>
                    <a:pt x="123" y="36"/>
                    <a:pt x="121" y="36"/>
                  </a:cubicBezTo>
                  <a:cubicBezTo>
                    <a:pt x="119" y="36"/>
                    <a:pt x="119" y="37"/>
                    <a:pt x="118" y="38"/>
                  </a:cubicBezTo>
                  <a:cubicBezTo>
                    <a:pt x="118" y="38"/>
                    <a:pt x="118" y="38"/>
                    <a:pt x="118" y="38"/>
                  </a:cubicBezTo>
                  <a:cubicBezTo>
                    <a:pt x="117" y="37"/>
                    <a:pt x="116" y="37"/>
                    <a:pt x="115" y="37"/>
                  </a:cubicBezTo>
                  <a:cubicBezTo>
                    <a:pt x="115" y="38"/>
                    <a:pt x="114" y="38"/>
                    <a:pt x="114" y="38"/>
                  </a:cubicBezTo>
                  <a:cubicBezTo>
                    <a:pt x="112" y="38"/>
                    <a:pt x="109" y="37"/>
                    <a:pt x="107" y="36"/>
                  </a:cubicBezTo>
                  <a:cubicBezTo>
                    <a:pt x="104" y="37"/>
                    <a:pt x="98" y="37"/>
                    <a:pt x="94" y="36"/>
                  </a:cubicBezTo>
                  <a:cubicBezTo>
                    <a:pt x="93" y="36"/>
                    <a:pt x="87" y="37"/>
                    <a:pt x="86" y="38"/>
                  </a:cubicBezTo>
                  <a:cubicBezTo>
                    <a:pt x="85" y="38"/>
                    <a:pt x="81" y="37"/>
                    <a:pt x="80" y="36"/>
                  </a:cubicBezTo>
                  <a:cubicBezTo>
                    <a:pt x="78" y="37"/>
                    <a:pt x="77" y="37"/>
                    <a:pt x="75" y="38"/>
                  </a:cubicBezTo>
                  <a:cubicBezTo>
                    <a:pt x="73" y="38"/>
                    <a:pt x="72" y="37"/>
                    <a:pt x="71" y="37"/>
                  </a:cubicBezTo>
                  <a:cubicBezTo>
                    <a:pt x="66" y="39"/>
                    <a:pt x="55" y="36"/>
                    <a:pt x="51" y="39"/>
                  </a:cubicBezTo>
                  <a:cubicBezTo>
                    <a:pt x="49" y="40"/>
                    <a:pt x="44" y="38"/>
                    <a:pt x="41" y="39"/>
                  </a:cubicBezTo>
                  <a:cubicBezTo>
                    <a:pt x="40" y="39"/>
                    <a:pt x="38" y="39"/>
                    <a:pt x="36" y="40"/>
                  </a:cubicBezTo>
                  <a:cubicBezTo>
                    <a:pt x="36" y="40"/>
                    <a:pt x="35" y="39"/>
                    <a:pt x="34" y="39"/>
                  </a:cubicBezTo>
                  <a:cubicBezTo>
                    <a:pt x="30" y="41"/>
                    <a:pt x="20" y="42"/>
                    <a:pt x="18" y="46"/>
                  </a:cubicBezTo>
                  <a:cubicBezTo>
                    <a:pt x="14" y="45"/>
                    <a:pt x="6" y="43"/>
                    <a:pt x="3" y="39"/>
                  </a:cubicBezTo>
                  <a:cubicBezTo>
                    <a:pt x="2" y="38"/>
                    <a:pt x="3" y="35"/>
                    <a:pt x="2" y="34"/>
                  </a:cubicBezTo>
                  <a:cubicBezTo>
                    <a:pt x="1" y="32"/>
                    <a:pt x="0" y="33"/>
                    <a:pt x="0" y="30"/>
                  </a:cubicBezTo>
                  <a:cubicBezTo>
                    <a:pt x="1" y="28"/>
                    <a:pt x="2" y="27"/>
                    <a:pt x="3" y="25"/>
                  </a:cubicBezTo>
                  <a:cubicBezTo>
                    <a:pt x="4" y="25"/>
                    <a:pt x="4" y="26"/>
                    <a:pt x="5" y="25"/>
                  </a:cubicBezTo>
                  <a:cubicBezTo>
                    <a:pt x="8" y="25"/>
                    <a:pt x="10" y="24"/>
                    <a:pt x="13" y="23"/>
                  </a:cubicBezTo>
                  <a:cubicBezTo>
                    <a:pt x="14" y="23"/>
                    <a:pt x="16" y="24"/>
                    <a:pt x="17" y="23"/>
                  </a:cubicBezTo>
                  <a:cubicBezTo>
                    <a:pt x="23" y="23"/>
                    <a:pt x="28" y="23"/>
                    <a:pt x="34" y="23"/>
                  </a:cubicBezTo>
                  <a:cubicBezTo>
                    <a:pt x="35" y="23"/>
                    <a:pt x="43" y="26"/>
                    <a:pt x="46" y="25"/>
                  </a:cubicBezTo>
                  <a:cubicBezTo>
                    <a:pt x="48" y="24"/>
                    <a:pt x="52" y="23"/>
                    <a:pt x="52" y="23"/>
                  </a:cubicBezTo>
                  <a:cubicBezTo>
                    <a:pt x="53" y="23"/>
                    <a:pt x="59" y="23"/>
                    <a:pt x="61" y="23"/>
                  </a:cubicBezTo>
                  <a:cubicBezTo>
                    <a:pt x="63" y="22"/>
                    <a:pt x="68" y="23"/>
                    <a:pt x="70" y="23"/>
                  </a:cubicBezTo>
                  <a:cubicBezTo>
                    <a:pt x="71" y="22"/>
                    <a:pt x="73" y="21"/>
                    <a:pt x="74" y="21"/>
                  </a:cubicBezTo>
                  <a:cubicBezTo>
                    <a:pt x="77" y="21"/>
                    <a:pt x="79" y="21"/>
                    <a:pt x="82" y="21"/>
                  </a:cubicBezTo>
                  <a:cubicBezTo>
                    <a:pt x="83" y="21"/>
                    <a:pt x="83" y="21"/>
                    <a:pt x="84" y="20"/>
                  </a:cubicBezTo>
                  <a:cubicBezTo>
                    <a:pt x="85" y="21"/>
                    <a:pt x="84" y="21"/>
                    <a:pt x="86" y="21"/>
                  </a:cubicBezTo>
                  <a:cubicBezTo>
                    <a:pt x="86" y="21"/>
                    <a:pt x="87" y="20"/>
                    <a:pt x="88" y="19"/>
                  </a:cubicBezTo>
                  <a:cubicBezTo>
                    <a:pt x="88" y="18"/>
                    <a:pt x="89" y="17"/>
                    <a:pt x="89" y="16"/>
                  </a:cubicBezTo>
                  <a:cubicBezTo>
                    <a:pt x="86" y="13"/>
                    <a:pt x="90" y="5"/>
                    <a:pt x="88" y="4"/>
                  </a:cubicBezTo>
                  <a:cubicBezTo>
                    <a:pt x="89" y="2"/>
                    <a:pt x="91" y="1"/>
                    <a:pt x="93"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1" name="Freeform 7"/>
            <p:cNvSpPr>
              <a:spLocks noEditPoints="1"/>
            </p:cNvSpPr>
            <p:nvPr/>
          </p:nvSpPr>
          <p:spPr bwMode="auto">
            <a:xfrm>
              <a:off x="1047452" y="6228149"/>
              <a:ext cx="364765" cy="232071"/>
            </a:xfrm>
            <a:custGeom>
              <a:avLst/>
              <a:gdLst>
                <a:gd name="T0" fmla="*/ 257 w 272"/>
                <a:gd name="T1" fmla="*/ 115 h 172"/>
                <a:gd name="T2" fmla="*/ 219 w 272"/>
                <a:gd name="T3" fmla="*/ 115 h 172"/>
                <a:gd name="T4" fmla="*/ 187 w 272"/>
                <a:gd name="T5" fmla="*/ 113 h 172"/>
                <a:gd name="T6" fmla="*/ 171 w 272"/>
                <a:gd name="T7" fmla="*/ 112 h 172"/>
                <a:gd name="T8" fmla="*/ 125 w 272"/>
                <a:gd name="T9" fmla="*/ 112 h 172"/>
                <a:gd name="T10" fmla="*/ 139 w 272"/>
                <a:gd name="T11" fmla="*/ 100 h 172"/>
                <a:gd name="T12" fmla="*/ 162 w 272"/>
                <a:gd name="T13" fmla="*/ 101 h 172"/>
                <a:gd name="T14" fmla="*/ 183 w 272"/>
                <a:gd name="T15" fmla="*/ 101 h 172"/>
                <a:gd name="T16" fmla="*/ 185 w 272"/>
                <a:gd name="T17" fmla="*/ 58 h 172"/>
                <a:gd name="T18" fmla="*/ 186 w 272"/>
                <a:gd name="T19" fmla="*/ 32 h 172"/>
                <a:gd name="T20" fmla="*/ 194 w 272"/>
                <a:gd name="T21" fmla="*/ 0 h 172"/>
                <a:gd name="T22" fmla="*/ 168 w 272"/>
                <a:gd name="T23" fmla="*/ 1 h 172"/>
                <a:gd name="T24" fmla="*/ 143 w 272"/>
                <a:gd name="T25" fmla="*/ 3 h 172"/>
                <a:gd name="T26" fmla="*/ 114 w 272"/>
                <a:gd name="T27" fmla="*/ 4 h 172"/>
                <a:gd name="T28" fmla="*/ 95 w 272"/>
                <a:gd name="T29" fmla="*/ 2 h 172"/>
                <a:gd name="T30" fmla="*/ 63 w 272"/>
                <a:gd name="T31" fmla="*/ 5 h 172"/>
                <a:gd name="T32" fmla="*/ 62 w 272"/>
                <a:gd name="T33" fmla="*/ 22 h 172"/>
                <a:gd name="T34" fmla="*/ 67 w 272"/>
                <a:gd name="T35" fmla="*/ 50 h 172"/>
                <a:gd name="T36" fmla="*/ 66 w 272"/>
                <a:gd name="T37" fmla="*/ 63 h 172"/>
                <a:gd name="T38" fmla="*/ 67 w 272"/>
                <a:gd name="T39" fmla="*/ 82 h 172"/>
                <a:gd name="T40" fmla="*/ 62 w 272"/>
                <a:gd name="T41" fmla="*/ 106 h 172"/>
                <a:gd name="T42" fmla="*/ 75 w 272"/>
                <a:gd name="T43" fmla="*/ 101 h 172"/>
                <a:gd name="T44" fmla="*/ 109 w 272"/>
                <a:gd name="T45" fmla="*/ 102 h 172"/>
                <a:gd name="T46" fmla="*/ 99 w 272"/>
                <a:gd name="T47" fmla="*/ 112 h 172"/>
                <a:gd name="T48" fmla="*/ 71 w 272"/>
                <a:gd name="T49" fmla="*/ 116 h 172"/>
                <a:gd name="T50" fmla="*/ 43 w 272"/>
                <a:gd name="T51" fmla="*/ 120 h 172"/>
                <a:gd name="T52" fmla="*/ 23 w 272"/>
                <a:gd name="T53" fmla="*/ 122 h 172"/>
                <a:gd name="T54" fmla="*/ 4 w 272"/>
                <a:gd name="T55" fmla="*/ 129 h 172"/>
                <a:gd name="T56" fmla="*/ 28 w 272"/>
                <a:gd name="T57" fmla="*/ 143 h 172"/>
                <a:gd name="T58" fmla="*/ 42 w 272"/>
                <a:gd name="T59" fmla="*/ 138 h 172"/>
                <a:gd name="T60" fmla="*/ 62 w 272"/>
                <a:gd name="T61" fmla="*/ 133 h 172"/>
                <a:gd name="T62" fmla="*/ 93 w 272"/>
                <a:gd name="T63" fmla="*/ 127 h 172"/>
                <a:gd name="T64" fmla="*/ 92 w 272"/>
                <a:gd name="T65" fmla="*/ 141 h 172"/>
                <a:gd name="T66" fmla="*/ 86 w 272"/>
                <a:gd name="T67" fmla="*/ 156 h 172"/>
                <a:gd name="T68" fmla="*/ 100 w 272"/>
                <a:gd name="T69" fmla="*/ 153 h 172"/>
                <a:gd name="T70" fmla="*/ 119 w 272"/>
                <a:gd name="T71" fmla="*/ 126 h 172"/>
                <a:gd name="T72" fmla="*/ 138 w 272"/>
                <a:gd name="T73" fmla="*/ 130 h 172"/>
                <a:gd name="T74" fmla="*/ 150 w 272"/>
                <a:gd name="T75" fmla="*/ 150 h 172"/>
                <a:gd name="T76" fmla="*/ 170 w 272"/>
                <a:gd name="T77" fmla="*/ 159 h 172"/>
                <a:gd name="T78" fmla="*/ 172 w 272"/>
                <a:gd name="T79" fmla="*/ 128 h 172"/>
                <a:gd name="T80" fmla="*/ 209 w 272"/>
                <a:gd name="T81" fmla="*/ 134 h 172"/>
                <a:gd name="T82" fmla="*/ 229 w 272"/>
                <a:gd name="T83" fmla="*/ 144 h 172"/>
                <a:gd name="T84" fmla="*/ 238 w 272"/>
                <a:gd name="T85" fmla="*/ 146 h 172"/>
                <a:gd name="T86" fmla="*/ 266 w 272"/>
                <a:gd name="T87" fmla="*/ 140 h 172"/>
                <a:gd name="T88" fmla="*/ 170 w 272"/>
                <a:gd name="T89" fmla="*/ 55 h 172"/>
                <a:gd name="T90" fmla="*/ 139 w 272"/>
                <a:gd name="T91" fmla="*/ 55 h 172"/>
                <a:gd name="T92" fmla="*/ 107 w 272"/>
                <a:gd name="T93" fmla="*/ 58 h 172"/>
                <a:gd name="T94" fmla="*/ 87 w 272"/>
                <a:gd name="T95" fmla="*/ 60 h 172"/>
                <a:gd name="T96" fmla="*/ 104 w 272"/>
                <a:gd name="T97" fmla="*/ 48 h 172"/>
                <a:gd name="T98" fmla="*/ 135 w 272"/>
                <a:gd name="T99" fmla="*/ 45 h 172"/>
                <a:gd name="T100" fmla="*/ 166 w 272"/>
                <a:gd name="T101" fmla="*/ 44 h 172"/>
                <a:gd name="T102" fmla="*/ 94 w 272"/>
                <a:gd name="T103" fmla="*/ 23 h 172"/>
                <a:gd name="T104" fmla="*/ 135 w 272"/>
                <a:gd name="T105" fmla="*/ 20 h 172"/>
                <a:gd name="T106" fmla="*/ 174 w 272"/>
                <a:gd name="T107" fmla="*/ 19 h 172"/>
                <a:gd name="T108" fmla="*/ 102 w 272"/>
                <a:gd name="T109" fmla="*/ 32 h 172"/>
                <a:gd name="T110" fmla="*/ 94 w 272"/>
                <a:gd name="T111" fmla="*/ 23 h 172"/>
                <a:gd name="T112" fmla="*/ 95 w 272"/>
                <a:gd name="T113" fmla="*/ 85 h 172"/>
                <a:gd name="T114" fmla="*/ 82 w 272"/>
                <a:gd name="T115" fmla="*/ 82 h 172"/>
                <a:gd name="T116" fmla="*/ 106 w 272"/>
                <a:gd name="T117" fmla="*/ 75 h 172"/>
                <a:gd name="T118" fmla="*/ 149 w 272"/>
                <a:gd name="T119" fmla="*/ 71 h 172"/>
                <a:gd name="T120" fmla="*/ 170 w 272"/>
                <a:gd name="T121" fmla="*/ 81 h 172"/>
                <a:gd name="T122" fmla="*/ 133 w 272"/>
                <a:gd name="T123" fmla="*/ 8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72">
                  <a:moveTo>
                    <a:pt x="270" y="130"/>
                  </a:moveTo>
                  <a:cubicBezTo>
                    <a:pt x="272" y="123"/>
                    <a:pt x="264" y="119"/>
                    <a:pt x="266" y="115"/>
                  </a:cubicBezTo>
                  <a:cubicBezTo>
                    <a:pt x="265" y="114"/>
                    <a:pt x="264" y="112"/>
                    <a:pt x="262" y="112"/>
                  </a:cubicBezTo>
                  <a:cubicBezTo>
                    <a:pt x="261" y="112"/>
                    <a:pt x="258" y="115"/>
                    <a:pt x="257" y="115"/>
                  </a:cubicBezTo>
                  <a:cubicBezTo>
                    <a:pt x="255" y="116"/>
                    <a:pt x="241" y="114"/>
                    <a:pt x="239" y="113"/>
                  </a:cubicBezTo>
                  <a:cubicBezTo>
                    <a:pt x="237" y="113"/>
                    <a:pt x="237" y="115"/>
                    <a:pt x="235" y="115"/>
                  </a:cubicBezTo>
                  <a:cubicBezTo>
                    <a:pt x="234" y="116"/>
                    <a:pt x="231" y="115"/>
                    <a:pt x="231" y="115"/>
                  </a:cubicBezTo>
                  <a:cubicBezTo>
                    <a:pt x="230" y="114"/>
                    <a:pt x="220" y="116"/>
                    <a:pt x="219" y="115"/>
                  </a:cubicBezTo>
                  <a:cubicBezTo>
                    <a:pt x="218" y="115"/>
                    <a:pt x="218" y="114"/>
                    <a:pt x="217" y="114"/>
                  </a:cubicBezTo>
                  <a:cubicBezTo>
                    <a:pt x="213" y="117"/>
                    <a:pt x="206" y="114"/>
                    <a:pt x="202" y="113"/>
                  </a:cubicBezTo>
                  <a:cubicBezTo>
                    <a:pt x="200" y="114"/>
                    <a:pt x="193" y="113"/>
                    <a:pt x="193" y="113"/>
                  </a:cubicBezTo>
                  <a:cubicBezTo>
                    <a:pt x="191" y="113"/>
                    <a:pt x="189" y="113"/>
                    <a:pt x="187" y="113"/>
                  </a:cubicBezTo>
                  <a:cubicBezTo>
                    <a:pt x="186" y="113"/>
                    <a:pt x="186" y="112"/>
                    <a:pt x="185" y="112"/>
                  </a:cubicBezTo>
                  <a:cubicBezTo>
                    <a:pt x="184" y="114"/>
                    <a:pt x="183" y="112"/>
                    <a:pt x="181" y="113"/>
                  </a:cubicBezTo>
                  <a:cubicBezTo>
                    <a:pt x="180" y="113"/>
                    <a:pt x="179" y="113"/>
                    <a:pt x="179" y="113"/>
                  </a:cubicBezTo>
                  <a:cubicBezTo>
                    <a:pt x="176" y="112"/>
                    <a:pt x="175" y="113"/>
                    <a:pt x="171" y="112"/>
                  </a:cubicBezTo>
                  <a:cubicBezTo>
                    <a:pt x="169" y="112"/>
                    <a:pt x="166" y="112"/>
                    <a:pt x="164" y="112"/>
                  </a:cubicBezTo>
                  <a:cubicBezTo>
                    <a:pt x="164" y="112"/>
                    <a:pt x="155" y="110"/>
                    <a:pt x="154" y="110"/>
                  </a:cubicBezTo>
                  <a:cubicBezTo>
                    <a:pt x="153" y="111"/>
                    <a:pt x="153" y="112"/>
                    <a:pt x="151" y="111"/>
                  </a:cubicBezTo>
                  <a:cubicBezTo>
                    <a:pt x="144" y="109"/>
                    <a:pt x="131" y="110"/>
                    <a:pt x="125" y="112"/>
                  </a:cubicBezTo>
                  <a:cubicBezTo>
                    <a:pt x="125" y="112"/>
                    <a:pt x="124" y="111"/>
                    <a:pt x="124" y="111"/>
                  </a:cubicBezTo>
                  <a:cubicBezTo>
                    <a:pt x="124" y="108"/>
                    <a:pt x="125" y="101"/>
                    <a:pt x="129" y="100"/>
                  </a:cubicBezTo>
                  <a:cubicBezTo>
                    <a:pt x="132" y="99"/>
                    <a:pt x="132" y="100"/>
                    <a:pt x="135" y="101"/>
                  </a:cubicBezTo>
                  <a:cubicBezTo>
                    <a:pt x="137" y="101"/>
                    <a:pt x="138" y="100"/>
                    <a:pt x="139" y="100"/>
                  </a:cubicBezTo>
                  <a:cubicBezTo>
                    <a:pt x="140" y="100"/>
                    <a:pt x="140" y="100"/>
                    <a:pt x="141" y="100"/>
                  </a:cubicBezTo>
                  <a:cubicBezTo>
                    <a:pt x="141" y="100"/>
                    <a:pt x="142" y="100"/>
                    <a:pt x="142" y="100"/>
                  </a:cubicBezTo>
                  <a:cubicBezTo>
                    <a:pt x="147" y="101"/>
                    <a:pt x="147" y="101"/>
                    <a:pt x="147" y="101"/>
                  </a:cubicBezTo>
                  <a:cubicBezTo>
                    <a:pt x="149" y="101"/>
                    <a:pt x="161" y="101"/>
                    <a:pt x="162" y="101"/>
                  </a:cubicBezTo>
                  <a:cubicBezTo>
                    <a:pt x="165" y="101"/>
                    <a:pt x="168" y="101"/>
                    <a:pt x="170" y="101"/>
                  </a:cubicBezTo>
                  <a:cubicBezTo>
                    <a:pt x="173" y="103"/>
                    <a:pt x="174" y="105"/>
                    <a:pt x="175" y="106"/>
                  </a:cubicBezTo>
                  <a:cubicBezTo>
                    <a:pt x="175" y="106"/>
                    <a:pt x="176" y="106"/>
                    <a:pt x="177" y="106"/>
                  </a:cubicBezTo>
                  <a:cubicBezTo>
                    <a:pt x="179" y="104"/>
                    <a:pt x="181" y="102"/>
                    <a:pt x="183" y="101"/>
                  </a:cubicBezTo>
                  <a:cubicBezTo>
                    <a:pt x="185" y="99"/>
                    <a:pt x="186" y="91"/>
                    <a:pt x="185" y="87"/>
                  </a:cubicBezTo>
                  <a:cubicBezTo>
                    <a:pt x="185" y="86"/>
                    <a:pt x="181" y="84"/>
                    <a:pt x="183" y="81"/>
                  </a:cubicBezTo>
                  <a:cubicBezTo>
                    <a:pt x="183" y="80"/>
                    <a:pt x="183" y="75"/>
                    <a:pt x="183" y="75"/>
                  </a:cubicBezTo>
                  <a:cubicBezTo>
                    <a:pt x="185" y="72"/>
                    <a:pt x="186" y="61"/>
                    <a:pt x="185" y="58"/>
                  </a:cubicBezTo>
                  <a:cubicBezTo>
                    <a:pt x="185" y="57"/>
                    <a:pt x="184" y="56"/>
                    <a:pt x="184" y="55"/>
                  </a:cubicBezTo>
                  <a:cubicBezTo>
                    <a:pt x="184" y="55"/>
                    <a:pt x="184" y="50"/>
                    <a:pt x="184" y="49"/>
                  </a:cubicBezTo>
                  <a:cubicBezTo>
                    <a:pt x="185" y="47"/>
                    <a:pt x="186" y="44"/>
                    <a:pt x="186" y="41"/>
                  </a:cubicBezTo>
                  <a:cubicBezTo>
                    <a:pt x="187" y="37"/>
                    <a:pt x="185" y="36"/>
                    <a:pt x="186" y="32"/>
                  </a:cubicBezTo>
                  <a:cubicBezTo>
                    <a:pt x="187" y="32"/>
                    <a:pt x="186" y="31"/>
                    <a:pt x="187" y="31"/>
                  </a:cubicBezTo>
                  <a:cubicBezTo>
                    <a:pt x="187" y="28"/>
                    <a:pt x="189" y="27"/>
                    <a:pt x="191" y="25"/>
                  </a:cubicBezTo>
                  <a:cubicBezTo>
                    <a:pt x="194" y="21"/>
                    <a:pt x="198" y="15"/>
                    <a:pt x="199" y="9"/>
                  </a:cubicBezTo>
                  <a:cubicBezTo>
                    <a:pt x="197" y="6"/>
                    <a:pt x="197" y="2"/>
                    <a:pt x="194" y="0"/>
                  </a:cubicBezTo>
                  <a:cubicBezTo>
                    <a:pt x="193" y="0"/>
                    <a:pt x="192" y="0"/>
                    <a:pt x="191" y="0"/>
                  </a:cubicBezTo>
                  <a:cubicBezTo>
                    <a:pt x="190" y="2"/>
                    <a:pt x="188" y="1"/>
                    <a:pt x="187" y="1"/>
                  </a:cubicBezTo>
                  <a:cubicBezTo>
                    <a:pt x="184" y="4"/>
                    <a:pt x="180" y="4"/>
                    <a:pt x="176" y="3"/>
                  </a:cubicBezTo>
                  <a:cubicBezTo>
                    <a:pt x="174" y="5"/>
                    <a:pt x="169" y="2"/>
                    <a:pt x="168" y="1"/>
                  </a:cubicBezTo>
                  <a:cubicBezTo>
                    <a:pt x="168" y="2"/>
                    <a:pt x="165" y="2"/>
                    <a:pt x="164" y="2"/>
                  </a:cubicBezTo>
                  <a:cubicBezTo>
                    <a:pt x="164" y="2"/>
                    <a:pt x="161" y="1"/>
                    <a:pt x="161" y="2"/>
                  </a:cubicBezTo>
                  <a:cubicBezTo>
                    <a:pt x="158" y="2"/>
                    <a:pt x="151" y="2"/>
                    <a:pt x="148" y="4"/>
                  </a:cubicBezTo>
                  <a:cubicBezTo>
                    <a:pt x="146" y="4"/>
                    <a:pt x="145" y="3"/>
                    <a:pt x="143" y="3"/>
                  </a:cubicBezTo>
                  <a:cubicBezTo>
                    <a:pt x="140" y="2"/>
                    <a:pt x="140" y="4"/>
                    <a:pt x="137" y="3"/>
                  </a:cubicBezTo>
                  <a:cubicBezTo>
                    <a:pt x="137" y="3"/>
                    <a:pt x="137" y="3"/>
                    <a:pt x="137" y="3"/>
                  </a:cubicBezTo>
                  <a:cubicBezTo>
                    <a:pt x="134" y="3"/>
                    <a:pt x="131" y="1"/>
                    <a:pt x="128" y="2"/>
                  </a:cubicBezTo>
                  <a:cubicBezTo>
                    <a:pt x="124" y="3"/>
                    <a:pt x="117" y="3"/>
                    <a:pt x="114" y="4"/>
                  </a:cubicBezTo>
                  <a:cubicBezTo>
                    <a:pt x="113" y="3"/>
                    <a:pt x="113" y="3"/>
                    <a:pt x="112" y="3"/>
                  </a:cubicBezTo>
                  <a:cubicBezTo>
                    <a:pt x="109" y="4"/>
                    <a:pt x="108" y="4"/>
                    <a:pt x="106" y="4"/>
                  </a:cubicBezTo>
                  <a:cubicBezTo>
                    <a:pt x="104" y="4"/>
                    <a:pt x="100" y="3"/>
                    <a:pt x="100" y="2"/>
                  </a:cubicBezTo>
                  <a:cubicBezTo>
                    <a:pt x="98" y="2"/>
                    <a:pt x="96" y="2"/>
                    <a:pt x="95" y="2"/>
                  </a:cubicBezTo>
                  <a:cubicBezTo>
                    <a:pt x="94" y="3"/>
                    <a:pt x="84" y="2"/>
                    <a:pt x="82" y="4"/>
                  </a:cubicBezTo>
                  <a:cubicBezTo>
                    <a:pt x="80" y="4"/>
                    <a:pt x="78" y="4"/>
                    <a:pt x="76" y="4"/>
                  </a:cubicBezTo>
                  <a:cubicBezTo>
                    <a:pt x="73" y="4"/>
                    <a:pt x="71" y="4"/>
                    <a:pt x="67" y="6"/>
                  </a:cubicBezTo>
                  <a:cubicBezTo>
                    <a:pt x="66" y="6"/>
                    <a:pt x="65" y="5"/>
                    <a:pt x="63" y="5"/>
                  </a:cubicBezTo>
                  <a:cubicBezTo>
                    <a:pt x="61" y="7"/>
                    <a:pt x="58" y="9"/>
                    <a:pt x="55" y="10"/>
                  </a:cubicBezTo>
                  <a:cubicBezTo>
                    <a:pt x="55" y="12"/>
                    <a:pt x="55" y="13"/>
                    <a:pt x="56" y="14"/>
                  </a:cubicBezTo>
                  <a:cubicBezTo>
                    <a:pt x="57" y="14"/>
                    <a:pt x="61" y="18"/>
                    <a:pt x="62" y="19"/>
                  </a:cubicBezTo>
                  <a:cubicBezTo>
                    <a:pt x="62" y="20"/>
                    <a:pt x="62" y="22"/>
                    <a:pt x="62" y="22"/>
                  </a:cubicBezTo>
                  <a:cubicBezTo>
                    <a:pt x="63" y="23"/>
                    <a:pt x="63" y="26"/>
                    <a:pt x="63" y="26"/>
                  </a:cubicBezTo>
                  <a:cubicBezTo>
                    <a:pt x="66" y="29"/>
                    <a:pt x="65" y="31"/>
                    <a:pt x="66" y="35"/>
                  </a:cubicBezTo>
                  <a:cubicBezTo>
                    <a:pt x="65" y="41"/>
                    <a:pt x="65" y="41"/>
                    <a:pt x="65" y="41"/>
                  </a:cubicBezTo>
                  <a:cubicBezTo>
                    <a:pt x="65" y="45"/>
                    <a:pt x="66" y="49"/>
                    <a:pt x="67" y="50"/>
                  </a:cubicBezTo>
                  <a:cubicBezTo>
                    <a:pt x="67" y="51"/>
                    <a:pt x="66" y="52"/>
                    <a:pt x="66" y="52"/>
                  </a:cubicBezTo>
                  <a:cubicBezTo>
                    <a:pt x="67" y="54"/>
                    <a:pt x="67" y="56"/>
                    <a:pt x="67" y="58"/>
                  </a:cubicBezTo>
                  <a:cubicBezTo>
                    <a:pt x="67" y="58"/>
                    <a:pt x="67" y="59"/>
                    <a:pt x="67" y="59"/>
                  </a:cubicBezTo>
                  <a:cubicBezTo>
                    <a:pt x="67" y="60"/>
                    <a:pt x="67" y="62"/>
                    <a:pt x="66" y="63"/>
                  </a:cubicBezTo>
                  <a:cubicBezTo>
                    <a:pt x="66" y="64"/>
                    <a:pt x="67" y="65"/>
                    <a:pt x="67" y="66"/>
                  </a:cubicBezTo>
                  <a:cubicBezTo>
                    <a:pt x="66" y="66"/>
                    <a:pt x="66" y="67"/>
                    <a:pt x="65" y="68"/>
                  </a:cubicBezTo>
                  <a:cubicBezTo>
                    <a:pt x="66" y="71"/>
                    <a:pt x="68" y="80"/>
                    <a:pt x="66" y="82"/>
                  </a:cubicBezTo>
                  <a:cubicBezTo>
                    <a:pt x="67" y="82"/>
                    <a:pt x="66" y="82"/>
                    <a:pt x="67" y="82"/>
                  </a:cubicBezTo>
                  <a:cubicBezTo>
                    <a:pt x="67" y="83"/>
                    <a:pt x="66" y="87"/>
                    <a:pt x="66" y="88"/>
                  </a:cubicBezTo>
                  <a:cubicBezTo>
                    <a:pt x="66" y="88"/>
                    <a:pt x="66" y="88"/>
                    <a:pt x="66" y="88"/>
                  </a:cubicBezTo>
                  <a:cubicBezTo>
                    <a:pt x="66" y="88"/>
                    <a:pt x="66" y="93"/>
                    <a:pt x="66" y="93"/>
                  </a:cubicBezTo>
                  <a:cubicBezTo>
                    <a:pt x="65" y="98"/>
                    <a:pt x="64" y="102"/>
                    <a:pt x="62" y="106"/>
                  </a:cubicBezTo>
                  <a:cubicBezTo>
                    <a:pt x="62" y="107"/>
                    <a:pt x="62" y="113"/>
                    <a:pt x="62" y="113"/>
                  </a:cubicBezTo>
                  <a:cubicBezTo>
                    <a:pt x="63" y="114"/>
                    <a:pt x="64" y="114"/>
                    <a:pt x="65" y="114"/>
                  </a:cubicBezTo>
                  <a:cubicBezTo>
                    <a:pt x="65" y="114"/>
                    <a:pt x="67" y="114"/>
                    <a:pt x="67" y="113"/>
                  </a:cubicBezTo>
                  <a:cubicBezTo>
                    <a:pt x="70" y="112"/>
                    <a:pt x="74" y="103"/>
                    <a:pt x="75" y="101"/>
                  </a:cubicBezTo>
                  <a:cubicBezTo>
                    <a:pt x="79" y="102"/>
                    <a:pt x="80" y="107"/>
                    <a:pt x="87" y="106"/>
                  </a:cubicBezTo>
                  <a:cubicBezTo>
                    <a:pt x="90" y="105"/>
                    <a:pt x="91" y="106"/>
                    <a:pt x="94" y="105"/>
                  </a:cubicBezTo>
                  <a:cubicBezTo>
                    <a:pt x="95" y="105"/>
                    <a:pt x="97" y="103"/>
                    <a:pt x="98" y="102"/>
                  </a:cubicBezTo>
                  <a:cubicBezTo>
                    <a:pt x="101" y="101"/>
                    <a:pt x="107" y="101"/>
                    <a:pt x="109" y="102"/>
                  </a:cubicBezTo>
                  <a:cubicBezTo>
                    <a:pt x="111" y="102"/>
                    <a:pt x="113" y="100"/>
                    <a:pt x="116" y="102"/>
                  </a:cubicBezTo>
                  <a:cubicBezTo>
                    <a:pt x="116" y="102"/>
                    <a:pt x="116" y="102"/>
                    <a:pt x="116" y="102"/>
                  </a:cubicBezTo>
                  <a:cubicBezTo>
                    <a:pt x="114" y="104"/>
                    <a:pt x="109" y="110"/>
                    <a:pt x="108" y="111"/>
                  </a:cubicBezTo>
                  <a:cubicBezTo>
                    <a:pt x="105" y="112"/>
                    <a:pt x="101" y="112"/>
                    <a:pt x="99" y="112"/>
                  </a:cubicBezTo>
                  <a:cubicBezTo>
                    <a:pt x="98" y="112"/>
                    <a:pt x="96" y="112"/>
                    <a:pt x="96" y="112"/>
                  </a:cubicBezTo>
                  <a:cubicBezTo>
                    <a:pt x="95" y="113"/>
                    <a:pt x="92" y="113"/>
                    <a:pt x="90" y="114"/>
                  </a:cubicBezTo>
                  <a:cubicBezTo>
                    <a:pt x="86" y="115"/>
                    <a:pt x="83" y="112"/>
                    <a:pt x="80" y="113"/>
                  </a:cubicBezTo>
                  <a:cubicBezTo>
                    <a:pt x="76" y="115"/>
                    <a:pt x="73" y="115"/>
                    <a:pt x="71" y="116"/>
                  </a:cubicBezTo>
                  <a:cubicBezTo>
                    <a:pt x="70" y="116"/>
                    <a:pt x="69" y="116"/>
                    <a:pt x="68" y="116"/>
                  </a:cubicBezTo>
                  <a:cubicBezTo>
                    <a:pt x="67" y="117"/>
                    <a:pt x="64" y="118"/>
                    <a:pt x="62" y="118"/>
                  </a:cubicBezTo>
                  <a:cubicBezTo>
                    <a:pt x="58" y="119"/>
                    <a:pt x="55" y="118"/>
                    <a:pt x="53" y="119"/>
                  </a:cubicBezTo>
                  <a:cubicBezTo>
                    <a:pt x="49" y="120"/>
                    <a:pt x="46" y="119"/>
                    <a:pt x="43" y="120"/>
                  </a:cubicBezTo>
                  <a:cubicBezTo>
                    <a:pt x="43" y="120"/>
                    <a:pt x="42" y="120"/>
                    <a:pt x="41" y="120"/>
                  </a:cubicBezTo>
                  <a:cubicBezTo>
                    <a:pt x="39" y="120"/>
                    <a:pt x="35" y="120"/>
                    <a:pt x="34" y="121"/>
                  </a:cubicBezTo>
                  <a:cubicBezTo>
                    <a:pt x="33" y="121"/>
                    <a:pt x="32" y="122"/>
                    <a:pt x="31" y="123"/>
                  </a:cubicBezTo>
                  <a:cubicBezTo>
                    <a:pt x="29" y="123"/>
                    <a:pt x="24" y="122"/>
                    <a:pt x="23" y="122"/>
                  </a:cubicBezTo>
                  <a:cubicBezTo>
                    <a:pt x="22" y="123"/>
                    <a:pt x="19" y="122"/>
                    <a:pt x="17" y="123"/>
                  </a:cubicBezTo>
                  <a:cubicBezTo>
                    <a:pt x="12" y="124"/>
                    <a:pt x="10" y="124"/>
                    <a:pt x="6" y="124"/>
                  </a:cubicBezTo>
                  <a:cubicBezTo>
                    <a:pt x="5" y="125"/>
                    <a:pt x="5" y="125"/>
                    <a:pt x="4" y="126"/>
                  </a:cubicBezTo>
                  <a:cubicBezTo>
                    <a:pt x="4" y="127"/>
                    <a:pt x="4" y="128"/>
                    <a:pt x="4" y="129"/>
                  </a:cubicBezTo>
                  <a:cubicBezTo>
                    <a:pt x="3" y="130"/>
                    <a:pt x="2" y="132"/>
                    <a:pt x="2" y="133"/>
                  </a:cubicBezTo>
                  <a:cubicBezTo>
                    <a:pt x="0" y="139"/>
                    <a:pt x="4" y="143"/>
                    <a:pt x="7" y="147"/>
                  </a:cubicBezTo>
                  <a:cubicBezTo>
                    <a:pt x="12" y="147"/>
                    <a:pt x="19" y="146"/>
                    <a:pt x="23" y="143"/>
                  </a:cubicBezTo>
                  <a:cubicBezTo>
                    <a:pt x="23" y="143"/>
                    <a:pt x="28" y="143"/>
                    <a:pt x="28" y="143"/>
                  </a:cubicBezTo>
                  <a:cubicBezTo>
                    <a:pt x="29" y="143"/>
                    <a:pt x="31" y="141"/>
                    <a:pt x="32" y="140"/>
                  </a:cubicBezTo>
                  <a:cubicBezTo>
                    <a:pt x="32" y="140"/>
                    <a:pt x="32" y="140"/>
                    <a:pt x="32" y="140"/>
                  </a:cubicBezTo>
                  <a:cubicBezTo>
                    <a:pt x="35" y="140"/>
                    <a:pt x="37" y="139"/>
                    <a:pt x="39" y="138"/>
                  </a:cubicBezTo>
                  <a:cubicBezTo>
                    <a:pt x="40" y="138"/>
                    <a:pt x="41" y="138"/>
                    <a:pt x="42" y="138"/>
                  </a:cubicBezTo>
                  <a:cubicBezTo>
                    <a:pt x="43" y="138"/>
                    <a:pt x="44" y="137"/>
                    <a:pt x="45" y="137"/>
                  </a:cubicBezTo>
                  <a:cubicBezTo>
                    <a:pt x="46" y="136"/>
                    <a:pt x="49" y="137"/>
                    <a:pt x="49" y="137"/>
                  </a:cubicBezTo>
                  <a:cubicBezTo>
                    <a:pt x="51" y="136"/>
                    <a:pt x="53" y="135"/>
                    <a:pt x="55" y="134"/>
                  </a:cubicBezTo>
                  <a:cubicBezTo>
                    <a:pt x="55" y="134"/>
                    <a:pt x="62" y="134"/>
                    <a:pt x="62" y="133"/>
                  </a:cubicBezTo>
                  <a:cubicBezTo>
                    <a:pt x="62" y="133"/>
                    <a:pt x="63" y="133"/>
                    <a:pt x="63" y="133"/>
                  </a:cubicBezTo>
                  <a:cubicBezTo>
                    <a:pt x="65" y="132"/>
                    <a:pt x="68" y="132"/>
                    <a:pt x="70" y="131"/>
                  </a:cubicBezTo>
                  <a:cubicBezTo>
                    <a:pt x="74" y="130"/>
                    <a:pt x="82" y="127"/>
                    <a:pt x="88" y="128"/>
                  </a:cubicBezTo>
                  <a:cubicBezTo>
                    <a:pt x="90" y="128"/>
                    <a:pt x="92" y="126"/>
                    <a:pt x="93" y="127"/>
                  </a:cubicBezTo>
                  <a:cubicBezTo>
                    <a:pt x="94" y="127"/>
                    <a:pt x="96" y="128"/>
                    <a:pt x="97" y="128"/>
                  </a:cubicBezTo>
                  <a:cubicBezTo>
                    <a:pt x="98" y="129"/>
                    <a:pt x="97" y="128"/>
                    <a:pt x="98" y="129"/>
                  </a:cubicBezTo>
                  <a:cubicBezTo>
                    <a:pt x="98" y="130"/>
                    <a:pt x="96" y="131"/>
                    <a:pt x="96" y="133"/>
                  </a:cubicBezTo>
                  <a:cubicBezTo>
                    <a:pt x="94" y="136"/>
                    <a:pt x="94" y="138"/>
                    <a:pt x="92" y="141"/>
                  </a:cubicBezTo>
                  <a:cubicBezTo>
                    <a:pt x="91" y="142"/>
                    <a:pt x="90" y="142"/>
                    <a:pt x="90" y="143"/>
                  </a:cubicBezTo>
                  <a:cubicBezTo>
                    <a:pt x="90" y="144"/>
                    <a:pt x="90" y="145"/>
                    <a:pt x="90" y="145"/>
                  </a:cubicBezTo>
                  <a:cubicBezTo>
                    <a:pt x="89" y="146"/>
                    <a:pt x="88" y="148"/>
                    <a:pt x="87" y="149"/>
                  </a:cubicBezTo>
                  <a:cubicBezTo>
                    <a:pt x="87" y="151"/>
                    <a:pt x="87" y="155"/>
                    <a:pt x="86" y="156"/>
                  </a:cubicBezTo>
                  <a:cubicBezTo>
                    <a:pt x="87" y="158"/>
                    <a:pt x="87" y="159"/>
                    <a:pt x="88" y="160"/>
                  </a:cubicBezTo>
                  <a:cubicBezTo>
                    <a:pt x="90" y="161"/>
                    <a:pt x="92" y="163"/>
                    <a:pt x="94" y="163"/>
                  </a:cubicBezTo>
                  <a:cubicBezTo>
                    <a:pt x="95" y="160"/>
                    <a:pt x="97" y="157"/>
                    <a:pt x="98" y="155"/>
                  </a:cubicBezTo>
                  <a:cubicBezTo>
                    <a:pt x="99" y="154"/>
                    <a:pt x="100" y="153"/>
                    <a:pt x="100" y="153"/>
                  </a:cubicBezTo>
                  <a:cubicBezTo>
                    <a:pt x="100" y="153"/>
                    <a:pt x="100" y="152"/>
                    <a:pt x="100" y="151"/>
                  </a:cubicBezTo>
                  <a:cubicBezTo>
                    <a:pt x="102" y="149"/>
                    <a:pt x="107" y="146"/>
                    <a:pt x="108" y="144"/>
                  </a:cubicBezTo>
                  <a:cubicBezTo>
                    <a:pt x="111" y="141"/>
                    <a:pt x="110" y="137"/>
                    <a:pt x="112" y="134"/>
                  </a:cubicBezTo>
                  <a:cubicBezTo>
                    <a:pt x="114" y="131"/>
                    <a:pt x="118" y="129"/>
                    <a:pt x="119" y="126"/>
                  </a:cubicBezTo>
                  <a:cubicBezTo>
                    <a:pt x="120" y="126"/>
                    <a:pt x="121" y="126"/>
                    <a:pt x="122" y="126"/>
                  </a:cubicBezTo>
                  <a:cubicBezTo>
                    <a:pt x="122" y="126"/>
                    <a:pt x="130" y="125"/>
                    <a:pt x="131" y="125"/>
                  </a:cubicBezTo>
                  <a:cubicBezTo>
                    <a:pt x="133" y="126"/>
                    <a:pt x="135" y="127"/>
                    <a:pt x="136" y="127"/>
                  </a:cubicBezTo>
                  <a:cubicBezTo>
                    <a:pt x="137" y="127"/>
                    <a:pt x="138" y="130"/>
                    <a:pt x="138" y="130"/>
                  </a:cubicBezTo>
                  <a:cubicBezTo>
                    <a:pt x="140" y="132"/>
                    <a:pt x="141" y="131"/>
                    <a:pt x="142" y="133"/>
                  </a:cubicBezTo>
                  <a:cubicBezTo>
                    <a:pt x="144" y="133"/>
                    <a:pt x="145" y="139"/>
                    <a:pt x="146" y="141"/>
                  </a:cubicBezTo>
                  <a:cubicBezTo>
                    <a:pt x="147" y="143"/>
                    <a:pt x="149" y="145"/>
                    <a:pt x="150" y="147"/>
                  </a:cubicBezTo>
                  <a:cubicBezTo>
                    <a:pt x="150" y="148"/>
                    <a:pt x="150" y="149"/>
                    <a:pt x="150" y="150"/>
                  </a:cubicBezTo>
                  <a:cubicBezTo>
                    <a:pt x="152" y="154"/>
                    <a:pt x="155" y="159"/>
                    <a:pt x="158" y="162"/>
                  </a:cubicBezTo>
                  <a:cubicBezTo>
                    <a:pt x="161" y="165"/>
                    <a:pt x="159" y="169"/>
                    <a:pt x="166" y="172"/>
                  </a:cubicBezTo>
                  <a:cubicBezTo>
                    <a:pt x="167" y="170"/>
                    <a:pt x="169" y="169"/>
                    <a:pt x="170" y="167"/>
                  </a:cubicBezTo>
                  <a:cubicBezTo>
                    <a:pt x="172" y="165"/>
                    <a:pt x="170" y="161"/>
                    <a:pt x="170" y="159"/>
                  </a:cubicBezTo>
                  <a:cubicBezTo>
                    <a:pt x="171" y="153"/>
                    <a:pt x="167" y="148"/>
                    <a:pt x="165" y="142"/>
                  </a:cubicBezTo>
                  <a:cubicBezTo>
                    <a:pt x="165" y="141"/>
                    <a:pt x="165" y="139"/>
                    <a:pt x="164" y="137"/>
                  </a:cubicBezTo>
                  <a:cubicBezTo>
                    <a:pt x="161" y="133"/>
                    <a:pt x="161" y="133"/>
                    <a:pt x="163" y="127"/>
                  </a:cubicBezTo>
                  <a:cubicBezTo>
                    <a:pt x="167" y="127"/>
                    <a:pt x="170" y="127"/>
                    <a:pt x="172" y="128"/>
                  </a:cubicBezTo>
                  <a:cubicBezTo>
                    <a:pt x="173" y="127"/>
                    <a:pt x="182" y="129"/>
                    <a:pt x="183" y="129"/>
                  </a:cubicBezTo>
                  <a:cubicBezTo>
                    <a:pt x="185" y="128"/>
                    <a:pt x="198" y="130"/>
                    <a:pt x="200" y="131"/>
                  </a:cubicBezTo>
                  <a:cubicBezTo>
                    <a:pt x="201" y="131"/>
                    <a:pt x="202" y="132"/>
                    <a:pt x="203" y="133"/>
                  </a:cubicBezTo>
                  <a:cubicBezTo>
                    <a:pt x="205" y="133"/>
                    <a:pt x="207" y="133"/>
                    <a:pt x="209" y="134"/>
                  </a:cubicBezTo>
                  <a:cubicBezTo>
                    <a:pt x="209" y="134"/>
                    <a:pt x="209" y="135"/>
                    <a:pt x="210" y="136"/>
                  </a:cubicBezTo>
                  <a:cubicBezTo>
                    <a:pt x="211" y="136"/>
                    <a:pt x="212" y="137"/>
                    <a:pt x="213" y="137"/>
                  </a:cubicBezTo>
                  <a:cubicBezTo>
                    <a:pt x="214" y="137"/>
                    <a:pt x="215" y="137"/>
                    <a:pt x="216" y="137"/>
                  </a:cubicBezTo>
                  <a:cubicBezTo>
                    <a:pt x="220" y="139"/>
                    <a:pt x="225" y="141"/>
                    <a:pt x="229" y="144"/>
                  </a:cubicBezTo>
                  <a:cubicBezTo>
                    <a:pt x="229" y="144"/>
                    <a:pt x="229" y="144"/>
                    <a:pt x="229" y="143"/>
                  </a:cubicBezTo>
                  <a:cubicBezTo>
                    <a:pt x="230" y="144"/>
                    <a:pt x="232" y="144"/>
                    <a:pt x="233" y="144"/>
                  </a:cubicBezTo>
                  <a:cubicBezTo>
                    <a:pt x="233" y="144"/>
                    <a:pt x="234" y="143"/>
                    <a:pt x="235" y="143"/>
                  </a:cubicBezTo>
                  <a:cubicBezTo>
                    <a:pt x="236" y="144"/>
                    <a:pt x="237" y="145"/>
                    <a:pt x="238" y="146"/>
                  </a:cubicBezTo>
                  <a:cubicBezTo>
                    <a:pt x="239" y="144"/>
                    <a:pt x="244" y="147"/>
                    <a:pt x="245" y="147"/>
                  </a:cubicBezTo>
                  <a:cubicBezTo>
                    <a:pt x="247" y="148"/>
                    <a:pt x="249" y="146"/>
                    <a:pt x="250" y="146"/>
                  </a:cubicBezTo>
                  <a:cubicBezTo>
                    <a:pt x="251" y="146"/>
                    <a:pt x="251" y="147"/>
                    <a:pt x="253" y="147"/>
                  </a:cubicBezTo>
                  <a:cubicBezTo>
                    <a:pt x="259" y="145"/>
                    <a:pt x="262" y="142"/>
                    <a:pt x="266" y="140"/>
                  </a:cubicBezTo>
                  <a:cubicBezTo>
                    <a:pt x="267" y="136"/>
                    <a:pt x="271" y="133"/>
                    <a:pt x="271" y="131"/>
                  </a:cubicBezTo>
                  <a:cubicBezTo>
                    <a:pt x="271" y="131"/>
                    <a:pt x="271" y="130"/>
                    <a:pt x="271" y="130"/>
                  </a:cubicBezTo>
                  <a:cubicBezTo>
                    <a:pt x="271" y="130"/>
                    <a:pt x="271" y="130"/>
                    <a:pt x="270" y="130"/>
                  </a:cubicBezTo>
                  <a:close/>
                  <a:moveTo>
                    <a:pt x="170" y="55"/>
                  </a:moveTo>
                  <a:cubicBezTo>
                    <a:pt x="168" y="56"/>
                    <a:pt x="168" y="55"/>
                    <a:pt x="166" y="55"/>
                  </a:cubicBezTo>
                  <a:cubicBezTo>
                    <a:pt x="164" y="55"/>
                    <a:pt x="159" y="55"/>
                    <a:pt x="156" y="55"/>
                  </a:cubicBezTo>
                  <a:cubicBezTo>
                    <a:pt x="154" y="55"/>
                    <a:pt x="151" y="55"/>
                    <a:pt x="149" y="54"/>
                  </a:cubicBezTo>
                  <a:cubicBezTo>
                    <a:pt x="146" y="57"/>
                    <a:pt x="143" y="54"/>
                    <a:pt x="139" y="55"/>
                  </a:cubicBezTo>
                  <a:cubicBezTo>
                    <a:pt x="136" y="56"/>
                    <a:pt x="133" y="57"/>
                    <a:pt x="130" y="57"/>
                  </a:cubicBezTo>
                  <a:cubicBezTo>
                    <a:pt x="130" y="57"/>
                    <a:pt x="129" y="56"/>
                    <a:pt x="129" y="56"/>
                  </a:cubicBezTo>
                  <a:cubicBezTo>
                    <a:pt x="125" y="59"/>
                    <a:pt x="115" y="57"/>
                    <a:pt x="110" y="56"/>
                  </a:cubicBezTo>
                  <a:cubicBezTo>
                    <a:pt x="108" y="56"/>
                    <a:pt x="108" y="57"/>
                    <a:pt x="107" y="58"/>
                  </a:cubicBezTo>
                  <a:cubicBezTo>
                    <a:pt x="106" y="58"/>
                    <a:pt x="104" y="57"/>
                    <a:pt x="103" y="58"/>
                  </a:cubicBezTo>
                  <a:cubicBezTo>
                    <a:pt x="100" y="60"/>
                    <a:pt x="95" y="61"/>
                    <a:pt x="92" y="62"/>
                  </a:cubicBezTo>
                  <a:cubicBezTo>
                    <a:pt x="91" y="62"/>
                    <a:pt x="89" y="61"/>
                    <a:pt x="88" y="61"/>
                  </a:cubicBezTo>
                  <a:cubicBezTo>
                    <a:pt x="88" y="61"/>
                    <a:pt x="87" y="60"/>
                    <a:pt x="87" y="60"/>
                  </a:cubicBezTo>
                  <a:cubicBezTo>
                    <a:pt x="87" y="58"/>
                    <a:pt x="90" y="55"/>
                    <a:pt x="92" y="54"/>
                  </a:cubicBezTo>
                  <a:cubicBezTo>
                    <a:pt x="92" y="54"/>
                    <a:pt x="93" y="53"/>
                    <a:pt x="94" y="53"/>
                  </a:cubicBezTo>
                  <a:cubicBezTo>
                    <a:pt x="95" y="52"/>
                    <a:pt x="96" y="52"/>
                    <a:pt x="96" y="51"/>
                  </a:cubicBezTo>
                  <a:cubicBezTo>
                    <a:pt x="99" y="49"/>
                    <a:pt x="102" y="49"/>
                    <a:pt x="104" y="48"/>
                  </a:cubicBezTo>
                  <a:cubicBezTo>
                    <a:pt x="106" y="48"/>
                    <a:pt x="108" y="47"/>
                    <a:pt x="110" y="47"/>
                  </a:cubicBezTo>
                  <a:cubicBezTo>
                    <a:pt x="111" y="46"/>
                    <a:pt x="117" y="47"/>
                    <a:pt x="117" y="47"/>
                  </a:cubicBezTo>
                  <a:cubicBezTo>
                    <a:pt x="120" y="46"/>
                    <a:pt x="125" y="47"/>
                    <a:pt x="126" y="46"/>
                  </a:cubicBezTo>
                  <a:cubicBezTo>
                    <a:pt x="129" y="45"/>
                    <a:pt x="132" y="44"/>
                    <a:pt x="135" y="45"/>
                  </a:cubicBezTo>
                  <a:cubicBezTo>
                    <a:pt x="139" y="46"/>
                    <a:pt x="142" y="45"/>
                    <a:pt x="148" y="45"/>
                  </a:cubicBezTo>
                  <a:cubicBezTo>
                    <a:pt x="151" y="45"/>
                    <a:pt x="154" y="45"/>
                    <a:pt x="156" y="45"/>
                  </a:cubicBezTo>
                  <a:cubicBezTo>
                    <a:pt x="157" y="45"/>
                    <a:pt x="158" y="44"/>
                    <a:pt x="160" y="44"/>
                  </a:cubicBezTo>
                  <a:cubicBezTo>
                    <a:pt x="162" y="44"/>
                    <a:pt x="163" y="46"/>
                    <a:pt x="166" y="44"/>
                  </a:cubicBezTo>
                  <a:cubicBezTo>
                    <a:pt x="167" y="45"/>
                    <a:pt x="169" y="45"/>
                    <a:pt x="170" y="46"/>
                  </a:cubicBezTo>
                  <a:cubicBezTo>
                    <a:pt x="172" y="47"/>
                    <a:pt x="172" y="51"/>
                    <a:pt x="172" y="53"/>
                  </a:cubicBezTo>
                  <a:cubicBezTo>
                    <a:pt x="172" y="54"/>
                    <a:pt x="171" y="54"/>
                    <a:pt x="170" y="55"/>
                  </a:cubicBezTo>
                  <a:close/>
                  <a:moveTo>
                    <a:pt x="94" y="23"/>
                  </a:moveTo>
                  <a:cubicBezTo>
                    <a:pt x="95" y="22"/>
                    <a:pt x="96" y="21"/>
                    <a:pt x="96" y="21"/>
                  </a:cubicBezTo>
                  <a:cubicBezTo>
                    <a:pt x="97" y="20"/>
                    <a:pt x="99" y="21"/>
                    <a:pt x="100" y="21"/>
                  </a:cubicBezTo>
                  <a:cubicBezTo>
                    <a:pt x="104" y="19"/>
                    <a:pt x="109" y="19"/>
                    <a:pt x="113" y="19"/>
                  </a:cubicBezTo>
                  <a:cubicBezTo>
                    <a:pt x="122" y="18"/>
                    <a:pt x="130" y="21"/>
                    <a:pt x="135" y="20"/>
                  </a:cubicBezTo>
                  <a:cubicBezTo>
                    <a:pt x="140" y="19"/>
                    <a:pt x="156" y="16"/>
                    <a:pt x="159" y="17"/>
                  </a:cubicBezTo>
                  <a:cubicBezTo>
                    <a:pt x="159" y="16"/>
                    <a:pt x="159" y="16"/>
                    <a:pt x="159" y="16"/>
                  </a:cubicBezTo>
                  <a:cubicBezTo>
                    <a:pt x="161" y="17"/>
                    <a:pt x="164" y="17"/>
                    <a:pt x="166" y="18"/>
                  </a:cubicBezTo>
                  <a:cubicBezTo>
                    <a:pt x="168" y="17"/>
                    <a:pt x="173" y="19"/>
                    <a:pt x="174" y="19"/>
                  </a:cubicBezTo>
                  <a:cubicBezTo>
                    <a:pt x="175" y="20"/>
                    <a:pt x="175" y="21"/>
                    <a:pt x="176" y="21"/>
                  </a:cubicBezTo>
                  <a:cubicBezTo>
                    <a:pt x="176" y="22"/>
                    <a:pt x="175" y="27"/>
                    <a:pt x="174" y="28"/>
                  </a:cubicBezTo>
                  <a:cubicBezTo>
                    <a:pt x="174" y="29"/>
                    <a:pt x="174" y="29"/>
                    <a:pt x="174" y="29"/>
                  </a:cubicBezTo>
                  <a:cubicBezTo>
                    <a:pt x="148" y="29"/>
                    <a:pt x="120" y="27"/>
                    <a:pt x="102" y="32"/>
                  </a:cubicBezTo>
                  <a:cubicBezTo>
                    <a:pt x="102" y="32"/>
                    <a:pt x="97" y="32"/>
                    <a:pt x="96" y="32"/>
                  </a:cubicBezTo>
                  <a:cubicBezTo>
                    <a:pt x="96" y="32"/>
                    <a:pt x="88" y="33"/>
                    <a:pt x="87" y="33"/>
                  </a:cubicBezTo>
                  <a:cubicBezTo>
                    <a:pt x="86" y="32"/>
                    <a:pt x="85" y="31"/>
                    <a:pt x="84" y="30"/>
                  </a:cubicBezTo>
                  <a:cubicBezTo>
                    <a:pt x="85" y="27"/>
                    <a:pt x="91" y="24"/>
                    <a:pt x="94" y="23"/>
                  </a:cubicBezTo>
                  <a:close/>
                  <a:moveTo>
                    <a:pt x="121" y="83"/>
                  </a:moveTo>
                  <a:cubicBezTo>
                    <a:pt x="119" y="84"/>
                    <a:pt x="113" y="84"/>
                    <a:pt x="111" y="84"/>
                  </a:cubicBezTo>
                  <a:cubicBezTo>
                    <a:pt x="107" y="84"/>
                    <a:pt x="103" y="85"/>
                    <a:pt x="100" y="85"/>
                  </a:cubicBezTo>
                  <a:cubicBezTo>
                    <a:pt x="98" y="85"/>
                    <a:pt x="96" y="85"/>
                    <a:pt x="95" y="85"/>
                  </a:cubicBezTo>
                  <a:cubicBezTo>
                    <a:pt x="94" y="86"/>
                    <a:pt x="94" y="86"/>
                    <a:pt x="94" y="86"/>
                  </a:cubicBezTo>
                  <a:cubicBezTo>
                    <a:pt x="93" y="86"/>
                    <a:pt x="92" y="86"/>
                    <a:pt x="90" y="86"/>
                  </a:cubicBezTo>
                  <a:cubicBezTo>
                    <a:pt x="86" y="88"/>
                    <a:pt x="85" y="89"/>
                    <a:pt x="80" y="88"/>
                  </a:cubicBezTo>
                  <a:cubicBezTo>
                    <a:pt x="80" y="86"/>
                    <a:pt x="82" y="83"/>
                    <a:pt x="82" y="82"/>
                  </a:cubicBezTo>
                  <a:cubicBezTo>
                    <a:pt x="83" y="78"/>
                    <a:pt x="90" y="77"/>
                    <a:pt x="94" y="75"/>
                  </a:cubicBezTo>
                  <a:cubicBezTo>
                    <a:pt x="95" y="75"/>
                    <a:pt x="96" y="75"/>
                    <a:pt x="98" y="75"/>
                  </a:cubicBezTo>
                  <a:cubicBezTo>
                    <a:pt x="98" y="75"/>
                    <a:pt x="103" y="74"/>
                    <a:pt x="103" y="74"/>
                  </a:cubicBezTo>
                  <a:cubicBezTo>
                    <a:pt x="103" y="74"/>
                    <a:pt x="105" y="75"/>
                    <a:pt x="106" y="75"/>
                  </a:cubicBezTo>
                  <a:cubicBezTo>
                    <a:pt x="110" y="74"/>
                    <a:pt x="118" y="74"/>
                    <a:pt x="122" y="72"/>
                  </a:cubicBezTo>
                  <a:cubicBezTo>
                    <a:pt x="123" y="72"/>
                    <a:pt x="131" y="73"/>
                    <a:pt x="132" y="73"/>
                  </a:cubicBezTo>
                  <a:cubicBezTo>
                    <a:pt x="133" y="74"/>
                    <a:pt x="148" y="72"/>
                    <a:pt x="148" y="72"/>
                  </a:cubicBezTo>
                  <a:cubicBezTo>
                    <a:pt x="149" y="72"/>
                    <a:pt x="149" y="72"/>
                    <a:pt x="149" y="71"/>
                  </a:cubicBezTo>
                  <a:cubicBezTo>
                    <a:pt x="149" y="71"/>
                    <a:pt x="149" y="71"/>
                    <a:pt x="149" y="71"/>
                  </a:cubicBezTo>
                  <a:cubicBezTo>
                    <a:pt x="149" y="71"/>
                    <a:pt x="153" y="73"/>
                    <a:pt x="153" y="73"/>
                  </a:cubicBezTo>
                  <a:cubicBezTo>
                    <a:pt x="159" y="70"/>
                    <a:pt x="164" y="72"/>
                    <a:pt x="169" y="73"/>
                  </a:cubicBezTo>
                  <a:cubicBezTo>
                    <a:pt x="171" y="75"/>
                    <a:pt x="170" y="79"/>
                    <a:pt x="170" y="81"/>
                  </a:cubicBezTo>
                  <a:cubicBezTo>
                    <a:pt x="169" y="82"/>
                    <a:pt x="168" y="82"/>
                    <a:pt x="168" y="83"/>
                  </a:cubicBezTo>
                  <a:cubicBezTo>
                    <a:pt x="162" y="83"/>
                    <a:pt x="154" y="82"/>
                    <a:pt x="148" y="83"/>
                  </a:cubicBezTo>
                  <a:cubicBezTo>
                    <a:pt x="147" y="83"/>
                    <a:pt x="142" y="82"/>
                    <a:pt x="142" y="82"/>
                  </a:cubicBezTo>
                  <a:cubicBezTo>
                    <a:pt x="140" y="83"/>
                    <a:pt x="135" y="83"/>
                    <a:pt x="133" y="82"/>
                  </a:cubicBezTo>
                  <a:cubicBezTo>
                    <a:pt x="130" y="84"/>
                    <a:pt x="122" y="83"/>
                    <a:pt x="121" y="83"/>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2" name="Freeform 8"/>
            <p:cNvSpPr/>
            <p:nvPr/>
          </p:nvSpPr>
          <p:spPr bwMode="auto">
            <a:xfrm>
              <a:off x="1468682" y="6171684"/>
              <a:ext cx="98249" cy="289665"/>
            </a:xfrm>
            <a:custGeom>
              <a:avLst/>
              <a:gdLst>
                <a:gd name="T0" fmla="*/ 67 w 73"/>
                <a:gd name="T1" fmla="*/ 1 h 215"/>
                <a:gd name="T2" fmla="*/ 69 w 73"/>
                <a:gd name="T3" fmla="*/ 18 h 215"/>
                <a:gd name="T4" fmla="*/ 65 w 73"/>
                <a:gd name="T5" fmla="*/ 37 h 215"/>
                <a:gd name="T6" fmla="*/ 67 w 73"/>
                <a:gd name="T7" fmla="*/ 53 h 215"/>
                <a:gd name="T8" fmla="*/ 68 w 73"/>
                <a:gd name="T9" fmla="*/ 65 h 215"/>
                <a:gd name="T10" fmla="*/ 68 w 73"/>
                <a:gd name="T11" fmla="*/ 74 h 215"/>
                <a:gd name="T12" fmla="*/ 67 w 73"/>
                <a:gd name="T13" fmla="*/ 91 h 215"/>
                <a:gd name="T14" fmla="*/ 69 w 73"/>
                <a:gd name="T15" fmla="*/ 99 h 215"/>
                <a:gd name="T16" fmla="*/ 71 w 73"/>
                <a:gd name="T17" fmla="*/ 107 h 215"/>
                <a:gd name="T18" fmla="*/ 73 w 73"/>
                <a:gd name="T19" fmla="*/ 114 h 215"/>
                <a:gd name="T20" fmla="*/ 69 w 73"/>
                <a:gd name="T21" fmla="*/ 118 h 215"/>
                <a:gd name="T22" fmla="*/ 68 w 73"/>
                <a:gd name="T23" fmla="*/ 130 h 215"/>
                <a:gd name="T24" fmla="*/ 67 w 73"/>
                <a:gd name="T25" fmla="*/ 137 h 215"/>
                <a:gd name="T26" fmla="*/ 67 w 73"/>
                <a:gd name="T27" fmla="*/ 148 h 215"/>
                <a:gd name="T28" fmla="*/ 65 w 73"/>
                <a:gd name="T29" fmla="*/ 157 h 215"/>
                <a:gd name="T30" fmla="*/ 64 w 73"/>
                <a:gd name="T31" fmla="*/ 159 h 215"/>
                <a:gd name="T32" fmla="*/ 63 w 73"/>
                <a:gd name="T33" fmla="*/ 160 h 215"/>
                <a:gd name="T34" fmla="*/ 63 w 73"/>
                <a:gd name="T35" fmla="*/ 168 h 215"/>
                <a:gd name="T36" fmla="*/ 64 w 73"/>
                <a:gd name="T37" fmla="*/ 186 h 215"/>
                <a:gd name="T38" fmla="*/ 65 w 73"/>
                <a:gd name="T39" fmla="*/ 197 h 215"/>
                <a:gd name="T40" fmla="*/ 65 w 73"/>
                <a:gd name="T41" fmla="*/ 208 h 215"/>
                <a:gd name="T42" fmla="*/ 61 w 73"/>
                <a:gd name="T43" fmla="*/ 215 h 215"/>
                <a:gd name="T44" fmla="*/ 55 w 73"/>
                <a:gd name="T45" fmla="*/ 208 h 215"/>
                <a:gd name="T46" fmla="*/ 53 w 73"/>
                <a:gd name="T47" fmla="*/ 204 h 215"/>
                <a:gd name="T48" fmla="*/ 48 w 73"/>
                <a:gd name="T49" fmla="*/ 186 h 215"/>
                <a:gd name="T50" fmla="*/ 48 w 73"/>
                <a:gd name="T51" fmla="*/ 178 h 215"/>
                <a:gd name="T52" fmla="*/ 45 w 73"/>
                <a:gd name="T53" fmla="*/ 147 h 215"/>
                <a:gd name="T54" fmla="*/ 33 w 73"/>
                <a:gd name="T55" fmla="*/ 153 h 215"/>
                <a:gd name="T56" fmla="*/ 18 w 73"/>
                <a:gd name="T57" fmla="*/ 161 h 215"/>
                <a:gd name="T58" fmla="*/ 11 w 73"/>
                <a:gd name="T59" fmla="*/ 163 h 215"/>
                <a:gd name="T60" fmla="*/ 4 w 73"/>
                <a:gd name="T61" fmla="*/ 155 h 215"/>
                <a:gd name="T62" fmla="*/ 0 w 73"/>
                <a:gd name="T63" fmla="*/ 147 h 215"/>
                <a:gd name="T64" fmla="*/ 0 w 73"/>
                <a:gd name="T65" fmla="*/ 138 h 215"/>
                <a:gd name="T66" fmla="*/ 0 w 73"/>
                <a:gd name="T67" fmla="*/ 127 h 215"/>
                <a:gd name="T68" fmla="*/ 8 w 73"/>
                <a:gd name="T69" fmla="*/ 112 h 215"/>
                <a:gd name="T70" fmla="*/ 12 w 73"/>
                <a:gd name="T71" fmla="*/ 90 h 215"/>
                <a:gd name="T72" fmla="*/ 12 w 73"/>
                <a:gd name="T73" fmla="*/ 73 h 215"/>
                <a:gd name="T74" fmla="*/ 13 w 73"/>
                <a:gd name="T75" fmla="*/ 64 h 215"/>
                <a:gd name="T76" fmla="*/ 18 w 73"/>
                <a:gd name="T77" fmla="*/ 47 h 215"/>
                <a:gd name="T78" fmla="*/ 24 w 73"/>
                <a:gd name="T79" fmla="*/ 41 h 215"/>
                <a:gd name="T80" fmla="*/ 32 w 73"/>
                <a:gd name="T81" fmla="*/ 39 h 215"/>
                <a:gd name="T82" fmla="*/ 38 w 73"/>
                <a:gd name="T83" fmla="*/ 47 h 215"/>
                <a:gd name="T84" fmla="*/ 28 w 73"/>
                <a:gd name="T85" fmla="*/ 62 h 215"/>
                <a:gd name="T86" fmla="*/ 31 w 73"/>
                <a:gd name="T87" fmla="*/ 81 h 215"/>
                <a:gd name="T88" fmla="*/ 31 w 73"/>
                <a:gd name="T89" fmla="*/ 89 h 215"/>
                <a:gd name="T90" fmla="*/ 30 w 73"/>
                <a:gd name="T91" fmla="*/ 99 h 215"/>
                <a:gd name="T92" fmla="*/ 48 w 73"/>
                <a:gd name="T93" fmla="*/ 115 h 215"/>
                <a:gd name="T94" fmla="*/ 50 w 73"/>
                <a:gd name="T95" fmla="*/ 115 h 215"/>
                <a:gd name="T96" fmla="*/ 51 w 73"/>
                <a:gd name="T97" fmla="*/ 109 h 215"/>
                <a:gd name="T98" fmla="*/ 55 w 73"/>
                <a:gd name="T99" fmla="*/ 79 h 215"/>
                <a:gd name="T100" fmla="*/ 53 w 73"/>
                <a:gd name="T101" fmla="*/ 35 h 215"/>
                <a:gd name="T102" fmla="*/ 60 w 73"/>
                <a:gd name="T103"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215">
                  <a:moveTo>
                    <a:pt x="65" y="0"/>
                  </a:moveTo>
                  <a:cubicBezTo>
                    <a:pt x="66" y="0"/>
                    <a:pt x="67" y="0"/>
                    <a:pt x="67" y="1"/>
                  </a:cubicBezTo>
                  <a:cubicBezTo>
                    <a:pt x="70" y="3"/>
                    <a:pt x="68" y="10"/>
                    <a:pt x="69" y="15"/>
                  </a:cubicBezTo>
                  <a:cubicBezTo>
                    <a:pt x="69" y="16"/>
                    <a:pt x="69" y="17"/>
                    <a:pt x="69" y="18"/>
                  </a:cubicBezTo>
                  <a:cubicBezTo>
                    <a:pt x="71" y="22"/>
                    <a:pt x="69" y="30"/>
                    <a:pt x="67" y="34"/>
                  </a:cubicBezTo>
                  <a:cubicBezTo>
                    <a:pt x="66" y="35"/>
                    <a:pt x="66" y="37"/>
                    <a:pt x="65" y="37"/>
                  </a:cubicBezTo>
                  <a:cubicBezTo>
                    <a:pt x="64" y="39"/>
                    <a:pt x="65" y="45"/>
                    <a:pt x="66" y="46"/>
                  </a:cubicBezTo>
                  <a:cubicBezTo>
                    <a:pt x="66" y="47"/>
                    <a:pt x="66" y="51"/>
                    <a:pt x="67" y="53"/>
                  </a:cubicBezTo>
                  <a:cubicBezTo>
                    <a:pt x="67" y="55"/>
                    <a:pt x="67" y="57"/>
                    <a:pt x="67" y="59"/>
                  </a:cubicBezTo>
                  <a:cubicBezTo>
                    <a:pt x="67" y="61"/>
                    <a:pt x="67" y="63"/>
                    <a:pt x="68" y="65"/>
                  </a:cubicBezTo>
                  <a:cubicBezTo>
                    <a:pt x="68" y="67"/>
                    <a:pt x="67" y="70"/>
                    <a:pt x="67" y="71"/>
                  </a:cubicBezTo>
                  <a:cubicBezTo>
                    <a:pt x="67" y="71"/>
                    <a:pt x="68" y="73"/>
                    <a:pt x="68" y="74"/>
                  </a:cubicBezTo>
                  <a:cubicBezTo>
                    <a:pt x="69" y="76"/>
                    <a:pt x="67" y="82"/>
                    <a:pt x="68" y="85"/>
                  </a:cubicBezTo>
                  <a:cubicBezTo>
                    <a:pt x="68" y="86"/>
                    <a:pt x="65" y="89"/>
                    <a:pt x="67" y="91"/>
                  </a:cubicBezTo>
                  <a:cubicBezTo>
                    <a:pt x="67" y="92"/>
                    <a:pt x="66" y="94"/>
                    <a:pt x="67" y="95"/>
                  </a:cubicBezTo>
                  <a:cubicBezTo>
                    <a:pt x="68" y="97"/>
                    <a:pt x="68" y="98"/>
                    <a:pt x="69" y="99"/>
                  </a:cubicBezTo>
                  <a:cubicBezTo>
                    <a:pt x="69" y="101"/>
                    <a:pt x="69" y="104"/>
                    <a:pt x="69" y="106"/>
                  </a:cubicBezTo>
                  <a:cubicBezTo>
                    <a:pt x="70" y="106"/>
                    <a:pt x="71" y="107"/>
                    <a:pt x="71" y="107"/>
                  </a:cubicBezTo>
                  <a:cubicBezTo>
                    <a:pt x="72" y="109"/>
                    <a:pt x="71" y="110"/>
                    <a:pt x="72" y="112"/>
                  </a:cubicBezTo>
                  <a:cubicBezTo>
                    <a:pt x="72" y="113"/>
                    <a:pt x="73" y="112"/>
                    <a:pt x="73" y="114"/>
                  </a:cubicBezTo>
                  <a:cubicBezTo>
                    <a:pt x="72" y="114"/>
                    <a:pt x="71" y="116"/>
                    <a:pt x="72" y="117"/>
                  </a:cubicBezTo>
                  <a:cubicBezTo>
                    <a:pt x="71" y="117"/>
                    <a:pt x="70" y="118"/>
                    <a:pt x="69" y="118"/>
                  </a:cubicBezTo>
                  <a:cubicBezTo>
                    <a:pt x="69" y="119"/>
                    <a:pt x="67" y="127"/>
                    <a:pt x="67" y="127"/>
                  </a:cubicBezTo>
                  <a:cubicBezTo>
                    <a:pt x="67" y="128"/>
                    <a:pt x="68" y="129"/>
                    <a:pt x="68" y="130"/>
                  </a:cubicBezTo>
                  <a:cubicBezTo>
                    <a:pt x="68" y="132"/>
                    <a:pt x="68" y="133"/>
                    <a:pt x="68" y="134"/>
                  </a:cubicBezTo>
                  <a:cubicBezTo>
                    <a:pt x="68" y="135"/>
                    <a:pt x="67" y="138"/>
                    <a:pt x="67" y="137"/>
                  </a:cubicBezTo>
                  <a:cubicBezTo>
                    <a:pt x="67" y="138"/>
                    <a:pt x="67" y="138"/>
                    <a:pt x="67" y="139"/>
                  </a:cubicBezTo>
                  <a:cubicBezTo>
                    <a:pt x="67" y="139"/>
                    <a:pt x="66" y="148"/>
                    <a:pt x="67" y="148"/>
                  </a:cubicBezTo>
                  <a:cubicBezTo>
                    <a:pt x="67" y="148"/>
                    <a:pt x="67" y="149"/>
                    <a:pt x="67" y="149"/>
                  </a:cubicBezTo>
                  <a:cubicBezTo>
                    <a:pt x="66" y="152"/>
                    <a:pt x="64" y="155"/>
                    <a:pt x="65" y="157"/>
                  </a:cubicBezTo>
                  <a:cubicBezTo>
                    <a:pt x="65" y="157"/>
                    <a:pt x="65" y="158"/>
                    <a:pt x="65" y="158"/>
                  </a:cubicBezTo>
                  <a:cubicBezTo>
                    <a:pt x="65" y="158"/>
                    <a:pt x="65" y="158"/>
                    <a:pt x="64" y="159"/>
                  </a:cubicBezTo>
                  <a:cubicBezTo>
                    <a:pt x="64" y="159"/>
                    <a:pt x="64" y="159"/>
                    <a:pt x="64" y="159"/>
                  </a:cubicBezTo>
                  <a:cubicBezTo>
                    <a:pt x="64" y="160"/>
                    <a:pt x="64" y="160"/>
                    <a:pt x="63" y="160"/>
                  </a:cubicBezTo>
                  <a:cubicBezTo>
                    <a:pt x="63" y="162"/>
                    <a:pt x="63" y="164"/>
                    <a:pt x="63" y="166"/>
                  </a:cubicBezTo>
                  <a:cubicBezTo>
                    <a:pt x="63" y="167"/>
                    <a:pt x="63" y="167"/>
                    <a:pt x="63" y="168"/>
                  </a:cubicBezTo>
                  <a:cubicBezTo>
                    <a:pt x="61" y="173"/>
                    <a:pt x="64" y="179"/>
                    <a:pt x="65" y="181"/>
                  </a:cubicBezTo>
                  <a:cubicBezTo>
                    <a:pt x="65" y="183"/>
                    <a:pt x="65" y="184"/>
                    <a:pt x="64" y="186"/>
                  </a:cubicBezTo>
                  <a:cubicBezTo>
                    <a:pt x="64" y="186"/>
                    <a:pt x="64" y="186"/>
                    <a:pt x="64" y="186"/>
                  </a:cubicBezTo>
                  <a:cubicBezTo>
                    <a:pt x="64" y="186"/>
                    <a:pt x="65" y="197"/>
                    <a:pt x="65" y="197"/>
                  </a:cubicBezTo>
                  <a:cubicBezTo>
                    <a:pt x="65" y="197"/>
                    <a:pt x="64" y="201"/>
                    <a:pt x="64" y="201"/>
                  </a:cubicBezTo>
                  <a:cubicBezTo>
                    <a:pt x="65" y="202"/>
                    <a:pt x="65" y="207"/>
                    <a:pt x="65" y="208"/>
                  </a:cubicBezTo>
                  <a:cubicBezTo>
                    <a:pt x="65" y="209"/>
                    <a:pt x="64" y="209"/>
                    <a:pt x="63" y="209"/>
                  </a:cubicBezTo>
                  <a:cubicBezTo>
                    <a:pt x="63" y="211"/>
                    <a:pt x="63" y="214"/>
                    <a:pt x="61" y="215"/>
                  </a:cubicBezTo>
                  <a:cubicBezTo>
                    <a:pt x="60" y="215"/>
                    <a:pt x="61" y="215"/>
                    <a:pt x="60" y="215"/>
                  </a:cubicBezTo>
                  <a:cubicBezTo>
                    <a:pt x="57" y="213"/>
                    <a:pt x="58" y="210"/>
                    <a:pt x="55" y="208"/>
                  </a:cubicBezTo>
                  <a:cubicBezTo>
                    <a:pt x="55" y="208"/>
                    <a:pt x="56" y="208"/>
                    <a:pt x="56" y="207"/>
                  </a:cubicBezTo>
                  <a:cubicBezTo>
                    <a:pt x="56" y="206"/>
                    <a:pt x="54" y="205"/>
                    <a:pt x="53" y="204"/>
                  </a:cubicBezTo>
                  <a:cubicBezTo>
                    <a:pt x="52" y="202"/>
                    <a:pt x="53" y="199"/>
                    <a:pt x="52" y="197"/>
                  </a:cubicBezTo>
                  <a:cubicBezTo>
                    <a:pt x="51" y="194"/>
                    <a:pt x="50" y="188"/>
                    <a:pt x="48" y="186"/>
                  </a:cubicBezTo>
                  <a:cubicBezTo>
                    <a:pt x="48" y="185"/>
                    <a:pt x="49" y="183"/>
                    <a:pt x="49" y="182"/>
                  </a:cubicBezTo>
                  <a:cubicBezTo>
                    <a:pt x="48" y="181"/>
                    <a:pt x="48" y="179"/>
                    <a:pt x="48" y="178"/>
                  </a:cubicBezTo>
                  <a:cubicBezTo>
                    <a:pt x="48" y="174"/>
                    <a:pt x="49" y="168"/>
                    <a:pt x="48" y="166"/>
                  </a:cubicBezTo>
                  <a:cubicBezTo>
                    <a:pt x="46" y="163"/>
                    <a:pt x="51" y="148"/>
                    <a:pt x="45" y="147"/>
                  </a:cubicBezTo>
                  <a:cubicBezTo>
                    <a:pt x="43" y="148"/>
                    <a:pt x="40" y="148"/>
                    <a:pt x="38" y="149"/>
                  </a:cubicBezTo>
                  <a:cubicBezTo>
                    <a:pt x="37" y="150"/>
                    <a:pt x="35" y="152"/>
                    <a:pt x="33" y="153"/>
                  </a:cubicBezTo>
                  <a:cubicBezTo>
                    <a:pt x="33" y="153"/>
                    <a:pt x="23" y="157"/>
                    <a:pt x="23" y="157"/>
                  </a:cubicBezTo>
                  <a:cubicBezTo>
                    <a:pt x="21" y="158"/>
                    <a:pt x="20" y="160"/>
                    <a:pt x="18" y="161"/>
                  </a:cubicBezTo>
                  <a:cubicBezTo>
                    <a:pt x="16" y="161"/>
                    <a:pt x="15" y="161"/>
                    <a:pt x="13" y="161"/>
                  </a:cubicBezTo>
                  <a:cubicBezTo>
                    <a:pt x="13" y="162"/>
                    <a:pt x="12" y="162"/>
                    <a:pt x="11" y="163"/>
                  </a:cubicBezTo>
                  <a:cubicBezTo>
                    <a:pt x="8" y="164"/>
                    <a:pt x="5" y="159"/>
                    <a:pt x="4" y="157"/>
                  </a:cubicBezTo>
                  <a:cubicBezTo>
                    <a:pt x="4" y="156"/>
                    <a:pt x="4" y="156"/>
                    <a:pt x="4" y="155"/>
                  </a:cubicBezTo>
                  <a:cubicBezTo>
                    <a:pt x="2" y="152"/>
                    <a:pt x="2" y="150"/>
                    <a:pt x="0" y="148"/>
                  </a:cubicBezTo>
                  <a:cubicBezTo>
                    <a:pt x="1" y="147"/>
                    <a:pt x="0" y="146"/>
                    <a:pt x="0" y="147"/>
                  </a:cubicBezTo>
                  <a:cubicBezTo>
                    <a:pt x="0" y="147"/>
                    <a:pt x="0" y="144"/>
                    <a:pt x="0" y="144"/>
                  </a:cubicBezTo>
                  <a:cubicBezTo>
                    <a:pt x="0" y="142"/>
                    <a:pt x="0" y="138"/>
                    <a:pt x="0" y="138"/>
                  </a:cubicBezTo>
                  <a:cubicBezTo>
                    <a:pt x="2" y="137"/>
                    <a:pt x="1" y="129"/>
                    <a:pt x="0" y="127"/>
                  </a:cubicBezTo>
                  <a:cubicBezTo>
                    <a:pt x="0" y="127"/>
                    <a:pt x="0" y="127"/>
                    <a:pt x="0" y="127"/>
                  </a:cubicBezTo>
                  <a:cubicBezTo>
                    <a:pt x="0" y="126"/>
                    <a:pt x="1" y="124"/>
                    <a:pt x="0" y="123"/>
                  </a:cubicBezTo>
                  <a:cubicBezTo>
                    <a:pt x="2" y="119"/>
                    <a:pt x="7" y="115"/>
                    <a:pt x="8" y="112"/>
                  </a:cubicBezTo>
                  <a:cubicBezTo>
                    <a:pt x="8" y="111"/>
                    <a:pt x="8" y="110"/>
                    <a:pt x="8" y="109"/>
                  </a:cubicBezTo>
                  <a:cubicBezTo>
                    <a:pt x="10" y="104"/>
                    <a:pt x="10" y="93"/>
                    <a:pt x="12" y="90"/>
                  </a:cubicBezTo>
                  <a:cubicBezTo>
                    <a:pt x="12" y="87"/>
                    <a:pt x="12" y="85"/>
                    <a:pt x="12" y="83"/>
                  </a:cubicBezTo>
                  <a:cubicBezTo>
                    <a:pt x="12" y="79"/>
                    <a:pt x="11" y="76"/>
                    <a:pt x="12" y="73"/>
                  </a:cubicBezTo>
                  <a:cubicBezTo>
                    <a:pt x="13" y="70"/>
                    <a:pt x="13" y="66"/>
                    <a:pt x="14" y="65"/>
                  </a:cubicBezTo>
                  <a:cubicBezTo>
                    <a:pt x="14" y="64"/>
                    <a:pt x="14" y="64"/>
                    <a:pt x="13" y="64"/>
                  </a:cubicBezTo>
                  <a:cubicBezTo>
                    <a:pt x="13" y="63"/>
                    <a:pt x="15" y="60"/>
                    <a:pt x="14" y="58"/>
                  </a:cubicBezTo>
                  <a:cubicBezTo>
                    <a:pt x="16" y="55"/>
                    <a:pt x="17" y="50"/>
                    <a:pt x="18" y="47"/>
                  </a:cubicBezTo>
                  <a:cubicBezTo>
                    <a:pt x="19" y="47"/>
                    <a:pt x="20" y="46"/>
                    <a:pt x="21" y="45"/>
                  </a:cubicBezTo>
                  <a:cubicBezTo>
                    <a:pt x="23" y="44"/>
                    <a:pt x="21" y="42"/>
                    <a:pt x="24" y="41"/>
                  </a:cubicBezTo>
                  <a:cubicBezTo>
                    <a:pt x="24" y="41"/>
                    <a:pt x="24" y="40"/>
                    <a:pt x="24" y="40"/>
                  </a:cubicBezTo>
                  <a:cubicBezTo>
                    <a:pt x="26" y="40"/>
                    <a:pt x="31" y="38"/>
                    <a:pt x="32" y="39"/>
                  </a:cubicBezTo>
                  <a:cubicBezTo>
                    <a:pt x="33" y="40"/>
                    <a:pt x="33" y="41"/>
                    <a:pt x="34" y="43"/>
                  </a:cubicBezTo>
                  <a:cubicBezTo>
                    <a:pt x="35" y="44"/>
                    <a:pt x="37" y="45"/>
                    <a:pt x="38" y="47"/>
                  </a:cubicBezTo>
                  <a:cubicBezTo>
                    <a:pt x="39" y="48"/>
                    <a:pt x="39" y="49"/>
                    <a:pt x="38" y="50"/>
                  </a:cubicBezTo>
                  <a:cubicBezTo>
                    <a:pt x="37" y="59"/>
                    <a:pt x="31" y="56"/>
                    <a:pt x="28" y="62"/>
                  </a:cubicBezTo>
                  <a:cubicBezTo>
                    <a:pt x="27" y="65"/>
                    <a:pt x="30" y="74"/>
                    <a:pt x="31" y="76"/>
                  </a:cubicBezTo>
                  <a:cubicBezTo>
                    <a:pt x="32" y="78"/>
                    <a:pt x="31" y="80"/>
                    <a:pt x="31" y="81"/>
                  </a:cubicBezTo>
                  <a:cubicBezTo>
                    <a:pt x="31" y="82"/>
                    <a:pt x="31" y="84"/>
                    <a:pt x="30" y="85"/>
                  </a:cubicBezTo>
                  <a:cubicBezTo>
                    <a:pt x="30" y="86"/>
                    <a:pt x="31" y="88"/>
                    <a:pt x="31" y="89"/>
                  </a:cubicBezTo>
                  <a:cubicBezTo>
                    <a:pt x="31" y="92"/>
                    <a:pt x="30" y="93"/>
                    <a:pt x="30" y="94"/>
                  </a:cubicBezTo>
                  <a:cubicBezTo>
                    <a:pt x="29" y="95"/>
                    <a:pt x="30" y="99"/>
                    <a:pt x="30" y="99"/>
                  </a:cubicBezTo>
                  <a:cubicBezTo>
                    <a:pt x="28" y="100"/>
                    <a:pt x="27" y="110"/>
                    <a:pt x="28" y="111"/>
                  </a:cubicBezTo>
                  <a:cubicBezTo>
                    <a:pt x="30" y="115"/>
                    <a:pt x="41" y="114"/>
                    <a:pt x="48" y="115"/>
                  </a:cubicBezTo>
                  <a:cubicBezTo>
                    <a:pt x="48" y="114"/>
                    <a:pt x="48" y="115"/>
                    <a:pt x="49" y="114"/>
                  </a:cubicBezTo>
                  <a:cubicBezTo>
                    <a:pt x="49" y="115"/>
                    <a:pt x="49" y="115"/>
                    <a:pt x="50" y="115"/>
                  </a:cubicBezTo>
                  <a:cubicBezTo>
                    <a:pt x="51" y="113"/>
                    <a:pt x="51" y="113"/>
                    <a:pt x="52" y="111"/>
                  </a:cubicBezTo>
                  <a:cubicBezTo>
                    <a:pt x="51" y="111"/>
                    <a:pt x="51" y="111"/>
                    <a:pt x="51" y="109"/>
                  </a:cubicBezTo>
                  <a:cubicBezTo>
                    <a:pt x="56" y="105"/>
                    <a:pt x="55" y="98"/>
                    <a:pt x="56" y="90"/>
                  </a:cubicBezTo>
                  <a:cubicBezTo>
                    <a:pt x="56" y="87"/>
                    <a:pt x="55" y="83"/>
                    <a:pt x="55" y="79"/>
                  </a:cubicBezTo>
                  <a:cubicBezTo>
                    <a:pt x="57" y="77"/>
                    <a:pt x="56" y="67"/>
                    <a:pt x="56" y="63"/>
                  </a:cubicBezTo>
                  <a:cubicBezTo>
                    <a:pt x="56" y="50"/>
                    <a:pt x="57" y="44"/>
                    <a:pt x="53" y="35"/>
                  </a:cubicBezTo>
                  <a:cubicBezTo>
                    <a:pt x="53" y="30"/>
                    <a:pt x="53" y="25"/>
                    <a:pt x="53" y="19"/>
                  </a:cubicBezTo>
                  <a:cubicBezTo>
                    <a:pt x="57" y="17"/>
                    <a:pt x="58" y="5"/>
                    <a:pt x="60" y="4"/>
                  </a:cubicBezTo>
                  <a:cubicBezTo>
                    <a:pt x="61" y="2"/>
                    <a:pt x="64" y="2"/>
                    <a:pt x="65"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3" name="Freeform 9"/>
            <p:cNvSpPr/>
            <p:nvPr/>
          </p:nvSpPr>
          <p:spPr bwMode="auto">
            <a:xfrm>
              <a:off x="1579918" y="6178459"/>
              <a:ext cx="33879" cy="192546"/>
            </a:xfrm>
            <a:custGeom>
              <a:avLst/>
              <a:gdLst>
                <a:gd name="T0" fmla="*/ 10 w 25"/>
                <a:gd name="T1" fmla="*/ 0 h 143"/>
                <a:gd name="T2" fmla="*/ 16 w 25"/>
                <a:gd name="T3" fmla="*/ 0 h 143"/>
                <a:gd name="T4" fmla="*/ 24 w 25"/>
                <a:gd name="T5" fmla="*/ 12 h 143"/>
                <a:gd name="T6" fmla="*/ 25 w 25"/>
                <a:gd name="T7" fmla="*/ 18 h 143"/>
                <a:gd name="T8" fmla="*/ 23 w 25"/>
                <a:gd name="T9" fmla="*/ 24 h 143"/>
                <a:gd name="T10" fmla="*/ 22 w 25"/>
                <a:gd name="T11" fmla="*/ 26 h 143"/>
                <a:gd name="T12" fmla="*/ 22 w 25"/>
                <a:gd name="T13" fmla="*/ 26 h 143"/>
                <a:gd name="T14" fmla="*/ 21 w 25"/>
                <a:gd name="T15" fmla="*/ 29 h 143"/>
                <a:gd name="T16" fmla="*/ 19 w 25"/>
                <a:gd name="T17" fmla="*/ 32 h 143"/>
                <a:gd name="T18" fmla="*/ 21 w 25"/>
                <a:gd name="T19" fmla="*/ 48 h 143"/>
                <a:gd name="T20" fmla="*/ 21 w 25"/>
                <a:gd name="T21" fmla="*/ 64 h 143"/>
                <a:gd name="T22" fmla="*/ 21 w 25"/>
                <a:gd name="T23" fmla="*/ 64 h 143"/>
                <a:gd name="T24" fmla="*/ 17 w 25"/>
                <a:gd name="T25" fmla="*/ 69 h 143"/>
                <a:gd name="T26" fmla="*/ 17 w 25"/>
                <a:gd name="T27" fmla="*/ 76 h 143"/>
                <a:gd name="T28" fmla="*/ 17 w 25"/>
                <a:gd name="T29" fmla="*/ 76 h 143"/>
                <a:gd name="T30" fmla="*/ 17 w 25"/>
                <a:gd name="T31" fmla="*/ 81 h 143"/>
                <a:gd name="T32" fmla="*/ 17 w 25"/>
                <a:gd name="T33" fmla="*/ 90 h 143"/>
                <a:gd name="T34" fmla="*/ 17 w 25"/>
                <a:gd name="T35" fmla="*/ 91 h 143"/>
                <a:gd name="T36" fmla="*/ 18 w 25"/>
                <a:gd name="T37" fmla="*/ 97 h 143"/>
                <a:gd name="T38" fmla="*/ 17 w 25"/>
                <a:gd name="T39" fmla="*/ 100 h 143"/>
                <a:gd name="T40" fmla="*/ 17 w 25"/>
                <a:gd name="T41" fmla="*/ 100 h 143"/>
                <a:gd name="T42" fmla="*/ 18 w 25"/>
                <a:gd name="T43" fmla="*/ 100 h 143"/>
                <a:gd name="T44" fmla="*/ 18 w 25"/>
                <a:gd name="T45" fmla="*/ 102 h 143"/>
                <a:gd name="T46" fmla="*/ 18 w 25"/>
                <a:gd name="T47" fmla="*/ 108 h 143"/>
                <a:gd name="T48" fmla="*/ 17 w 25"/>
                <a:gd name="T49" fmla="*/ 108 h 143"/>
                <a:gd name="T50" fmla="*/ 17 w 25"/>
                <a:gd name="T51" fmla="*/ 113 h 143"/>
                <a:gd name="T52" fmla="*/ 16 w 25"/>
                <a:gd name="T53" fmla="*/ 117 h 143"/>
                <a:gd name="T54" fmla="*/ 16 w 25"/>
                <a:gd name="T55" fmla="*/ 118 h 143"/>
                <a:gd name="T56" fmla="*/ 15 w 25"/>
                <a:gd name="T57" fmla="*/ 119 h 143"/>
                <a:gd name="T58" fmla="*/ 15 w 25"/>
                <a:gd name="T59" fmla="*/ 121 h 143"/>
                <a:gd name="T60" fmla="*/ 12 w 25"/>
                <a:gd name="T61" fmla="*/ 130 h 143"/>
                <a:gd name="T62" fmla="*/ 5 w 25"/>
                <a:gd name="T63" fmla="*/ 142 h 143"/>
                <a:gd name="T64" fmla="*/ 3 w 25"/>
                <a:gd name="T65" fmla="*/ 141 h 143"/>
                <a:gd name="T66" fmla="*/ 0 w 25"/>
                <a:gd name="T67" fmla="*/ 129 h 143"/>
                <a:gd name="T68" fmla="*/ 1 w 25"/>
                <a:gd name="T69" fmla="*/ 127 h 143"/>
                <a:gd name="T70" fmla="*/ 4 w 25"/>
                <a:gd name="T71" fmla="*/ 126 h 143"/>
                <a:gd name="T72" fmla="*/ 5 w 25"/>
                <a:gd name="T73" fmla="*/ 126 h 143"/>
                <a:gd name="T74" fmla="*/ 8 w 25"/>
                <a:gd name="T75" fmla="*/ 123 h 143"/>
                <a:gd name="T76" fmla="*/ 9 w 25"/>
                <a:gd name="T77" fmla="*/ 114 h 143"/>
                <a:gd name="T78" fmla="*/ 9 w 25"/>
                <a:gd name="T79" fmla="*/ 104 h 143"/>
                <a:gd name="T80" fmla="*/ 9 w 25"/>
                <a:gd name="T81" fmla="*/ 92 h 143"/>
                <a:gd name="T82" fmla="*/ 8 w 25"/>
                <a:gd name="T83" fmla="*/ 83 h 143"/>
                <a:gd name="T84" fmla="*/ 9 w 25"/>
                <a:gd name="T85" fmla="*/ 62 h 143"/>
                <a:gd name="T86" fmla="*/ 8 w 25"/>
                <a:gd name="T87" fmla="*/ 58 h 143"/>
                <a:gd name="T88" fmla="*/ 8 w 25"/>
                <a:gd name="T89" fmla="*/ 57 h 143"/>
                <a:gd name="T90" fmla="*/ 9 w 25"/>
                <a:gd name="T91" fmla="*/ 52 h 143"/>
                <a:gd name="T92" fmla="*/ 10 w 25"/>
                <a:gd name="T93" fmla="*/ 52 h 143"/>
                <a:gd name="T94" fmla="*/ 9 w 25"/>
                <a:gd name="T95" fmla="*/ 48 h 143"/>
                <a:gd name="T96" fmla="*/ 9 w 25"/>
                <a:gd name="T97" fmla="*/ 34 h 143"/>
                <a:gd name="T98" fmla="*/ 9 w 25"/>
                <a:gd name="T99" fmla="*/ 25 h 143"/>
                <a:gd name="T100" fmla="*/ 8 w 25"/>
                <a:gd name="T101" fmla="*/ 20 h 143"/>
                <a:gd name="T102" fmla="*/ 9 w 25"/>
                <a:gd name="T103" fmla="*/ 11 h 143"/>
                <a:gd name="T104" fmla="*/ 10 w 25"/>
                <a:gd name="T10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 h="143">
                  <a:moveTo>
                    <a:pt x="10" y="0"/>
                  </a:moveTo>
                  <a:cubicBezTo>
                    <a:pt x="11" y="0"/>
                    <a:pt x="16" y="0"/>
                    <a:pt x="16" y="0"/>
                  </a:cubicBezTo>
                  <a:cubicBezTo>
                    <a:pt x="20" y="0"/>
                    <a:pt x="23" y="10"/>
                    <a:pt x="24" y="12"/>
                  </a:cubicBezTo>
                  <a:cubicBezTo>
                    <a:pt x="24" y="12"/>
                    <a:pt x="24" y="17"/>
                    <a:pt x="25" y="18"/>
                  </a:cubicBezTo>
                  <a:cubicBezTo>
                    <a:pt x="23" y="19"/>
                    <a:pt x="24" y="22"/>
                    <a:pt x="23" y="24"/>
                  </a:cubicBezTo>
                  <a:cubicBezTo>
                    <a:pt x="23" y="25"/>
                    <a:pt x="22" y="25"/>
                    <a:pt x="22" y="26"/>
                  </a:cubicBezTo>
                  <a:cubicBezTo>
                    <a:pt x="22" y="26"/>
                    <a:pt x="22" y="26"/>
                    <a:pt x="22" y="26"/>
                  </a:cubicBezTo>
                  <a:cubicBezTo>
                    <a:pt x="21" y="27"/>
                    <a:pt x="21" y="28"/>
                    <a:pt x="21" y="29"/>
                  </a:cubicBezTo>
                  <a:cubicBezTo>
                    <a:pt x="20" y="30"/>
                    <a:pt x="19" y="31"/>
                    <a:pt x="19" y="32"/>
                  </a:cubicBezTo>
                  <a:cubicBezTo>
                    <a:pt x="17" y="37"/>
                    <a:pt x="20" y="46"/>
                    <a:pt x="21" y="48"/>
                  </a:cubicBezTo>
                  <a:cubicBezTo>
                    <a:pt x="22" y="49"/>
                    <a:pt x="21" y="62"/>
                    <a:pt x="21" y="64"/>
                  </a:cubicBezTo>
                  <a:cubicBezTo>
                    <a:pt x="21" y="64"/>
                    <a:pt x="21" y="64"/>
                    <a:pt x="21" y="64"/>
                  </a:cubicBezTo>
                  <a:cubicBezTo>
                    <a:pt x="20" y="66"/>
                    <a:pt x="19" y="67"/>
                    <a:pt x="17" y="69"/>
                  </a:cubicBezTo>
                  <a:cubicBezTo>
                    <a:pt x="17" y="69"/>
                    <a:pt x="17" y="76"/>
                    <a:pt x="17" y="76"/>
                  </a:cubicBezTo>
                  <a:cubicBezTo>
                    <a:pt x="17" y="76"/>
                    <a:pt x="17" y="76"/>
                    <a:pt x="17" y="76"/>
                  </a:cubicBezTo>
                  <a:cubicBezTo>
                    <a:pt x="16" y="77"/>
                    <a:pt x="17" y="81"/>
                    <a:pt x="17" y="81"/>
                  </a:cubicBezTo>
                  <a:cubicBezTo>
                    <a:pt x="17" y="82"/>
                    <a:pt x="17" y="88"/>
                    <a:pt x="17" y="90"/>
                  </a:cubicBezTo>
                  <a:cubicBezTo>
                    <a:pt x="17" y="91"/>
                    <a:pt x="18" y="91"/>
                    <a:pt x="17" y="91"/>
                  </a:cubicBezTo>
                  <a:cubicBezTo>
                    <a:pt x="16" y="93"/>
                    <a:pt x="18" y="97"/>
                    <a:pt x="18" y="97"/>
                  </a:cubicBezTo>
                  <a:cubicBezTo>
                    <a:pt x="18" y="98"/>
                    <a:pt x="18" y="99"/>
                    <a:pt x="17" y="100"/>
                  </a:cubicBezTo>
                  <a:cubicBezTo>
                    <a:pt x="17" y="100"/>
                    <a:pt x="17" y="100"/>
                    <a:pt x="17" y="100"/>
                  </a:cubicBezTo>
                  <a:cubicBezTo>
                    <a:pt x="18" y="100"/>
                    <a:pt x="18" y="100"/>
                    <a:pt x="18" y="100"/>
                  </a:cubicBezTo>
                  <a:cubicBezTo>
                    <a:pt x="18" y="101"/>
                    <a:pt x="18" y="102"/>
                    <a:pt x="18" y="102"/>
                  </a:cubicBezTo>
                  <a:cubicBezTo>
                    <a:pt x="17" y="104"/>
                    <a:pt x="18" y="106"/>
                    <a:pt x="18" y="108"/>
                  </a:cubicBezTo>
                  <a:cubicBezTo>
                    <a:pt x="18" y="108"/>
                    <a:pt x="18" y="108"/>
                    <a:pt x="17" y="108"/>
                  </a:cubicBezTo>
                  <a:cubicBezTo>
                    <a:pt x="17" y="110"/>
                    <a:pt x="17" y="112"/>
                    <a:pt x="17" y="113"/>
                  </a:cubicBezTo>
                  <a:cubicBezTo>
                    <a:pt x="17" y="115"/>
                    <a:pt x="16" y="116"/>
                    <a:pt x="16" y="117"/>
                  </a:cubicBezTo>
                  <a:cubicBezTo>
                    <a:pt x="16" y="118"/>
                    <a:pt x="16" y="118"/>
                    <a:pt x="16" y="118"/>
                  </a:cubicBezTo>
                  <a:cubicBezTo>
                    <a:pt x="15" y="118"/>
                    <a:pt x="15" y="119"/>
                    <a:pt x="15" y="119"/>
                  </a:cubicBezTo>
                  <a:cubicBezTo>
                    <a:pt x="15" y="119"/>
                    <a:pt x="15" y="120"/>
                    <a:pt x="15" y="121"/>
                  </a:cubicBezTo>
                  <a:cubicBezTo>
                    <a:pt x="16" y="126"/>
                    <a:pt x="15" y="128"/>
                    <a:pt x="12" y="130"/>
                  </a:cubicBezTo>
                  <a:cubicBezTo>
                    <a:pt x="13" y="136"/>
                    <a:pt x="10" y="143"/>
                    <a:pt x="5" y="142"/>
                  </a:cubicBezTo>
                  <a:cubicBezTo>
                    <a:pt x="4" y="142"/>
                    <a:pt x="4" y="141"/>
                    <a:pt x="3" y="141"/>
                  </a:cubicBezTo>
                  <a:cubicBezTo>
                    <a:pt x="5" y="136"/>
                    <a:pt x="3" y="132"/>
                    <a:pt x="0" y="129"/>
                  </a:cubicBezTo>
                  <a:cubicBezTo>
                    <a:pt x="1" y="128"/>
                    <a:pt x="1" y="128"/>
                    <a:pt x="1" y="127"/>
                  </a:cubicBezTo>
                  <a:cubicBezTo>
                    <a:pt x="3" y="126"/>
                    <a:pt x="3" y="127"/>
                    <a:pt x="4" y="126"/>
                  </a:cubicBezTo>
                  <a:cubicBezTo>
                    <a:pt x="4" y="126"/>
                    <a:pt x="4" y="126"/>
                    <a:pt x="5" y="126"/>
                  </a:cubicBezTo>
                  <a:cubicBezTo>
                    <a:pt x="5" y="125"/>
                    <a:pt x="7" y="125"/>
                    <a:pt x="8" y="123"/>
                  </a:cubicBezTo>
                  <a:cubicBezTo>
                    <a:pt x="9" y="120"/>
                    <a:pt x="8" y="116"/>
                    <a:pt x="9" y="114"/>
                  </a:cubicBezTo>
                  <a:cubicBezTo>
                    <a:pt x="10" y="113"/>
                    <a:pt x="9" y="105"/>
                    <a:pt x="9" y="104"/>
                  </a:cubicBezTo>
                  <a:cubicBezTo>
                    <a:pt x="9" y="104"/>
                    <a:pt x="9" y="92"/>
                    <a:pt x="9" y="92"/>
                  </a:cubicBezTo>
                  <a:cubicBezTo>
                    <a:pt x="9" y="91"/>
                    <a:pt x="8" y="86"/>
                    <a:pt x="8" y="83"/>
                  </a:cubicBezTo>
                  <a:cubicBezTo>
                    <a:pt x="10" y="76"/>
                    <a:pt x="7" y="65"/>
                    <a:pt x="9" y="62"/>
                  </a:cubicBezTo>
                  <a:cubicBezTo>
                    <a:pt x="9" y="61"/>
                    <a:pt x="9" y="58"/>
                    <a:pt x="8" y="58"/>
                  </a:cubicBezTo>
                  <a:cubicBezTo>
                    <a:pt x="8" y="58"/>
                    <a:pt x="8" y="58"/>
                    <a:pt x="8" y="57"/>
                  </a:cubicBezTo>
                  <a:cubicBezTo>
                    <a:pt x="8" y="57"/>
                    <a:pt x="9" y="52"/>
                    <a:pt x="9" y="52"/>
                  </a:cubicBezTo>
                  <a:cubicBezTo>
                    <a:pt x="9" y="52"/>
                    <a:pt x="9" y="52"/>
                    <a:pt x="10" y="52"/>
                  </a:cubicBezTo>
                  <a:cubicBezTo>
                    <a:pt x="10" y="51"/>
                    <a:pt x="9" y="49"/>
                    <a:pt x="9" y="48"/>
                  </a:cubicBezTo>
                  <a:cubicBezTo>
                    <a:pt x="12" y="44"/>
                    <a:pt x="9" y="37"/>
                    <a:pt x="9" y="34"/>
                  </a:cubicBezTo>
                  <a:cubicBezTo>
                    <a:pt x="10" y="32"/>
                    <a:pt x="9" y="27"/>
                    <a:pt x="9" y="25"/>
                  </a:cubicBezTo>
                  <a:cubicBezTo>
                    <a:pt x="9" y="24"/>
                    <a:pt x="9" y="21"/>
                    <a:pt x="8" y="20"/>
                  </a:cubicBezTo>
                  <a:cubicBezTo>
                    <a:pt x="7" y="19"/>
                    <a:pt x="9" y="14"/>
                    <a:pt x="9" y="11"/>
                  </a:cubicBezTo>
                  <a:cubicBezTo>
                    <a:pt x="8" y="5"/>
                    <a:pt x="5" y="6"/>
                    <a:pt x="10"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4" name="Freeform 10"/>
            <p:cNvSpPr>
              <a:spLocks noEditPoints="1"/>
            </p:cNvSpPr>
            <p:nvPr/>
          </p:nvSpPr>
          <p:spPr bwMode="auto">
            <a:xfrm>
              <a:off x="1616621" y="6175636"/>
              <a:ext cx="229248" cy="284584"/>
            </a:xfrm>
            <a:custGeom>
              <a:avLst/>
              <a:gdLst>
                <a:gd name="T0" fmla="*/ 167 w 171"/>
                <a:gd name="T1" fmla="*/ 161 h 211"/>
                <a:gd name="T2" fmla="*/ 143 w 171"/>
                <a:gd name="T3" fmla="*/ 165 h 211"/>
                <a:gd name="T4" fmla="*/ 111 w 171"/>
                <a:gd name="T5" fmla="*/ 167 h 211"/>
                <a:gd name="T6" fmla="*/ 85 w 171"/>
                <a:gd name="T7" fmla="*/ 159 h 211"/>
                <a:gd name="T8" fmla="*/ 84 w 171"/>
                <a:gd name="T9" fmla="*/ 147 h 211"/>
                <a:gd name="T10" fmla="*/ 109 w 171"/>
                <a:gd name="T11" fmla="*/ 141 h 211"/>
                <a:gd name="T12" fmla="*/ 137 w 171"/>
                <a:gd name="T13" fmla="*/ 128 h 211"/>
                <a:gd name="T14" fmla="*/ 105 w 171"/>
                <a:gd name="T15" fmla="*/ 123 h 211"/>
                <a:gd name="T16" fmla="*/ 108 w 171"/>
                <a:gd name="T17" fmla="*/ 102 h 211"/>
                <a:gd name="T18" fmla="*/ 139 w 171"/>
                <a:gd name="T19" fmla="*/ 103 h 211"/>
                <a:gd name="T20" fmla="*/ 124 w 171"/>
                <a:gd name="T21" fmla="*/ 90 h 211"/>
                <a:gd name="T22" fmla="*/ 101 w 171"/>
                <a:gd name="T23" fmla="*/ 90 h 211"/>
                <a:gd name="T24" fmla="*/ 80 w 171"/>
                <a:gd name="T25" fmla="*/ 79 h 211"/>
                <a:gd name="T26" fmla="*/ 49 w 171"/>
                <a:gd name="T27" fmla="*/ 91 h 211"/>
                <a:gd name="T28" fmla="*/ 20 w 171"/>
                <a:gd name="T29" fmla="*/ 54 h 211"/>
                <a:gd name="T30" fmla="*/ 35 w 171"/>
                <a:gd name="T31" fmla="*/ 43 h 211"/>
                <a:gd name="T32" fmla="*/ 54 w 171"/>
                <a:gd name="T33" fmla="*/ 33 h 211"/>
                <a:gd name="T34" fmla="*/ 88 w 171"/>
                <a:gd name="T35" fmla="*/ 30 h 211"/>
                <a:gd name="T36" fmla="*/ 86 w 171"/>
                <a:gd name="T37" fmla="*/ 44 h 211"/>
                <a:gd name="T38" fmla="*/ 47 w 171"/>
                <a:gd name="T39" fmla="*/ 60 h 211"/>
                <a:gd name="T40" fmla="*/ 49 w 171"/>
                <a:gd name="T41" fmla="*/ 67 h 211"/>
                <a:gd name="T42" fmla="*/ 67 w 171"/>
                <a:gd name="T43" fmla="*/ 69 h 211"/>
                <a:gd name="T44" fmla="*/ 99 w 171"/>
                <a:gd name="T45" fmla="*/ 68 h 211"/>
                <a:gd name="T46" fmla="*/ 133 w 171"/>
                <a:gd name="T47" fmla="*/ 67 h 211"/>
                <a:gd name="T48" fmla="*/ 149 w 171"/>
                <a:gd name="T49" fmla="*/ 61 h 211"/>
                <a:gd name="T50" fmla="*/ 125 w 171"/>
                <a:gd name="T51" fmla="*/ 57 h 211"/>
                <a:gd name="T52" fmla="*/ 94 w 171"/>
                <a:gd name="T53" fmla="*/ 56 h 211"/>
                <a:gd name="T54" fmla="*/ 108 w 171"/>
                <a:gd name="T55" fmla="*/ 38 h 211"/>
                <a:gd name="T56" fmla="*/ 91 w 171"/>
                <a:gd name="T57" fmla="*/ 8 h 211"/>
                <a:gd name="T58" fmla="*/ 75 w 171"/>
                <a:gd name="T59" fmla="*/ 3 h 211"/>
                <a:gd name="T60" fmla="*/ 67 w 171"/>
                <a:gd name="T61" fmla="*/ 0 h 211"/>
                <a:gd name="T62" fmla="*/ 56 w 171"/>
                <a:gd name="T63" fmla="*/ 14 h 211"/>
                <a:gd name="T64" fmla="*/ 47 w 171"/>
                <a:gd name="T65" fmla="*/ 21 h 211"/>
                <a:gd name="T66" fmla="*/ 36 w 171"/>
                <a:gd name="T67" fmla="*/ 28 h 211"/>
                <a:gd name="T68" fmla="*/ 17 w 171"/>
                <a:gd name="T69" fmla="*/ 37 h 211"/>
                <a:gd name="T70" fmla="*/ 0 w 171"/>
                <a:gd name="T71" fmla="*/ 47 h 211"/>
                <a:gd name="T72" fmla="*/ 10 w 171"/>
                <a:gd name="T73" fmla="*/ 52 h 211"/>
                <a:gd name="T74" fmla="*/ 13 w 171"/>
                <a:gd name="T75" fmla="*/ 64 h 211"/>
                <a:gd name="T76" fmla="*/ 15 w 171"/>
                <a:gd name="T77" fmla="*/ 87 h 211"/>
                <a:gd name="T78" fmla="*/ 15 w 171"/>
                <a:gd name="T79" fmla="*/ 106 h 211"/>
                <a:gd name="T80" fmla="*/ 14 w 171"/>
                <a:gd name="T81" fmla="*/ 130 h 211"/>
                <a:gd name="T82" fmla="*/ 12 w 171"/>
                <a:gd name="T83" fmla="*/ 149 h 211"/>
                <a:gd name="T84" fmla="*/ 10 w 171"/>
                <a:gd name="T85" fmla="*/ 183 h 211"/>
                <a:gd name="T86" fmla="*/ 10 w 171"/>
                <a:gd name="T87" fmla="*/ 196 h 211"/>
                <a:gd name="T88" fmla="*/ 18 w 171"/>
                <a:gd name="T89" fmla="*/ 205 h 211"/>
                <a:gd name="T90" fmla="*/ 37 w 171"/>
                <a:gd name="T91" fmla="*/ 195 h 211"/>
                <a:gd name="T92" fmla="*/ 55 w 171"/>
                <a:gd name="T93" fmla="*/ 191 h 211"/>
                <a:gd name="T94" fmla="*/ 67 w 171"/>
                <a:gd name="T95" fmla="*/ 191 h 211"/>
                <a:gd name="T96" fmla="*/ 79 w 171"/>
                <a:gd name="T97" fmla="*/ 192 h 211"/>
                <a:gd name="T98" fmla="*/ 114 w 171"/>
                <a:gd name="T99" fmla="*/ 195 h 211"/>
                <a:gd name="T100" fmla="*/ 147 w 171"/>
                <a:gd name="T101" fmla="*/ 202 h 211"/>
                <a:gd name="T102" fmla="*/ 70 w 171"/>
                <a:gd name="T103" fmla="*/ 155 h 211"/>
                <a:gd name="T104" fmla="*/ 32 w 171"/>
                <a:gd name="T105" fmla="*/ 172 h 211"/>
                <a:gd name="T106" fmla="*/ 23 w 171"/>
                <a:gd name="T107" fmla="*/ 160 h 211"/>
                <a:gd name="T108" fmla="*/ 32 w 171"/>
                <a:gd name="T109" fmla="*/ 146 h 211"/>
                <a:gd name="T110" fmla="*/ 67 w 171"/>
                <a:gd name="T111" fmla="*/ 141 h 211"/>
                <a:gd name="T112" fmla="*/ 70 w 171"/>
                <a:gd name="T113" fmla="*/ 124 h 211"/>
                <a:gd name="T114" fmla="*/ 54 w 171"/>
                <a:gd name="T115" fmla="*/ 129 h 211"/>
                <a:gd name="T116" fmla="*/ 25 w 171"/>
                <a:gd name="T117" fmla="*/ 121 h 211"/>
                <a:gd name="T118" fmla="*/ 42 w 171"/>
                <a:gd name="T119" fmla="*/ 105 h 211"/>
                <a:gd name="T120" fmla="*/ 69 w 171"/>
                <a:gd name="T121" fmla="*/ 103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1" h="211">
                  <a:moveTo>
                    <a:pt x="167" y="171"/>
                  </a:moveTo>
                  <a:cubicBezTo>
                    <a:pt x="167" y="168"/>
                    <a:pt x="166" y="166"/>
                    <a:pt x="167" y="165"/>
                  </a:cubicBezTo>
                  <a:cubicBezTo>
                    <a:pt x="167" y="165"/>
                    <a:pt x="168" y="162"/>
                    <a:pt x="168" y="161"/>
                  </a:cubicBezTo>
                  <a:cubicBezTo>
                    <a:pt x="168" y="161"/>
                    <a:pt x="168" y="161"/>
                    <a:pt x="167" y="161"/>
                  </a:cubicBezTo>
                  <a:cubicBezTo>
                    <a:pt x="164" y="161"/>
                    <a:pt x="163" y="162"/>
                    <a:pt x="162" y="163"/>
                  </a:cubicBezTo>
                  <a:cubicBezTo>
                    <a:pt x="161" y="164"/>
                    <a:pt x="158" y="164"/>
                    <a:pt x="158" y="164"/>
                  </a:cubicBezTo>
                  <a:cubicBezTo>
                    <a:pt x="155" y="165"/>
                    <a:pt x="154" y="161"/>
                    <a:pt x="151" y="162"/>
                  </a:cubicBezTo>
                  <a:cubicBezTo>
                    <a:pt x="148" y="163"/>
                    <a:pt x="146" y="163"/>
                    <a:pt x="143" y="165"/>
                  </a:cubicBezTo>
                  <a:cubicBezTo>
                    <a:pt x="142" y="164"/>
                    <a:pt x="140" y="164"/>
                    <a:pt x="139" y="164"/>
                  </a:cubicBezTo>
                  <a:cubicBezTo>
                    <a:pt x="138" y="164"/>
                    <a:pt x="138" y="165"/>
                    <a:pt x="137" y="166"/>
                  </a:cubicBezTo>
                  <a:cubicBezTo>
                    <a:pt x="135" y="167"/>
                    <a:pt x="133" y="164"/>
                    <a:pt x="130" y="165"/>
                  </a:cubicBezTo>
                  <a:cubicBezTo>
                    <a:pt x="124" y="166"/>
                    <a:pt x="118" y="167"/>
                    <a:pt x="111" y="167"/>
                  </a:cubicBezTo>
                  <a:cubicBezTo>
                    <a:pt x="110" y="167"/>
                    <a:pt x="109" y="168"/>
                    <a:pt x="108" y="168"/>
                  </a:cubicBezTo>
                  <a:cubicBezTo>
                    <a:pt x="105" y="168"/>
                    <a:pt x="103" y="168"/>
                    <a:pt x="100" y="168"/>
                  </a:cubicBezTo>
                  <a:cubicBezTo>
                    <a:pt x="95" y="170"/>
                    <a:pt x="88" y="169"/>
                    <a:pt x="84" y="167"/>
                  </a:cubicBezTo>
                  <a:cubicBezTo>
                    <a:pt x="84" y="165"/>
                    <a:pt x="86" y="162"/>
                    <a:pt x="85" y="159"/>
                  </a:cubicBezTo>
                  <a:cubicBezTo>
                    <a:pt x="85" y="159"/>
                    <a:pt x="84" y="158"/>
                    <a:pt x="84" y="157"/>
                  </a:cubicBezTo>
                  <a:cubicBezTo>
                    <a:pt x="83" y="156"/>
                    <a:pt x="84" y="153"/>
                    <a:pt x="84" y="152"/>
                  </a:cubicBezTo>
                  <a:cubicBezTo>
                    <a:pt x="83" y="151"/>
                    <a:pt x="84" y="149"/>
                    <a:pt x="84" y="147"/>
                  </a:cubicBezTo>
                  <a:cubicBezTo>
                    <a:pt x="84" y="147"/>
                    <a:pt x="84" y="147"/>
                    <a:pt x="84" y="147"/>
                  </a:cubicBezTo>
                  <a:cubicBezTo>
                    <a:pt x="86" y="145"/>
                    <a:pt x="87" y="142"/>
                    <a:pt x="88" y="139"/>
                  </a:cubicBezTo>
                  <a:cubicBezTo>
                    <a:pt x="92" y="137"/>
                    <a:pt x="97" y="139"/>
                    <a:pt x="100" y="140"/>
                  </a:cubicBezTo>
                  <a:cubicBezTo>
                    <a:pt x="102" y="140"/>
                    <a:pt x="103" y="140"/>
                    <a:pt x="104" y="140"/>
                  </a:cubicBezTo>
                  <a:cubicBezTo>
                    <a:pt x="104" y="140"/>
                    <a:pt x="107" y="141"/>
                    <a:pt x="109" y="141"/>
                  </a:cubicBezTo>
                  <a:cubicBezTo>
                    <a:pt x="116" y="138"/>
                    <a:pt x="131" y="140"/>
                    <a:pt x="141" y="140"/>
                  </a:cubicBezTo>
                  <a:cubicBezTo>
                    <a:pt x="142" y="139"/>
                    <a:pt x="142" y="137"/>
                    <a:pt x="144" y="136"/>
                  </a:cubicBezTo>
                  <a:cubicBezTo>
                    <a:pt x="144" y="135"/>
                    <a:pt x="144" y="135"/>
                    <a:pt x="143" y="134"/>
                  </a:cubicBezTo>
                  <a:cubicBezTo>
                    <a:pt x="142" y="133"/>
                    <a:pt x="138" y="129"/>
                    <a:pt x="137" y="128"/>
                  </a:cubicBezTo>
                  <a:cubicBezTo>
                    <a:pt x="137" y="128"/>
                    <a:pt x="137" y="128"/>
                    <a:pt x="137" y="128"/>
                  </a:cubicBezTo>
                  <a:cubicBezTo>
                    <a:pt x="135" y="128"/>
                    <a:pt x="133" y="127"/>
                    <a:pt x="132" y="126"/>
                  </a:cubicBezTo>
                  <a:cubicBezTo>
                    <a:pt x="131" y="127"/>
                    <a:pt x="121" y="124"/>
                    <a:pt x="118" y="123"/>
                  </a:cubicBezTo>
                  <a:cubicBezTo>
                    <a:pt x="113" y="123"/>
                    <a:pt x="109" y="123"/>
                    <a:pt x="105" y="123"/>
                  </a:cubicBezTo>
                  <a:cubicBezTo>
                    <a:pt x="100" y="124"/>
                    <a:pt x="91" y="125"/>
                    <a:pt x="87" y="124"/>
                  </a:cubicBezTo>
                  <a:cubicBezTo>
                    <a:pt x="85" y="117"/>
                    <a:pt x="85" y="109"/>
                    <a:pt x="88" y="103"/>
                  </a:cubicBezTo>
                  <a:cubicBezTo>
                    <a:pt x="92" y="102"/>
                    <a:pt x="98" y="101"/>
                    <a:pt x="102" y="103"/>
                  </a:cubicBezTo>
                  <a:cubicBezTo>
                    <a:pt x="102" y="103"/>
                    <a:pt x="108" y="102"/>
                    <a:pt x="108" y="102"/>
                  </a:cubicBezTo>
                  <a:cubicBezTo>
                    <a:pt x="110" y="104"/>
                    <a:pt x="119" y="103"/>
                    <a:pt x="119" y="103"/>
                  </a:cubicBezTo>
                  <a:cubicBezTo>
                    <a:pt x="120" y="103"/>
                    <a:pt x="120" y="103"/>
                    <a:pt x="120" y="103"/>
                  </a:cubicBezTo>
                  <a:cubicBezTo>
                    <a:pt x="121" y="103"/>
                    <a:pt x="121" y="103"/>
                    <a:pt x="121" y="103"/>
                  </a:cubicBezTo>
                  <a:cubicBezTo>
                    <a:pt x="127" y="103"/>
                    <a:pt x="133" y="103"/>
                    <a:pt x="139" y="103"/>
                  </a:cubicBezTo>
                  <a:cubicBezTo>
                    <a:pt x="140" y="102"/>
                    <a:pt x="141" y="102"/>
                    <a:pt x="141" y="101"/>
                  </a:cubicBezTo>
                  <a:cubicBezTo>
                    <a:pt x="141" y="97"/>
                    <a:pt x="138" y="93"/>
                    <a:pt x="135" y="91"/>
                  </a:cubicBezTo>
                  <a:cubicBezTo>
                    <a:pt x="133" y="90"/>
                    <a:pt x="131" y="92"/>
                    <a:pt x="128" y="91"/>
                  </a:cubicBezTo>
                  <a:cubicBezTo>
                    <a:pt x="128" y="91"/>
                    <a:pt x="125" y="90"/>
                    <a:pt x="124" y="90"/>
                  </a:cubicBezTo>
                  <a:cubicBezTo>
                    <a:pt x="124" y="90"/>
                    <a:pt x="123" y="89"/>
                    <a:pt x="123" y="89"/>
                  </a:cubicBezTo>
                  <a:cubicBezTo>
                    <a:pt x="122" y="89"/>
                    <a:pt x="122" y="90"/>
                    <a:pt x="122" y="90"/>
                  </a:cubicBezTo>
                  <a:cubicBezTo>
                    <a:pt x="120" y="91"/>
                    <a:pt x="118" y="89"/>
                    <a:pt x="117" y="89"/>
                  </a:cubicBezTo>
                  <a:cubicBezTo>
                    <a:pt x="116" y="89"/>
                    <a:pt x="102" y="90"/>
                    <a:pt x="101" y="90"/>
                  </a:cubicBezTo>
                  <a:cubicBezTo>
                    <a:pt x="99" y="90"/>
                    <a:pt x="90" y="91"/>
                    <a:pt x="88" y="91"/>
                  </a:cubicBezTo>
                  <a:cubicBezTo>
                    <a:pt x="85" y="89"/>
                    <a:pt x="83" y="86"/>
                    <a:pt x="82" y="84"/>
                  </a:cubicBezTo>
                  <a:cubicBezTo>
                    <a:pt x="82" y="82"/>
                    <a:pt x="82" y="80"/>
                    <a:pt x="81" y="79"/>
                  </a:cubicBezTo>
                  <a:cubicBezTo>
                    <a:pt x="80" y="79"/>
                    <a:pt x="80" y="79"/>
                    <a:pt x="80" y="79"/>
                  </a:cubicBezTo>
                  <a:cubicBezTo>
                    <a:pt x="78" y="82"/>
                    <a:pt x="75" y="83"/>
                    <a:pt x="73" y="86"/>
                  </a:cubicBezTo>
                  <a:cubicBezTo>
                    <a:pt x="72" y="87"/>
                    <a:pt x="73" y="90"/>
                    <a:pt x="72" y="91"/>
                  </a:cubicBezTo>
                  <a:cubicBezTo>
                    <a:pt x="68" y="93"/>
                    <a:pt x="59" y="90"/>
                    <a:pt x="55" y="91"/>
                  </a:cubicBezTo>
                  <a:cubicBezTo>
                    <a:pt x="54" y="91"/>
                    <a:pt x="51" y="90"/>
                    <a:pt x="49" y="91"/>
                  </a:cubicBezTo>
                  <a:cubicBezTo>
                    <a:pt x="41" y="93"/>
                    <a:pt x="34" y="93"/>
                    <a:pt x="28" y="89"/>
                  </a:cubicBezTo>
                  <a:cubicBezTo>
                    <a:pt x="26" y="88"/>
                    <a:pt x="25" y="89"/>
                    <a:pt x="24" y="86"/>
                  </a:cubicBezTo>
                  <a:cubicBezTo>
                    <a:pt x="24" y="86"/>
                    <a:pt x="24" y="78"/>
                    <a:pt x="25" y="76"/>
                  </a:cubicBezTo>
                  <a:cubicBezTo>
                    <a:pt x="26" y="67"/>
                    <a:pt x="23" y="61"/>
                    <a:pt x="20" y="54"/>
                  </a:cubicBezTo>
                  <a:cubicBezTo>
                    <a:pt x="19" y="53"/>
                    <a:pt x="21" y="50"/>
                    <a:pt x="21" y="48"/>
                  </a:cubicBezTo>
                  <a:cubicBezTo>
                    <a:pt x="22" y="48"/>
                    <a:pt x="22" y="46"/>
                    <a:pt x="23" y="45"/>
                  </a:cubicBezTo>
                  <a:cubicBezTo>
                    <a:pt x="24" y="45"/>
                    <a:pt x="27" y="45"/>
                    <a:pt x="28" y="44"/>
                  </a:cubicBezTo>
                  <a:cubicBezTo>
                    <a:pt x="30" y="43"/>
                    <a:pt x="34" y="43"/>
                    <a:pt x="35" y="43"/>
                  </a:cubicBezTo>
                  <a:cubicBezTo>
                    <a:pt x="37" y="42"/>
                    <a:pt x="46" y="38"/>
                    <a:pt x="46" y="37"/>
                  </a:cubicBezTo>
                  <a:cubicBezTo>
                    <a:pt x="47" y="37"/>
                    <a:pt x="47" y="37"/>
                    <a:pt x="48" y="37"/>
                  </a:cubicBezTo>
                  <a:cubicBezTo>
                    <a:pt x="49" y="37"/>
                    <a:pt x="50" y="34"/>
                    <a:pt x="52" y="33"/>
                  </a:cubicBezTo>
                  <a:cubicBezTo>
                    <a:pt x="53" y="33"/>
                    <a:pt x="53" y="33"/>
                    <a:pt x="54" y="33"/>
                  </a:cubicBezTo>
                  <a:cubicBezTo>
                    <a:pt x="54" y="32"/>
                    <a:pt x="54" y="32"/>
                    <a:pt x="55" y="31"/>
                  </a:cubicBezTo>
                  <a:cubicBezTo>
                    <a:pt x="56" y="31"/>
                    <a:pt x="56" y="31"/>
                    <a:pt x="57" y="30"/>
                  </a:cubicBezTo>
                  <a:cubicBezTo>
                    <a:pt x="66" y="24"/>
                    <a:pt x="76" y="24"/>
                    <a:pt x="87" y="26"/>
                  </a:cubicBezTo>
                  <a:cubicBezTo>
                    <a:pt x="87" y="27"/>
                    <a:pt x="88" y="28"/>
                    <a:pt x="88" y="30"/>
                  </a:cubicBezTo>
                  <a:cubicBezTo>
                    <a:pt x="90" y="31"/>
                    <a:pt x="91" y="32"/>
                    <a:pt x="93" y="33"/>
                  </a:cubicBezTo>
                  <a:cubicBezTo>
                    <a:pt x="92" y="34"/>
                    <a:pt x="92" y="35"/>
                    <a:pt x="92" y="36"/>
                  </a:cubicBezTo>
                  <a:cubicBezTo>
                    <a:pt x="91" y="37"/>
                    <a:pt x="88" y="38"/>
                    <a:pt x="88" y="40"/>
                  </a:cubicBezTo>
                  <a:cubicBezTo>
                    <a:pt x="87" y="41"/>
                    <a:pt x="87" y="43"/>
                    <a:pt x="86" y="44"/>
                  </a:cubicBezTo>
                  <a:cubicBezTo>
                    <a:pt x="84" y="48"/>
                    <a:pt x="78" y="55"/>
                    <a:pt x="74" y="57"/>
                  </a:cubicBezTo>
                  <a:cubicBezTo>
                    <a:pt x="71" y="58"/>
                    <a:pt x="68" y="56"/>
                    <a:pt x="65" y="57"/>
                  </a:cubicBezTo>
                  <a:cubicBezTo>
                    <a:pt x="65" y="57"/>
                    <a:pt x="58" y="57"/>
                    <a:pt x="56" y="57"/>
                  </a:cubicBezTo>
                  <a:cubicBezTo>
                    <a:pt x="53" y="58"/>
                    <a:pt x="50" y="59"/>
                    <a:pt x="47" y="60"/>
                  </a:cubicBezTo>
                  <a:cubicBezTo>
                    <a:pt x="44" y="61"/>
                    <a:pt x="41" y="59"/>
                    <a:pt x="39" y="61"/>
                  </a:cubicBezTo>
                  <a:cubicBezTo>
                    <a:pt x="38" y="62"/>
                    <a:pt x="37" y="62"/>
                    <a:pt x="36" y="63"/>
                  </a:cubicBezTo>
                  <a:cubicBezTo>
                    <a:pt x="36" y="64"/>
                    <a:pt x="37" y="65"/>
                    <a:pt x="37" y="65"/>
                  </a:cubicBezTo>
                  <a:cubicBezTo>
                    <a:pt x="39" y="66"/>
                    <a:pt x="48" y="66"/>
                    <a:pt x="49" y="67"/>
                  </a:cubicBezTo>
                  <a:cubicBezTo>
                    <a:pt x="50" y="67"/>
                    <a:pt x="51" y="69"/>
                    <a:pt x="52" y="69"/>
                  </a:cubicBezTo>
                  <a:cubicBezTo>
                    <a:pt x="54" y="71"/>
                    <a:pt x="60" y="69"/>
                    <a:pt x="62" y="69"/>
                  </a:cubicBezTo>
                  <a:cubicBezTo>
                    <a:pt x="63" y="69"/>
                    <a:pt x="63" y="69"/>
                    <a:pt x="64" y="69"/>
                  </a:cubicBezTo>
                  <a:cubicBezTo>
                    <a:pt x="65" y="69"/>
                    <a:pt x="66" y="69"/>
                    <a:pt x="67" y="69"/>
                  </a:cubicBezTo>
                  <a:cubicBezTo>
                    <a:pt x="70" y="69"/>
                    <a:pt x="73" y="67"/>
                    <a:pt x="78" y="68"/>
                  </a:cubicBezTo>
                  <a:cubicBezTo>
                    <a:pt x="81" y="69"/>
                    <a:pt x="84" y="68"/>
                    <a:pt x="88" y="68"/>
                  </a:cubicBezTo>
                  <a:cubicBezTo>
                    <a:pt x="89" y="68"/>
                    <a:pt x="91" y="68"/>
                    <a:pt x="92" y="68"/>
                  </a:cubicBezTo>
                  <a:cubicBezTo>
                    <a:pt x="94" y="69"/>
                    <a:pt x="96" y="67"/>
                    <a:pt x="99" y="68"/>
                  </a:cubicBezTo>
                  <a:cubicBezTo>
                    <a:pt x="104" y="70"/>
                    <a:pt x="120" y="68"/>
                    <a:pt x="124" y="67"/>
                  </a:cubicBezTo>
                  <a:cubicBezTo>
                    <a:pt x="125" y="67"/>
                    <a:pt x="126" y="68"/>
                    <a:pt x="127" y="68"/>
                  </a:cubicBezTo>
                  <a:cubicBezTo>
                    <a:pt x="129" y="67"/>
                    <a:pt x="130" y="67"/>
                    <a:pt x="133" y="67"/>
                  </a:cubicBezTo>
                  <a:cubicBezTo>
                    <a:pt x="133" y="67"/>
                    <a:pt x="133" y="67"/>
                    <a:pt x="133" y="67"/>
                  </a:cubicBezTo>
                  <a:cubicBezTo>
                    <a:pt x="135" y="66"/>
                    <a:pt x="141" y="66"/>
                    <a:pt x="144" y="65"/>
                  </a:cubicBezTo>
                  <a:cubicBezTo>
                    <a:pt x="148" y="64"/>
                    <a:pt x="149" y="67"/>
                    <a:pt x="151" y="63"/>
                  </a:cubicBezTo>
                  <a:cubicBezTo>
                    <a:pt x="151" y="63"/>
                    <a:pt x="151" y="63"/>
                    <a:pt x="151" y="63"/>
                  </a:cubicBezTo>
                  <a:cubicBezTo>
                    <a:pt x="150" y="62"/>
                    <a:pt x="150" y="62"/>
                    <a:pt x="149" y="61"/>
                  </a:cubicBezTo>
                  <a:cubicBezTo>
                    <a:pt x="148" y="61"/>
                    <a:pt x="148" y="61"/>
                    <a:pt x="147" y="61"/>
                  </a:cubicBezTo>
                  <a:cubicBezTo>
                    <a:pt x="146" y="61"/>
                    <a:pt x="146" y="58"/>
                    <a:pt x="145" y="58"/>
                  </a:cubicBezTo>
                  <a:cubicBezTo>
                    <a:pt x="140" y="55"/>
                    <a:pt x="132" y="56"/>
                    <a:pt x="129" y="57"/>
                  </a:cubicBezTo>
                  <a:cubicBezTo>
                    <a:pt x="129" y="58"/>
                    <a:pt x="126" y="56"/>
                    <a:pt x="125" y="57"/>
                  </a:cubicBezTo>
                  <a:cubicBezTo>
                    <a:pt x="123" y="57"/>
                    <a:pt x="124" y="56"/>
                    <a:pt x="122" y="56"/>
                  </a:cubicBezTo>
                  <a:cubicBezTo>
                    <a:pt x="121" y="55"/>
                    <a:pt x="111" y="57"/>
                    <a:pt x="110" y="57"/>
                  </a:cubicBezTo>
                  <a:cubicBezTo>
                    <a:pt x="110" y="57"/>
                    <a:pt x="96" y="56"/>
                    <a:pt x="96" y="56"/>
                  </a:cubicBezTo>
                  <a:cubicBezTo>
                    <a:pt x="95" y="56"/>
                    <a:pt x="95" y="56"/>
                    <a:pt x="94" y="56"/>
                  </a:cubicBezTo>
                  <a:cubicBezTo>
                    <a:pt x="93" y="55"/>
                    <a:pt x="92" y="54"/>
                    <a:pt x="90" y="54"/>
                  </a:cubicBezTo>
                  <a:cubicBezTo>
                    <a:pt x="90" y="53"/>
                    <a:pt x="90" y="53"/>
                    <a:pt x="90" y="53"/>
                  </a:cubicBezTo>
                  <a:cubicBezTo>
                    <a:pt x="90" y="50"/>
                    <a:pt x="99" y="43"/>
                    <a:pt x="102" y="43"/>
                  </a:cubicBezTo>
                  <a:cubicBezTo>
                    <a:pt x="105" y="42"/>
                    <a:pt x="108" y="41"/>
                    <a:pt x="108" y="38"/>
                  </a:cubicBezTo>
                  <a:cubicBezTo>
                    <a:pt x="109" y="38"/>
                    <a:pt x="111" y="37"/>
                    <a:pt x="112" y="37"/>
                  </a:cubicBezTo>
                  <a:cubicBezTo>
                    <a:pt x="113" y="36"/>
                    <a:pt x="113" y="34"/>
                    <a:pt x="113" y="33"/>
                  </a:cubicBezTo>
                  <a:cubicBezTo>
                    <a:pt x="119" y="24"/>
                    <a:pt x="103" y="13"/>
                    <a:pt x="97" y="9"/>
                  </a:cubicBezTo>
                  <a:cubicBezTo>
                    <a:pt x="97" y="9"/>
                    <a:pt x="92" y="8"/>
                    <a:pt x="91" y="8"/>
                  </a:cubicBezTo>
                  <a:cubicBezTo>
                    <a:pt x="91" y="9"/>
                    <a:pt x="90" y="8"/>
                    <a:pt x="90" y="8"/>
                  </a:cubicBezTo>
                  <a:cubicBezTo>
                    <a:pt x="89" y="7"/>
                    <a:pt x="80" y="6"/>
                    <a:pt x="80" y="5"/>
                  </a:cubicBezTo>
                  <a:cubicBezTo>
                    <a:pt x="78" y="4"/>
                    <a:pt x="79" y="3"/>
                    <a:pt x="78" y="3"/>
                  </a:cubicBezTo>
                  <a:cubicBezTo>
                    <a:pt x="77" y="3"/>
                    <a:pt x="76" y="3"/>
                    <a:pt x="75" y="3"/>
                  </a:cubicBezTo>
                  <a:cubicBezTo>
                    <a:pt x="74" y="2"/>
                    <a:pt x="73" y="1"/>
                    <a:pt x="71" y="0"/>
                  </a:cubicBezTo>
                  <a:cubicBezTo>
                    <a:pt x="71" y="0"/>
                    <a:pt x="70" y="0"/>
                    <a:pt x="70" y="0"/>
                  </a:cubicBezTo>
                  <a:cubicBezTo>
                    <a:pt x="70" y="0"/>
                    <a:pt x="69" y="1"/>
                    <a:pt x="69" y="1"/>
                  </a:cubicBezTo>
                  <a:cubicBezTo>
                    <a:pt x="68" y="1"/>
                    <a:pt x="68" y="1"/>
                    <a:pt x="67" y="0"/>
                  </a:cubicBezTo>
                  <a:cubicBezTo>
                    <a:pt x="67" y="1"/>
                    <a:pt x="62" y="1"/>
                    <a:pt x="60" y="1"/>
                  </a:cubicBezTo>
                  <a:cubicBezTo>
                    <a:pt x="59" y="2"/>
                    <a:pt x="58" y="4"/>
                    <a:pt x="56" y="5"/>
                  </a:cubicBezTo>
                  <a:cubicBezTo>
                    <a:pt x="56" y="7"/>
                    <a:pt x="56" y="10"/>
                    <a:pt x="58" y="10"/>
                  </a:cubicBezTo>
                  <a:cubicBezTo>
                    <a:pt x="57" y="12"/>
                    <a:pt x="57" y="13"/>
                    <a:pt x="56" y="14"/>
                  </a:cubicBezTo>
                  <a:cubicBezTo>
                    <a:pt x="56" y="15"/>
                    <a:pt x="51" y="17"/>
                    <a:pt x="50" y="19"/>
                  </a:cubicBezTo>
                  <a:cubicBezTo>
                    <a:pt x="50" y="19"/>
                    <a:pt x="50" y="19"/>
                    <a:pt x="50" y="19"/>
                  </a:cubicBezTo>
                  <a:cubicBezTo>
                    <a:pt x="49" y="20"/>
                    <a:pt x="48" y="19"/>
                    <a:pt x="47" y="20"/>
                  </a:cubicBezTo>
                  <a:cubicBezTo>
                    <a:pt x="47" y="20"/>
                    <a:pt x="47" y="21"/>
                    <a:pt x="47" y="21"/>
                  </a:cubicBezTo>
                  <a:cubicBezTo>
                    <a:pt x="46" y="21"/>
                    <a:pt x="44" y="21"/>
                    <a:pt x="43" y="22"/>
                  </a:cubicBezTo>
                  <a:cubicBezTo>
                    <a:pt x="43" y="23"/>
                    <a:pt x="42" y="24"/>
                    <a:pt x="41" y="24"/>
                  </a:cubicBezTo>
                  <a:cubicBezTo>
                    <a:pt x="41" y="25"/>
                    <a:pt x="37" y="25"/>
                    <a:pt x="36" y="26"/>
                  </a:cubicBezTo>
                  <a:cubicBezTo>
                    <a:pt x="36" y="27"/>
                    <a:pt x="36" y="27"/>
                    <a:pt x="36" y="28"/>
                  </a:cubicBezTo>
                  <a:cubicBezTo>
                    <a:pt x="35" y="28"/>
                    <a:pt x="30" y="30"/>
                    <a:pt x="30" y="31"/>
                  </a:cubicBezTo>
                  <a:cubicBezTo>
                    <a:pt x="29" y="32"/>
                    <a:pt x="28" y="34"/>
                    <a:pt x="27" y="34"/>
                  </a:cubicBezTo>
                  <a:cubicBezTo>
                    <a:pt x="24" y="36"/>
                    <a:pt x="22" y="37"/>
                    <a:pt x="19" y="38"/>
                  </a:cubicBezTo>
                  <a:cubicBezTo>
                    <a:pt x="17" y="38"/>
                    <a:pt x="17" y="38"/>
                    <a:pt x="17" y="37"/>
                  </a:cubicBezTo>
                  <a:cubicBezTo>
                    <a:pt x="16" y="38"/>
                    <a:pt x="9" y="42"/>
                    <a:pt x="9" y="43"/>
                  </a:cubicBezTo>
                  <a:cubicBezTo>
                    <a:pt x="6" y="43"/>
                    <a:pt x="3" y="44"/>
                    <a:pt x="1" y="46"/>
                  </a:cubicBezTo>
                  <a:cubicBezTo>
                    <a:pt x="0" y="46"/>
                    <a:pt x="0" y="46"/>
                    <a:pt x="0" y="46"/>
                  </a:cubicBezTo>
                  <a:cubicBezTo>
                    <a:pt x="0" y="46"/>
                    <a:pt x="0" y="47"/>
                    <a:pt x="0" y="47"/>
                  </a:cubicBezTo>
                  <a:cubicBezTo>
                    <a:pt x="2" y="47"/>
                    <a:pt x="2" y="47"/>
                    <a:pt x="3" y="47"/>
                  </a:cubicBezTo>
                  <a:cubicBezTo>
                    <a:pt x="4" y="48"/>
                    <a:pt x="4" y="49"/>
                    <a:pt x="4" y="49"/>
                  </a:cubicBezTo>
                  <a:cubicBezTo>
                    <a:pt x="4" y="50"/>
                    <a:pt x="8" y="51"/>
                    <a:pt x="9" y="51"/>
                  </a:cubicBezTo>
                  <a:cubicBezTo>
                    <a:pt x="10" y="51"/>
                    <a:pt x="10" y="51"/>
                    <a:pt x="10" y="52"/>
                  </a:cubicBezTo>
                  <a:cubicBezTo>
                    <a:pt x="12" y="51"/>
                    <a:pt x="13" y="50"/>
                    <a:pt x="14" y="50"/>
                  </a:cubicBezTo>
                  <a:cubicBezTo>
                    <a:pt x="14" y="50"/>
                    <a:pt x="15" y="50"/>
                    <a:pt x="15" y="50"/>
                  </a:cubicBezTo>
                  <a:cubicBezTo>
                    <a:pt x="15" y="51"/>
                    <a:pt x="15" y="50"/>
                    <a:pt x="15" y="51"/>
                  </a:cubicBezTo>
                  <a:cubicBezTo>
                    <a:pt x="15" y="56"/>
                    <a:pt x="14" y="62"/>
                    <a:pt x="13" y="64"/>
                  </a:cubicBezTo>
                  <a:cubicBezTo>
                    <a:pt x="13" y="67"/>
                    <a:pt x="13" y="69"/>
                    <a:pt x="13" y="72"/>
                  </a:cubicBezTo>
                  <a:cubicBezTo>
                    <a:pt x="12" y="75"/>
                    <a:pt x="14" y="76"/>
                    <a:pt x="14" y="78"/>
                  </a:cubicBezTo>
                  <a:cubicBezTo>
                    <a:pt x="15" y="80"/>
                    <a:pt x="14" y="84"/>
                    <a:pt x="15" y="86"/>
                  </a:cubicBezTo>
                  <a:cubicBezTo>
                    <a:pt x="15" y="86"/>
                    <a:pt x="15" y="87"/>
                    <a:pt x="15" y="87"/>
                  </a:cubicBezTo>
                  <a:cubicBezTo>
                    <a:pt x="15" y="87"/>
                    <a:pt x="13" y="96"/>
                    <a:pt x="13" y="97"/>
                  </a:cubicBezTo>
                  <a:cubicBezTo>
                    <a:pt x="14" y="98"/>
                    <a:pt x="14" y="99"/>
                    <a:pt x="15" y="99"/>
                  </a:cubicBezTo>
                  <a:cubicBezTo>
                    <a:pt x="15" y="100"/>
                    <a:pt x="14" y="103"/>
                    <a:pt x="14" y="104"/>
                  </a:cubicBezTo>
                  <a:cubicBezTo>
                    <a:pt x="14" y="104"/>
                    <a:pt x="15" y="105"/>
                    <a:pt x="15" y="106"/>
                  </a:cubicBezTo>
                  <a:cubicBezTo>
                    <a:pt x="15" y="106"/>
                    <a:pt x="14" y="110"/>
                    <a:pt x="14" y="111"/>
                  </a:cubicBezTo>
                  <a:cubicBezTo>
                    <a:pt x="14" y="111"/>
                    <a:pt x="15" y="111"/>
                    <a:pt x="15" y="112"/>
                  </a:cubicBezTo>
                  <a:cubicBezTo>
                    <a:pt x="16" y="112"/>
                    <a:pt x="14" y="115"/>
                    <a:pt x="15" y="117"/>
                  </a:cubicBezTo>
                  <a:cubicBezTo>
                    <a:pt x="16" y="120"/>
                    <a:pt x="16" y="127"/>
                    <a:pt x="14" y="130"/>
                  </a:cubicBezTo>
                  <a:cubicBezTo>
                    <a:pt x="14" y="131"/>
                    <a:pt x="15" y="133"/>
                    <a:pt x="15" y="134"/>
                  </a:cubicBezTo>
                  <a:cubicBezTo>
                    <a:pt x="14" y="134"/>
                    <a:pt x="13" y="135"/>
                    <a:pt x="14" y="136"/>
                  </a:cubicBezTo>
                  <a:cubicBezTo>
                    <a:pt x="14" y="138"/>
                    <a:pt x="13" y="138"/>
                    <a:pt x="13" y="139"/>
                  </a:cubicBezTo>
                  <a:cubicBezTo>
                    <a:pt x="14" y="143"/>
                    <a:pt x="13" y="147"/>
                    <a:pt x="12" y="149"/>
                  </a:cubicBezTo>
                  <a:cubicBezTo>
                    <a:pt x="13" y="153"/>
                    <a:pt x="12" y="157"/>
                    <a:pt x="12" y="159"/>
                  </a:cubicBezTo>
                  <a:cubicBezTo>
                    <a:pt x="12" y="161"/>
                    <a:pt x="13" y="164"/>
                    <a:pt x="11" y="165"/>
                  </a:cubicBezTo>
                  <a:cubicBezTo>
                    <a:pt x="11" y="168"/>
                    <a:pt x="13" y="172"/>
                    <a:pt x="10" y="174"/>
                  </a:cubicBezTo>
                  <a:cubicBezTo>
                    <a:pt x="12" y="177"/>
                    <a:pt x="11" y="180"/>
                    <a:pt x="10" y="183"/>
                  </a:cubicBezTo>
                  <a:cubicBezTo>
                    <a:pt x="10" y="183"/>
                    <a:pt x="10" y="183"/>
                    <a:pt x="10" y="184"/>
                  </a:cubicBezTo>
                  <a:cubicBezTo>
                    <a:pt x="11" y="184"/>
                    <a:pt x="11" y="185"/>
                    <a:pt x="11" y="186"/>
                  </a:cubicBezTo>
                  <a:cubicBezTo>
                    <a:pt x="11" y="188"/>
                    <a:pt x="10" y="189"/>
                    <a:pt x="10" y="191"/>
                  </a:cubicBezTo>
                  <a:cubicBezTo>
                    <a:pt x="10" y="192"/>
                    <a:pt x="9" y="194"/>
                    <a:pt x="10" y="196"/>
                  </a:cubicBezTo>
                  <a:cubicBezTo>
                    <a:pt x="11" y="200"/>
                    <a:pt x="12" y="206"/>
                    <a:pt x="13" y="211"/>
                  </a:cubicBezTo>
                  <a:cubicBezTo>
                    <a:pt x="14" y="211"/>
                    <a:pt x="14" y="211"/>
                    <a:pt x="14" y="211"/>
                  </a:cubicBezTo>
                  <a:cubicBezTo>
                    <a:pt x="16" y="210"/>
                    <a:pt x="15" y="210"/>
                    <a:pt x="16" y="208"/>
                  </a:cubicBezTo>
                  <a:cubicBezTo>
                    <a:pt x="16" y="207"/>
                    <a:pt x="18" y="206"/>
                    <a:pt x="18" y="205"/>
                  </a:cubicBezTo>
                  <a:cubicBezTo>
                    <a:pt x="19" y="204"/>
                    <a:pt x="19" y="203"/>
                    <a:pt x="19" y="202"/>
                  </a:cubicBezTo>
                  <a:cubicBezTo>
                    <a:pt x="21" y="200"/>
                    <a:pt x="25" y="198"/>
                    <a:pt x="27" y="196"/>
                  </a:cubicBezTo>
                  <a:cubicBezTo>
                    <a:pt x="29" y="196"/>
                    <a:pt x="33" y="196"/>
                    <a:pt x="34" y="194"/>
                  </a:cubicBezTo>
                  <a:cubicBezTo>
                    <a:pt x="36" y="194"/>
                    <a:pt x="36" y="195"/>
                    <a:pt x="37" y="195"/>
                  </a:cubicBezTo>
                  <a:cubicBezTo>
                    <a:pt x="39" y="195"/>
                    <a:pt x="39" y="194"/>
                    <a:pt x="40" y="193"/>
                  </a:cubicBezTo>
                  <a:cubicBezTo>
                    <a:pt x="43" y="192"/>
                    <a:pt x="46" y="193"/>
                    <a:pt x="48" y="191"/>
                  </a:cubicBezTo>
                  <a:cubicBezTo>
                    <a:pt x="51" y="190"/>
                    <a:pt x="51" y="193"/>
                    <a:pt x="53" y="193"/>
                  </a:cubicBezTo>
                  <a:cubicBezTo>
                    <a:pt x="54" y="192"/>
                    <a:pt x="55" y="192"/>
                    <a:pt x="55" y="191"/>
                  </a:cubicBezTo>
                  <a:cubicBezTo>
                    <a:pt x="55" y="191"/>
                    <a:pt x="56" y="191"/>
                    <a:pt x="56" y="191"/>
                  </a:cubicBezTo>
                  <a:cubicBezTo>
                    <a:pt x="56" y="192"/>
                    <a:pt x="56" y="192"/>
                    <a:pt x="56" y="192"/>
                  </a:cubicBezTo>
                  <a:cubicBezTo>
                    <a:pt x="58" y="191"/>
                    <a:pt x="64" y="190"/>
                    <a:pt x="66" y="191"/>
                  </a:cubicBezTo>
                  <a:cubicBezTo>
                    <a:pt x="66" y="191"/>
                    <a:pt x="67" y="191"/>
                    <a:pt x="67" y="191"/>
                  </a:cubicBezTo>
                  <a:cubicBezTo>
                    <a:pt x="67" y="191"/>
                    <a:pt x="67" y="191"/>
                    <a:pt x="67" y="191"/>
                  </a:cubicBezTo>
                  <a:cubicBezTo>
                    <a:pt x="68" y="191"/>
                    <a:pt x="68" y="191"/>
                    <a:pt x="68" y="191"/>
                  </a:cubicBezTo>
                  <a:cubicBezTo>
                    <a:pt x="70" y="191"/>
                    <a:pt x="71" y="191"/>
                    <a:pt x="72" y="192"/>
                  </a:cubicBezTo>
                  <a:cubicBezTo>
                    <a:pt x="73" y="191"/>
                    <a:pt x="79" y="192"/>
                    <a:pt x="79" y="192"/>
                  </a:cubicBezTo>
                  <a:cubicBezTo>
                    <a:pt x="81" y="192"/>
                    <a:pt x="90" y="192"/>
                    <a:pt x="91" y="191"/>
                  </a:cubicBezTo>
                  <a:cubicBezTo>
                    <a:pt x="93" y="191"/>
                    <a:pt x="94" y="194"/>
                    <a:pt x="97" y="193"/>
                  </a:cubicBezTo>
                  <a:cubicBezTo>
                    <a:pt x="100" y="192"/>
                    <a:pt x="108" y="195"/>
                    <a:pt x="111" y="196"/>
                  </a:cubicBezTo>
                  <a:cubicBezTo>
                    <a:pt x="112" y="196"/>
                    <a:pt x="113" y="195"/>
                    <a:pt x="114" y="195"/>
                  </a:cubicBezTo>
                  <a:cubicBezTo>
                    <a:pt x="116" y="196"/>
                    <a:pt x="117" y="197"/>
                    <a:pt x="119" y="196"/>
                  </a:cubicBezTo>
                  <a:cubicBezTo>
                    <a:pt x="122" y="195"/>
                    <a:pt x="128" y="200"/>
                    <a:pt x="130" y="200"/>
                  </a:cubicBezTo>
                  <a:cubicBezTo>
                    <a:pt x="132" y="199"/>
                    <a:pt x="142" y="200"/>
                    <a:pt x="144" y="202"/>
                  </a:cubicBezTo>
                  <a:cubicBezTo>
                    <a:pt x="145" y="202"/>
                    <a:pt x="146" y="202"/>
                    <a:pt x="147" y="202"/>
                  </a:cubicBezTo>
                  <a:cubicBezTo>
                    <a:pt x="149" y="202"/>
                    <a:pt x="152" y="204"/>
                    <a:pt x="155" y="203"/>
                  </a:cubicBezTo>
                  <a:cubicBezTo>
                    <a:pt x="160" y="201"/>
                    <a:pt x="161" y="200"/>
                    <a:pt x="166" y="197"/>
                  </a:cubicBezTo>
                  <a:cubicBezTo>
                    <a:pt x="171" y="193"/>
                    <a:pt x="166" y="176"/>
                    <a:pt x="167" y="171"/>
                  </a:cubicBezTo>
                  <a:close/>
                  <a:moveTo>
                    <a:pt x="70" y="155"/>
                  </a:moveTo>
                  <a:cubicBezTo>
                    <a:pt x="70" y="157"/>
                    <a:pt x="70" y="159"/>
                    <a:pt x="70" y="161"/>
                  </a:cubicBezTo>
                  <a:cubicBezTo>
                    <a:pt x="70" y="162"/>
                    <a:pt x="69" y="167"/>
                    <a:pt x="69" y="168"/>
                  </a:cubicBezTo>
                  <a:cubicBezTo>
                    <a:pt x="64" y="172"/>
                    <a:pt x="49" y="171"/>
                    <a:pt x="42" y="171"/>
                  </a:cubicBezTo>
                  <a:cubicBezTo>
                    <a:pt x="38" y="172"/>
                    <a:pt x="36" y="173"/>
                    <a:pt x="32" y="172"/>
                  </a:cubicBezTo>
                  <a:cubicBezTo>
                    <a:pt x="32" y="172"/>
                    <a:pt x="32" y="172"/>
                    <a:pt x="32" y="172"/>
                  </a:cubicBezTo>
                  <a:cubicBezTo>
                    <a:pt x="30" y="171"/>
                    <a:pt x="30" y="169"/>
                    <a:pt x="30" y="168"/>
                  </a:cubicBezTo>
                  <a:cubicBezTo>
                    <a:pt x="29" y="167"/>
                    <a:pt x="26" y="166"/>
                    <a:pt x="25" y="165"/>
                  </a:cubicBezTo>
                  <a:cubicBezTo>
                    <a:pt x="25" y="163"/>
                    <a:pt x="24" y="161"/>
                    <a:pt x="23" y="160"/>
                  </a:cubicBezTo>
                  <a:cubicBezTo>
                    <a:pt x="23" y="159"/>
                    <a:pt x="23" y="159"/>
                    <a:pt x="23" y="159"/>
                  </a:cubicBezTo>
                  <a:cubicBezTo>
                    <a:pt x="24" y="158"/>
                    <a:pt x="23" y="154"/>
                    <a:pt x="23" y="152"/>
                  </a:cubicBezTo>
                  <a:cubicBezTo>
                    <a:pt x="25" y="151"/>
                    <a:pt x="24" y="149"/>
                    <a:pt x="26" y="148"/>
                  </a:cubicBezTo>
                  <a:cubicBezTo>
                    <a:pt x="26" y="149"/>
                    <a:pt x="29" y="146"/>
                    <a:pt x="32" y="146"/>
                  </a:cubicBezTo>
                  <a:cubicBezTo>
                    <a:pt x="34" y="146"/>
                    <a:pt x="35" y="143"/>
                    <a:pt x="37" y="143"/>
                  </a:cubicBezTo>
                  <a:cubicBezTo>
                    <a:pt x="40" y="142"/>
                    <a:pt x="42" y="143"/>
                    <a:pt x="45" y="143"/>
                  </a:cubicBezTo>
                  <a:cubicBezTo>
                    <a:pt x="47" y="142"/>
                    <a:pt x="50" y="142"/>
                    <a:pt x="51" y="142"/>
                  </a:cubicBezTo>
                  <a:cubicBezTo>
                    <a:pt x="56" y="141"/>
                    <a:pt x="65" y="144"/>
                    <a:pt x="67" y="141"/>
                  </a:cubicBezTo>
                  <a:cubicBezTo>
                    <a:pt x="68" y="141"/>
                    <a:pt x="68" y="141"/>
                    <a:pt x="69" y="141"/>
                  </a:cubicBezTo>
                  <a:cubicBezTo>
                    <a:pt x="70" y="144"/>
                    <a:pt x="70" y="146"/>
                    <a:pt x="71" y="149"/>
                  </a:cubicBezTo>
                  <a:cubicBezTo>
                    <a:pt x="72" y="152"/>
                    <a:pt x="69" y="153"/>
                    <a:pt x="70" y="155"/>
                  </a:cubicBezTo>
                  <a:close/>
                  <a:moveTo>
                    <a:pt x="70" y="124"/>
                  </a:moveTo>
                  <a:cubicBezTo>
                    <a:pt x="70" y="123"/>
                    <a:pt x="70" y="123"/>
                    <a:pt x="70" y="123"/>
                  </a:cubicBezTo>
                  <a:cubicBezTo>
                    <a:pt x="70" y="123"/>
                    <a:pt x="70" y="124"/>
                    <a:pt x="70" y="124"/>
                  </a:cubicBezTo>
                  <a:cubicBezTo>
                    <a:pt x="70" y="124"/>
                    <a:pt x="62" y="127"/>
                    <a:pt x="62" y="127"/>
                  </a:cubicBezTo>
                  <a:cubicBezTo>
                    <a:pt x="62" y="127"/>
                    <a:pt x="55" y="128"/>
                    <a:pt x="54" y="129"/>
                  </a:cubicBezTo>
                  <a:cubicBezTo>
                    <a:pt x="54" y="129"/>
                    <a:pt x="53" y="129"/>
                    <a:pt x="53" y="129"/>
                  </a:cubicBezTo>
                  <a:cubicBezTo>
                    <a:pt x="45" y="129"/>
                    <a:pt x="37" y="132"/>
                    <a:pt x="30" y="127"/>
                  </a:cubicBezTo>
                  <a:cubicBezTo>
                    <a:pt x="30" y="127"/>
                    <a:pt x="30" y="126"/>
                    <a:pt x="30" y="126"/>
                  </a:cubicBezTo>
                  <a:cubicBezTo>
                    <a:pt x="28" y="125"/>
                    <a:pt x="28" y="124"/>
                    <a:pt x="25" y="121"/>
                  </a:cubicBezTo>
                  <a:cubicBezTo>
                    <a:pt x="26" y="120"/>
                    <a:pt x="25" y="118"/>
                    <a:pt x="25" y="118"/>
                  </a:cubicBezTo>
                  <a:cubicBezTo>
                    <a:pt x="25" y="113"/>
                    <a:pt x="29" y="110"/>
                    <a:pt x="32" y="109"/>
                  </a:cubicBezTo>
                  <a:cubicBezTo>
                    <a:pt x="33" y="108"/>
                    <a:pt x="35" y="108"/>
                    <a:pt x="36" y="108"/>
                  </a:cubicBezTo>
                  <a:cubicBezTo>
                    <a:pt x="38" y="107"/>
                    <a:pt x="40" y="106"/>
                    <a:pt x="42" y="105"/>
                  </a:cubicBezTo>
                  <a:cubicBezTo>
                    <a:pt x="43" y="105"/>
                    <a:pt x="49" y="105"/>
                    <a:pt x="49" y="104"/>
                  </a:cubicBezTo>
                  <a:cubicBezTo>
                    <a:pt x="51" y="104"/>
                    <a:pt x="58" y="105"/>
                    <a:pt x="59" y="105"/>
                  </a:cubicBezTo>
                  <a:cubicBezTo>
                    <a:pt x="61" y="105"/>
                    <a:pt x="65" y="103"/>
                    <a:pt x="68" y="104"/>
                  </a:cubicBezTo>
                  <a:cubicBezTo>
                    <a:pt x="68" y="104"/>
                    <a:pt x="69" y="103"/>
                    <a:pt x="69" y="103"/>
                  </a:cubicBezTo>
                  <a:cubicBezTo>
                    <a:pt x="69" y="103"/>
                    <a:pt x="71" y="104"/>
                    <a:pt x="71" y="104"/>
                  </a:cubicBezTo>
                  <a:cubicBezTo>
                    <a:pt x="73" y="105"/>
                    <a:pt x="72" y="110"/>
                    <a:pt x="72" y="112"/>
                  </a:cubicBezTo>
                  <a:cubicBezTo>
                    <a:pt x="71" y="115"/>
                    <a:pt x="73" y="121"/>
                    <a:pt x="70" y="124"/>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5" name="Freeform 11"/>
            <p:cNvSpPr/>
            <p:nvPr/>
          </p:nvSpPr>
          <p:spPr bwMode="auto">
            <a:xfrm>
              <a:off x="614365" y="6160955"/>
              <a:ext cx="182383" cy="300394"/>
            </a:xfrm>
            <a:custGeom>
              <a:avLst/>
              <a:gdLst>
                <a:gd name="T0" fmla="*/ 103 w 136"/>
                <a:gd name="T1" fmla="*/ 7 h 223"/>
                <a:gd name="T2" fmla="*/ 106 w 136"/>
                <a:gd name="T3" fmla="*/ 25 h 223"/>
                <a:gd name="T4" fmla="*/ 103 w 136"/>
                <a:gd name="T5" fmla="*/ 38 h 223"/>
                <a:gd name="T6" fmla="*/ 94 w 136"/>
                <a:gd name="T7" fmla="*/ 60 h 223"/>
                <a:gd name="T8" fmla="*/ 105 w 136"/>
                <a:gd name="T9" fmla="*/ 71 h 223"/>
                <a:gd name="T10" fmla="*/ 116 w 136"/>
                <a:gd name="T11" fmla="*/ 53 h 223"/>
                <a:gd name="T12" fmla="*/ 119 w 136"/>
                <a:gd name="T13" fmla="*/ 38 h 223"/>
                <a:gd name="T14" fmla="*/ 124 w 136"/>
                <a:gd name="T15" fmla="*/ 9 h 223"/>
                <a:gd name="T16" fmla="*/ 135 w 136"/>
                <a:gd name="T17" fmla="*/ 25 h 223"/>
                <a:gd name="T18" fmla="*/ 128 w 136"/>
                <a:gd name="T19" fmla="*/ 42 h 223"/>
                <a:gd name="T20" fmla="*/ 124 w 136"/>
                <a:gd name="T21" fmla="*/ 63 h 223"/>
                <a:gd name="T22" fmla="*/ 96 w 136"/>
                <a:gd name="T23" fmla="*/ 85 h 223"/>
                <a:gd name="T24" fmla="*/ 92 w 136"/>
                <a:gd name="T25" fmla="*/ 129 h 223"/>
                <a:gd name="T26" fmla="*/ 86 w 136"/>
                <a:gd name="T27" fmla="*/ 160 h 223"/>
                <a:gd name="T28" fmla="*/ 79 w 136"/>
                <a:gd name="T29" fmla="*/ 176 h 223"/>
                <a:gd name="T30" fmla="*/ 69 w 136"/>
                <a:gd name="T31" fmla="*/ 162 h 223"/>
                <a:gd name="T32" fmla="*/ 61 w 136"/>
                <a:gd name="T33" fmla="*/ 174 h 223"/>
                <a:gd name="T34" fmla="*/ 52 w 136"/>
                <a:gd name="T35" fmla="*/ 223 h 223"/>
                <a:gd name="T36" fmla="*/ 45 w 136"/>
                <a:gd name="T37" fmla="*/ 211 h 223"/>
                <a:gd name="T38" fmla="*/ 46 w 136"/>
                <a:gd name="T39" fmla="*/ 152 h 223"/>
                <a:gd name="T40" fmla="*/ 27 w 136"/>
                <a:gd name="T41" fmla="*/ 153 h 223"/>
                <a:gd name="T42" fmla="*/ 2 w 136"/>
                <a:gd name="T43" fmla="*/ 149 h 223"/>
                <a:gd name="T44" fmla="*/ 2 w 136"/>
                <a:gd name="T45" fmla="*/ 126 h 223"/>
                <a:gd name="T46" fmla="*/ 7 w 136"/>
                <a:gd name="T47" fmla="*/ 95 h 223"/>
                <a:gd name="T48" fmla="*/ 11 w 136"/>
                <a:gd name="T49" fmla="*/ 68 h 223"/>
                <a:gd name="T50" fmla="*/ 15 w 136"/>
                <a:gd name="T51" fmla="*/ 50 h 223"/>
                <a:gd name="T52" fmla="*/ 30 w 136"/>
                <a:gd name="T53" fmla="*/ 65 h 223"/>
                <a:gd name="T54" fmla="*/ 28 w 136"/>
                <a:gd name="T55" fmla="*/ 74 h 223"/>
                <a:gd name="T56" fmla="*/ 29 w 136"/>
                <a:gd name="T57" fmla="*/ 100 h 223"/>
                <a:gd name="T58" fmla="*/ 47 w 136"/>
                <a:gd name="T59" fmla="*/ 90 h 223"/>
                <a:gd name="T60" fmla="*/ 49 w 136"/>
                <a:gd name="T61" fmla="*/ 64 h 223"/>
                <a:gd name="T62" fmla="*/ 50 w 136"/>
                <a:gd name="T63" fmla="*/ 31 h 223"/>
                <a:gd name="T64" fmla="*/ 66 w 136"/>
                <a:gd name="T65" fmla="*/ 4 h 223"/>
                <a:gd name="T66" fmla="*/ 69 w 136"/>
                <a:gd name="T67" fmla="*/ 34 h 223"/>
                <a:gd name="T68" fmla="*/ 65 w 136"/>
                <a:gd name="T69" fmla="*/ 55 h 223"/>
                <a:gd name="T70" fmla="*/ 65 w 136"/>
                <a:gd name="T71" fmla="*/ 97 h 223"/>
                <a:gd name="T72" fmla="*/ 69 w 136"/>
                <a:gd name="T73" fmla="*/ 126 h 223"/>
                <a:gd name="T74" fmla="*/ 62 w 136"/>
                <a:gd name="T75" fmla="*/ 139 h 223"/>
                <a:gd name="T76" fmla="*/ 74 w 136"/>
                <a:gd name="T77" fmla="*/ 153 h 223"/>
                <a:gd name="T78" fmla="*/ 82 w 136"/>
                <a:gd name="T79" fmla="*/ 139 h 223"/>
                <a:gd name="T80" fmla="*/ 85 w 136"/>
                <a:gd name="T81" fmla="*/ 97 h 223"/>
                <a:gd name="T82" fmla="*/ 75 w 136"/>
                <a:gd name="T83" fmla="*/ 85 h 223"/>
                <a:gd name="T84" fmla="*/ 66 w 136"/>
                <a:gd name="T85" fmla="*/ 91 h 223"/>
                <a:gd name="T86" fmla="*/ 69 w 136"/>
                <a:gd name="T87" fmla="*/ 81 h 223"/>
                <a:gd name="T88" fmla="*/ 87 w 136"/>
                <a:gd name="T89" fmla="*/ 54 h 223"/>
                <a:gd name="T90" fmla="*/ 91 w 136"/>
                <a:gd name="T91" fmla="*/ 1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23">
                  <a:moveTo>
                    <a:pt x="94" y="2"/>
                  </a:moveTo>
                  <a:cubicBezTo>
                    <a:pt x="96" y="3"/>
                    <a:pt x="100" y="3"/>
                    <a:pt x="101" y="4"/>
                  </a:cubicBezTo>
                  <a:cubicBezTo>
                    <a:pt x="102" y="5"/>
                    <a:pt x="102" y="6"/>
                    <a:pt x="103" y="7"/>
                  </a:cubicBezTo>
                  <a:cubicBezTo>
                    <a:pt x="104" y="9"/>
                    <a:pt x="106" y="12"/>
                    <a:pt x="106" y="13"/>
                  </a:cubicBezTo>
                  <a:cubicBezTo>
                    <a:pt x="107" y="15"/>
                    <a:pt x="106" y="19"/>
                    <a:pt x="106" y="20"/>
                  </a:cubicBezTo>
                  <a:cubicBezTo>
                    <a:pt x="106" y="22"/>
                    <a:pt x="106" y="23"/>
                    <a:pt x="106" y="25"/>
                  </a:cubicBezTo>
                  <a:cubicBezTo>
                    <a:pt x="105" y="27"/>
                    <a:pt x="105" y="29"/>
                    <a:pt x="104" y="31"/>
                  </a:cubicBezTo>
                  <a:cubicBezTo>
                    <a:pt x="104" y="33"/>
                    <a:pt x="104" y="35"/>
                    <a:pt x="104" y="36"/>
                  </a:cubicBezTo>
                  <a:cubicBezTo>
                    <a:pt x="103" y="37"/>
                    <a:pt x="103" y="37"/>
                    <a:pt x="103" y="38"/>
                  </a:cubicBezTo>
                  <a:cubicBezTo>
                    <a:pt x="102" y="39"/>
                    <a:pt x="103" y="41"/>
                    <a:pt x="103" y="42"/>
                  </a:cubicBezTo>
                  <a:cubicBezTo>
                    <a:pt x="103" y="43"/>
                    <a:pt x="103" y="44"/>
                    <a:pt x="103" y="46"/>
                  </a:cubicBezTo>
                  <a:cubicBezTo>
                    <a:pt x="100" y="51"/>
                    <a:pt x="96" y="54"/>
                    <a:pt x="94" y="60"/>
                  </a:cubicBezTo>
                  <a:cubicBezTo>
                    <a:pt x="94" y="62"/>
                    <a:pt x="96" y="72"/>
                    <a:pt x="96" y="73"/>
                  </a:cubicBezTo>
                  <a:cubicBezTo>
                    <a:pt x="99" y="73"/>
                    <a:pt x="100" y="73"/>
                    <a:pt x="102" y="72"/>
                  </a:cubicBezTo>
                  <a:cubicBezTo>
                    <a:pt x="103" y="72"/>
                    <a:pt x="104" y="72"/>
                    <a:pt x="105" y="71"/>
                  </a:cubicBezTo>
                  <a:cubicBezTo>
                    <a:pt x="110" y="70"/>
                    <a:pt x="110" y="66"/>
                    <a:pt x="112" y="60"/>
                  </a:cubicBezTo>
                  <a:cubicBezTo>
                    <a:pt x="112" y="58"/>
                    <a:pt x="115" y="56"/>
                    <a:pt x="116" y="54"/>
                  </a:cubicBezTo>
                  <a:cubicBezTo>
                    <a:pt x="116" y="54"/>
                    <a:pt x="116" y="53"/>
                    <a:pt x="116" y="53"/>
                  </a:cubicBezTo>
                  <a:cubicBezTo>
                    <a:pt x="116" y="53"/>
                    <a:pt x="118" y="48"/>
                    <a:pt x="117" y="47"/>
                  </a:cubicBezTo>
                  <a:cubicBezTo>
                    <a:pt x="118" y="47"/>
                    <a:pt x="119" y="47"/>
                    <a:pt x="119" y="45"/>
                  </a:cubicBezTo>
                  <a:cubicBezTo>
                    <a:pt x="119" y="43"/>
                    <a:pt x="119" y="41"/>
                    <a:pt x="119" y="38"/>
                  </a:cubicBezTo>
                  <a:cubicBezTo>
                    <a:pt x="118" y="35"/>
                    <a:pt x="120" y="23"/>
                    <a:pt x="122" y="19"/>
                  </a:cubicBezTo>
                  <a:cubicBezTo>
                    <a:pt x="122" y="18"/>
                    <a:pt x="122" y="18"/>
                    <a:pt x="121" y="19"/>
                  </a:cubicBezTo>
                  <a:cubicBezTo>
                    <a:pt x="119" y="13"/>
                    <a:pt x="118" y="11"/>
                    <a:pt x="124" y="9"/>
                  </a:cubicBezTo>
                  <a:cubicBezTo>
                    <a:pt x="126" y="9"/>
                    <a:pt x="126" y="8"/>
                    <a:pt x="128" y="9"/>
                  </a:cubicBezTo>
                  <a:cubicBezTo>
                    <a:pt x="132" y="11"/>
                    <a:pt x="134" y="17"/>
                    <a:pt x="135" y="22"/>
                  </a:cubicBezTo>
                  <a:cubicBezTo>
                    <a:pt x="135" y="23"/>
                    <a:pt x="135" y="24"/>
                    <a:pt x="135" y="25"/>
                  </a:cubicBezTo>
                  <a:cubicBezTo>
                    <a:pt x="135" y="26"/>
                    <a:pt x="136" y="27"/>
                    <a:pt x="136" y="29"/>
                  </a:cubicBezTo>
                  <a:cubicBezTo>
                    <a:pt x="135" y="29"/>
                    <a:pt x="135" y="29"/>
                    <a:pt x="134" y="30"/>
                  </a:cubicBezTo>
                  <a:cubicBezTo>
                    <a:pt x="135" y="35"/>
                    <a:pt x="130" y="39"/>
                    <a:pt x="128" y="42"/>
                  </a:cubicBezTo>
                  <a:cubicBezTo>
                    <a:pt x="128" y="44"/>
                    <a:pt x="127" y="46"/>
                    <a:pt x="127" y="48"/>
                  </a:cubicBezTo>
                  <a:cubicBezTo>
                    <a:pt x="127" y="48"/>
                    <a:pt x="126" y="49"/>
                    <a:pt x="126" y="50"/>
                  </a:cubicBezTo>
                  <a:cubicBezTo>
                    <a:pt x="128" y="53"/>
                    <a:pt x="126" y="59"/>
                    <a:pt x="124" y="63"/>
                  </a:cubicBezTo>
                  <a:cubicBezTo>
                    <a:pt x="123" y="66"/>
                    <a:pt x="124" y="69"/>
                    <a:pt x="123" y="74"/>
                  </a:cubicBezTo>
                  <a:cubicBezTo>
                    <a:pt x="122" y="78"/>
                    <a:pt x="117" y="84"/>
                    <a:pt x="114" y="85"/>
                  </a:cubicBezTo>
                  <a:cubicBezTo>
                    <a:pt x="109" y="88"/>
                    <a:pt x="100" y="78"/>
                    <a:pt x="96" y="85"/>
                  </a:cubicBezTo>
                  <a:cubicBezTo>
                    <a:pt x="95" y="86"/>
                    <a:pt x="95" y="89"/>
                    <a:pt x="94" y="91"/>
                  </a:cubicBezTo>
                  <a:cubicBezTo>
                    <a:pt x="94" y="98"/>
                    <a:pt x="94" y="106"/>
                    <a:pt x="94" y="113"/>
                  </a:cubicBezTo>
                  <a:cubicBezTo>
                    <a:pt x="94" y="119"/>
                    <a:pt x="93" y="124"/>
                    <a:pt x="92" y="129"/>
                  </a:cubicBezTo>
                  <a:cubicBezTo>
                    <a:pt x="92" y="130"/>
                    <a:pt x="92" y="142"/>
                    <a:pt x="92" y="142"/>
                  </a:cubicBezTo>
                  <a:cubicBezTo>
                    <a:pt x="92" y="143"/>
                    <a:pt x="89" y="153"/>
                    <a:pt x="90" y="154"/>
                  </a:cubicBezTo>
                  <a:cubicBezTo>
                    <a:pt x="88" y="155"/>
                    <a:pt x="87" y="158"/>
                    <a:pt x="86" y="160"/>
                  </a:cubicBezTo>
                  <a:cubicBezTo>
                    <a:pt x="86" y="162"/>
                    <a:pt x="86" y="164"/>
                    <a:pt x="86" y="166"/>
                  </a:cubicBezTo>
                  <a:cubicBezTo>
                    <a:pt x="84" y="168"/>
                    <a:pt x="84" y="170"/>
                    <a:pt x="83" y="172"/>
                  </a:cubicBezTo>
                  <a:cubicBezTo>
                    <a:pt x="83" y="173"/>
                    <a:pt x="80" y="175"/>
                    <a:pt x="79" y="176"/>
                  </a:cubicBezTo>
                  <a:cubicBezTo>
                    <a:pt x="78" y="177"/>
                    <a:pt x="72" y="173"/>
                    <a:pt x="71" y="171"/>
                  </a:cubicBezTo>
                  <a:cubicBezTo>
                    <a:pt x="71" y="170"/>
                    <a:pt x="69" y="168"/>
                    <a:pt x="69" y="166"/>
                  </a:cubicBezTo>
                  <a:cubicBezTo>
                    <a:pt x="68" y="165"/>
                    <a:pt x="68" y="163"/>
                    <a:pt x="69" y="162"/>
                  </a:cubicBezTo>
                  <a:cubicBezTo>
                    <a:pt x="67" y="158"/>
                    <a:pt x="65" y="149"/>
                    <a:pt x="61" y="149"/>
                  </a:cubicBezTo>
                  <a:cubicBezTo>
                    <a:pt x="61" y="156"/>
                    <a:pt x="61" y="162"/>
                    <a:pt x="60" y="169"/>
                  </a:cubicBezTo>
                  <a:cubicBezTo>
                    <a:pt x="61" y="171"/>
                    <a:pt x="61" y="172"/>
                    <a:pt x="61" y="174"/>
                  </a:cubicBezTo>
                  <a:cubicBezTo>
                    <a:pt x="60" y="177"/>
                    <a:pt x="59" y="180"/>
                    <a:pt x="58" y="183"/>
                  </a:cubicBezTo>
                  <a:cubicBezTo>
                    <a:pt x="58" y="188"/>
                    <a:pt x="58" y="194"/>
                    <a:pt x="58" y="199"/>
                  </a:cubicBezTo>
                  <a:cubicBezTo>
                    <a:pt x="58" y="209"/>
                    <a:pt x="61" y="222"/>
                    <a:pt x="52" y="223"/>
                  </a:cubicBezTo>
                  <a:cubicBezTo>
                    <a:pt x="51" y="221"/>
                    <a:pt x="48" y="222"/>
                    <a:pt x="47" y="220"/>
                  </a:cubicBezTo>
                  <a:cubicBezTo>
                    <a:pt x="47" y="218"/>
                    <a:pt x="47" y="217"/>
                    <a:pt x="47" y="215"/>
                  </a:cubicBezTo>
                  <a:cubicBezTo>
                    <a:pt x="46" y="213"/>
                    <a:pt x="45" y="212"/>
                    <a:pt x="45" y="211"/>
                  </a:cubicBezTo>
                  <a:cubicBezTo>
                    <a:pt x="43" y="207"/>
                    <a:pt x="45" y="202"/>
                    <a:pt x="44" y="198"/>
                  </a:cubicBezTo>
                  <a:cubicBezTo>
                    <a:pt x="43" y="190"/>
                    <a:pt x="43" y="178"/>
                    <a:pt x="44" y="170"/>
                  </a:cubicBezTo>
                  <a:cubicBezTo>
                    <a:pt x="46" y="163"/>
                    <a:pt x="43" y="156"/>
                    <a:pt x="46" y="152"/>
                  </a:cubicBezTo>
                  <a:cubicBezTo>
                    <a:pt x="45" y="150"/>
                    <a:pt x="44" y="148"/>
                    <a:pt x="41" y="148"/>
                  </a:cubicBezTo>
                  <a:cubicBezTo>
                    <a:pt x="39" y="148"/>
                    <a:pt x="37" y="150"/>
                    <a:pt x="36" y="150"/>
                  </a:cubicBezTo>
                  <a:cubicBezTo>
                    <a:pt x="33" y="151"/>
                    <a:pt x="29" y="151"/>
                    <a:pt x="27" y="153"/>
                  </a:cubicBezTo>
                  <a:cubicBezTo>
                    <a:pt x="26" y="157"/>
                    <a:pt x="10" y="158"/>
                    <a:pt x="6" y="155"/>
                  </a:cubicBezTo>
                  <a:cubicBezTo>
                    <a:pt x="5" y="154"/>
                    <a:pt x="5" y="153"/>
                    <a:pt x="5" y="151"/>
                  </a:cubicBezTo>
                  <a:cubicBezTo>
                    <a:pt x="4" y="151"/>
                    <a:pt x="3" y="150"/>
                    <a:pt x="2" y="149"/>
                  </a:cubicBezTo>
                  <a:cubicBezTo>
                    <a:pt x="1" y="146"/>
                    <a:pt x="2" y="142"/>
                    <a:pt x="1" y="139"/>
                  </a:cubicBezTo>
                  <a:cubicBezTo>
                    <a:pt x="1" y="136"/>
                    <a:pt x="0" y="134"/>
                    <a:pt x="0" y="132"/>
                  </a:cubicBezTo>
                  <a:cubicBezTo>
                    <a:pt x="1" y="130"/>
                    <a:pt x="2" y="127"/>
                    <a:pt x="2" y="126"/>
                  </a:cubicBezTo>
                  <a:cubicBezTo>
                    <a:pt x="2" y="125"/>
                    <a:pt x="2" y="116"/>
                    <a:pt x="2" y="115"/>
                  </a:cubicBezTo>
                  <a:cubicBezTo>
                    <a:pt x="3" y="111"/>
                    <a:pt x="5" y="107"/>
                    <a:pt x="7" y="105"/>
                  </a:cubicBezTo>
                  <a:cubicBezTo>
                    <a:pt x="7" y="102"/>
                    <a:pt x="7" y="98"/>
                    <a:pt x="7" y="95"/>
                  </a:cubicBezTo>
                  <a:cubicBezTo>
                    <a:pt x="8" y="94"/>
                    <a:pt x="9" y="93"/>
                    <a:pt x="10" y="92"/>
                  </a:cubicBezTo>
                  <a:cubicBezTo>
                    <a:pt x="11" y="89"/>
                    <a:pt x="10" y="86"/>
                    <a:pt x="11" y="84"/>
                  </a:cubicBezTo>
                  <a:cubicBezTo>
                    <a:pt x="12" y="82"/>
                    <a:pt x="10" y="71"/>
                    <a:pt x="11" y="68"/>
                  </a:cubicBezTo>
                  <a:cubicBezTo>
                    <a:pt x="11" y="66"/>
                    <a:pt x="11" y="64"/>
                    <a:pt x="10" y="62"/>
                  </a:cubicBezTo>
                  <a:cubicBezTo>
                    <a:pt x="11" y="61"/>
                    <a:pt x="14" y="51"/>
                    <a:pt x="14" y="50"/>
                  </a:cubicBezTo>
                  <a:cubicBezTo>
                    <a:pt x="15" y="50"/>
                    <a:pt x="15" y="50"/>
                    <a:pt x="15" y="50"/>
                  </a:cubicBezTo>
                  <a:cubicBezTo>
                    <a:pt x="17" y="47"/>
                    <a:pt x="23" y="32"/>
                    <a:pt x="30" y="38"/>
                  </a:cubicBezTo>
                  <a:cubicBezTo>
                    <a:pt x="37" y="45"/>
                    <a:pt x="27" y="48"/>
                    <a:pt x="29" y="53"/>
                  </a:cubicBezTo>
                  <a:cubicBezTo>
                    <a:pt x="30" y="57"/>
                    <a:pt x="31" y="60"/>
                    <a:pt x="30" y="65"/>
                  </a:cubicBezTo>
                  <a:cubicBezTo>
                    <a:pt x="30" y="66"/>
                    <a:pt x="30" y="66"/>
                    <a:pt x="30" y="66"/>
                  </a:cubicBezTo>
                  <a:cubicBezTo>
                    <a:pt x="30" y="68"/>
                    <a:pt x="29" y="69"/>
                    <a:pt x="28" y="70"/>
                  </a:cubicBezTo>
                  <a:cubicBezTo>
                    <a:pt x="28" y="71"/>
                    <a:pt x="28" y="73"/>
                    <a:pt x="28" y="74"/>
                  </a:cubicBezTo>
                  <a:cubicBezTo>
                    <a:pt x="27" y="80"/>
                    <a:pt x="28" y="80"/>
                    <a:pt x="25" y="84"/>
                  </a:cubicBezTo>
                  <a:cubicBezTo>
                    <a:pt x="25" y="86"/>
                    <a:pt x="26" y="87"/>
                    <a:pt x="27" y="88"/>
                  </a:cubicBezTo>
                  <a:cubicBezTo>
                    <a:pt x="27" y="90"/>
                    <a:pt x="28" y="98"/>
                    <a:pt x="29" y="100"/>
                  </a:cubicBezTo>
                  <a:cubicBezTo>
                    <a:pt x="31" y="100"/>
                    <a:pt x="34" y="99"/>
                    <a:pt x="35" y="98"/>
                  </a:cubicBezTo>
                  <a:cubicBezTo>
                    <a:pt x="36" y="98"/>
                    <a:pt x="37" y="98"/>
                    <a:pt x="38" y="98"/>
                  </a:cubicBezTo>
                  <a:cubicBezTo>
                    <a:pt x="40" y="95"/>
                    <a:pt x="45" y="93"/>
                    <a:pt x="47" y="90"/>
                  </a:cubicBezTo>
                  <a:cubicBezTo>
                    <a:pt x="48" y="89"/>
                    <a:pt x="51" y="87"/>
                    <a:pt x="49" y="86"/>
                  </a:cubicBezTo>
                  <a:cubicBezTo>
                    <a:pt x="50" y="85"/>
                    <a:pt x="51" y="84"/>
                    <a:pt x="52" y="82"/>
                  </a:cubicBezTo>
                  <a:cubicBezTo>
                    <a:pt x="53" y="76"/>
                    <a:pt x="50" y="69"/>
                    <a:pt x="49" y="64"/>
                  </a:cubicBezTo>
                  <a:cubicBezTo>
                    <a:pt x="49" y="64"/>
                    <a:pt x="49" y="55"/>
                    <a:pt x="49" y="54"/>
                  </a:cubicBezTo>
                  <a:cubicBezTo>
                    <a:pt x="48" y="51"/>
                    <a:pt x="51" y="44"/>
                    <a:pt x="51" y="41"/>
                  </a:cubicBezTo>
                  <a:cubicBezTo>
                    <a:pt x="52" y="37"/>
                    <a:pt x="50" y="34"/>
                    <a:pt x="50" y="31"/>
                  </a:cubicBezTo>
                  <a:cubicBezTo>
                    <a:pt x="50" y="29"/>
                    <a:pt x="52" y="28"/>
                    <a:pt x="50" y="26"/>
                  </a:cubicBezTo>
                  <a:cubicBezTo>
                    <a:pt x="50" y="25"/>
                    <a:pt x="52" y="18"/>
                    <a:pt x="52" y="18"/>
                  </a:cubicBezTo>
                  <a:cubicBezTo>
                    <a:pt x="54" y="13"/>
                    <a:pt x="58" y="0"/>
                    <a:pt x="66" y="4"/>
                  </a:cubicBezTo>
                  <a:cubicBezTo>
                    <a:pt x="68" y="5"/>
                    <a:pt x="69" y="7"/>
                    <a:pt x="70" y="10"/>
                  </a:cubicBezTo>
                  <a:cubicBezTo>
                    <a:pt x="71" y="11"/>
                    <a:pt x="72" y="13"/>
                    <a:pt x="72" y="14"/>
                  </a:cubicBezTo>
                  <a:cubicBezTo>
                    <a:pt x="74" y="21"/>
                    <a:pt x="69" y="27"/>
                    <a:pt x="69" y="34"/>
                  </a:cubicBezTo>
                  <a:cubicBezTo>
                    <a:pt x="69" y="36"/>
                    <a:pt x="68" y="40"/>
                    <a:pt x="67" y="43"/>
                  </a:cubicBezTo>
                  <a:cubicBezTo>
                    <a:pt x="66" y="45"/>
                    <a:pt x="67" y="50"/>
                    <a:pt x="66" y="53"/>
                  </a:cubicBezTo>
                  <a:cubicBezTo>
                    <a:pt x="66" y="54"/>
                    <a:pt x="65" y="55"/>
                    <a:pt x="65" y="55"/>
                  </a:cubicBezTo>
                  <a:cubicBezTo>
                    <a:pt x="64" y="60"/>
                    <a:pt x="64" y="64"/>
                    <a:pt x="64" y="68"/>
                  </a:cubicBezTo>
                  <a:cubicBezTo>
                    <a:pt x="63" y="70"/>
                    <a:pt x="63" y="71"/>
                    <a:pt x="62" y="73"/>
                  </a:cubicBezTo>
                  <a:cubicBezTo>
                    <a:pt x="60" y="80"/>
                    <a:pt x="63" y="94"/>
                    <a:pt x="65" y="97"/>
                  </a:cubicBezTo>
                  <a:cubicBezTo>
                    <a:pt x="68" y="97"/>
                    <a:pt x="68" y="102"/>
                    <a:pt x="69" y="105"/>
                  </a:cubicBezTo>
                  <a:cubicBezTo>
                    <a:pt x="71" y="109"/>
                    <a:pt x="75" y="116"/>
                    <a:pt x="72" y="121"/>
                  </a:cubicBezTo>
                  <a:cubicBezTo>
                    <a:pt x="71" y="123"/>
                    <a:pt x="70" y="124"/>
                    <a:pt x="69" y="126"/>
                  </a:cubicBezTo>
                  <a:cubicBezTo>
                    <a:pt x="69" y="128"/>
                    <a:pt x="69" y="129"/>
                    <a:pt x="69" y="131"/>
                  </a:cubicBezTo>
                  <a:cubicBezTo>
                    <a:pt x="68" y="132"/>
                    <a:pt x="67" y="133"/>
                    <a:pt x="67" y="135"/>
                  </a:cubicBezTo>
                  <a:cubicBezTo>
                    <a:pt x="66" y="137"/>
                    <a:pt x="63" y="138"/>
                    <a:pt x="62" y="139"/>
                  </a:cubicBezTo>
                  <a:cubicBezTo>
                    <a:pt x="61" y="143"/>
                    <a:pt x="68" y="149"/>
                    <a:pt x="70" y="151"/>
                  </a:cubicBezTo>
                  <a:cubicBezTo>
                    <a:pt x="71" y="151"/>
                    <a:pt x="72" y="151"/>
                    <a:pt x="72" y="151"/>
                  </a:cubicBezTo>
                  <a:cubicBezTo>
                    <a:pt x="72" y="152"/>
                    <a:pt x="73" y="153"/>
                    <a:pt x="74" y="153"/>
                  </a:cubicBezTo>
                  <a:cubicBezTo>
                    <a:pt x="74" y="153"/>
                    <a:pt x="74" y="153"/>
                    <a:pt x="74" y="153"/>
                  </a:cubicBezTo>
                  <a:cubicBezTo>
                    <a:pt x="75" y="154"/>
                    <a:pt x="76" y="156"/>
                    <a:pt x="78" y="155"/>
                  </a:cubicBezTo>
                  <a:cubicBezTo>
                    <a:pt x="78" y="150"/>
                    <a:pt x="81" y="144"/>
                    <a:pt x="82" y="139"/>
                  </a:cubicBezTo>
                  <a:cubicBezTo>
                    <a:pt x="83" y="135"/>
                    <a:pt x="83" y="121"/>
                    <a:pt x="83" y="114"/>
                  </a:cubicBezTo>
                  <a:cubicBezTo>
                    <a:pt x="82" y="111"/>
                    <a:pt x="84" y="107"/>
                    <a:pt x="85" y="105"/>
                  </a:cubicBezTo>
                  <a:cubicBezTo>
                    <a:pt x="85" y="102"/>
                    <a:pt x="85" y="100"/>
                    <a:pt x="85" y="97"/>
                  </a:cubicBezTo>
                  <a:cubicBezTo>
                    <a:pt x="86" y="96"/>
                    <a:pt x="86" y="94"/>
                    <a:pt x="86" y="93"/>
                  </a:cubicBezTo>
                  <a:cubicBezTo>
                    <a:pt x="87" y="90"/>
                    <a:pt x="85" y="86"/>
                    <a:pt x="85" y="84"/>
                  </a:cubicBezTo>
                  <a:cubicBezTo>
                    <a:pt x="82" y="83"/>
                    <a:pt x="77" y="83"/>
                    <a:pt x="75" y="85"/>
                  </a:cubicBezTo>
                  <a:cubicBezTo>
                    <a:pt x="73" y="86"/>
                    <a:pt x="74" y="87"/>
                    <a:pt x="72" y="88"/>
                  </a:cubicBezTo>
                  <a:cubicBezTo>
                    <a:pt x="70" y="89"/>
                    <a:pt x="70" y="87"/>
                    <a:pt x="69" y="89"/>
                  </a:cubicBezTo>
                  <a:cubicBezTo>
                    <a:pt x="69" y="90"/>
                    <a:pt x="67" y="91"/>
                    <a:pt x="66" y="91"/>
                  </a:cubicBezTo>
                  <a:cubicBezTo>
                    <a:pt x="65" y="91"/>
                    <a:pt x="64" y="91"/>
                    <a:pt x="64" y="90"/>
                  </a:cubicBezTo>
                  <a:cubicBezTo>
                    <a:pt x="63" y="88"/>
                    <a:pt x="64" y="87"/>
                    <a:pt x="64" y="85"/>
                  </a:cubicBezTo>
                  <a:cubicBezTo>
                    <a:pt x="66" y="85"/>
                    <a:pt x="67" y="83"/>
                    <a:pt x="69" y="81"/>
                  </a:cubicBezTo>
                  <a:cubicBezTo>
                    <a:pt x="70" y="81"/>
                    <a:pt x="71" y="81"/>
                    <a:pt x="71" y="81"/>
                  </a:cubicBezTo>
                  <a:cubicBezTo>
                    <a:pt x="76" y="80"/>
                    <a:pt x="82" y="80"/>
                    <a:pt x="85" y="76"/>
                  </a:cubicBezTo>
                  <a:cubicBezTo>
                    <a:pt x="84" y="72"/>
                    <a:pt x="86" y="59"/>
                    <a:pt x="87" y="54"/>
                  </a:cubicBezTo>
                  <a:cubicBezTo>
                    <a:pt x="87" y="52"/>
                    <a:pt x="87" y="49"/>
                    <a:pt x="87" y="47"/>
                  </a:cubicBezTo>
                  <a:cubicBezTo>
                    <a:pt x="88" y="40"/>
                    <a:pt x="86" y="30"/>
                    <a:pt x="87" y="24"/>
                  </a:cubicBezTo>
                  <a:cubicBezTo>
                    <a:pt x="87" y="20"/>
                    <a:pt x="90" y="16"/>
                    <a:pt x="91" y="12"/>
                  </a:cubicBezTo>
                  <a:cubicBezTo>
                    <a:pt x="89" y="10"/>
                    <a:pt x="89" y="8"/>
                    <a:pt x="89" y="4"/>
                  </a:cubicBezTo>
                  <a:cubicBezTo>
                    <a:pt x="90" y="3"/>
                    <a:pt x="93" y="3"/>
                    <a:pt x="94" y="2"/>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6" name="Freeform 12"/>
            <p:cNvSpPr/>
            <p:nvPr/>
          </p:nvSpPr>
          <p:spPr bwMode="auto">
            <a:xfrm>
              <a:off x="788842" y="6168860"/>
              <a:ext cx="158102" cy="103896"/>
            </a:xfrm>
            <a:custGeom>
              <a:avLst/>
              <a:gdLst>
                <a:gd name="T0" fmla="*/ 47 w 118"/>
                <a:gd name="T1" fmla="*/ 0 h 77"/>
                <a:gd name="T2" fmla="*/ 52 w 118"/>
                <a:gd name="T3" fmla="*/ 3 h 77"/>
                <a:gd name="T4" fmla="*/ 53 w 118"/>
                <a:gd name="T5" fmla="*/ 4 h 77"/>
                <a:gd name="T6" fmla="*/ 65 w 118"/>
                <a:gd name="T7" fmla="*/ 8 h 77"/>
                <a:gd name="T8" fmla="*/ 71 w 118"/>
                <a:gd name="T9" fmla="*/ 9 h 77"/>
                <a:gd name="T10" fmla="*/ 74 w 118"/>
                <a:gd name="T11" fmla="*/ 11 h 77"/>
                <a:gd name="T12" fmla="*/ 88 w 118"/>
                <a:gd name="T13" fmla="*/ 19 h 77"/>
                <a:gd name="T14" fmla="*/ 88 w 118"/>
                <a:gd name="T15" fmla="*/ 38 h 77"/>
                <a:gd name="T16" fmla="*/ 79 w 118"/>
                <a:gd name="T17" fmla="*/ 48 h 77"/>
                <a:gd name="T18" fmla="*/ 65 w 118"/>
                <a:gd name="T19" fmla="*/ 57 h 77"/>
                <a:gd name="T20" fmla="*/ 70 w 118"/>
                <a:gd name="T21" fmla="*/ 59 h 77"/>
                <a:gd name="T22" fmla="*/ 86 w 118"/>
                <a:gd name="T23" fmla="*/ 60 h 77"/>
                <a:gd name="T24" fmla="*/ 93 w 118"/>
                <a:gd name="T25" fmla="*/ 59 h 77"/>
                <a:gd name="T26" fmla="*/ 113 w 118"/>
                <a:gd name="T27" fmla="*/ 64 h 77"/>
                <a:gd name="T28" fmla="*/ 116 w 118"/>
                <a:gd name="T29" fmla="*/ 75 h 77"/>
                <a:gd name="T30" fmla="*/ 101 w 118"/>
                <a:gd name="T31" fmla="*/ 75 h 77"/>
                <a:gd name="T32" fmla="*/ 88 w 118"/>
                <a:gd name="T33" fmla="*/ 76 h 77"/>
                <a:gd name="T34" fmla="*/ 76 w 118"/>
                <a:gd name="T35" fmla="*/ 75 h 77"/>
                <a:gd name="T36" fmla="*/ 50 w 118"/>
                <a:gd name="T37" fmla="*/ 75 h 77"/>
                <a:gd name="T38" fmla="*/ 44 w 118"/>
                <a:gd name="T39" fmla="*/ 75 h 77"/>
                <a:gd name="T40" fmla="*/ 34 w 118"/>
                <a:gd name="T41" fmla="*/ 77 h 77"/>
                <a:gd name="T42" fmla="*/ 23 w 118"/>
                <a:gd name="T43" fmla="*/ 75 h 77"/>
                <a:gd name="T44" fmla="*/ 16 w 118"/>
                <a:gd name="T45" fmla="*/ 69 h 77"/>
                <a:gd name="T46" fmla="*/ 18 w 118"/>
                <a:gd name="T47" fmla="*/ 65 h 77"/>
                <a:gd name="T48" fmla="*/ 56 w 118"/>
                <a:gd name="T49" fmla="*/ 54 h 77"/>
                <a:gd name="T50" fmla="*/ 61 w 118"/>
                <a:gd name="T51" fmla="*/ 48 h 77"/>
                <a:gd name="T52" fmla="*/ 68 w 118"/>
                <a:gd name="T53" fmla="*/ 42 h 77"/>
                <a:gd name="T54" fmla="*/ 60 w 118"/>
                <a:gd name="T55" fmla="*/ 29 h 77"/>
                <a:gd name="T56" fmla="*/ 50 w 118"/>
                <a:gd name="T57" fmla="*/ 26 h 77"/>
                <a:gd name="T58" fmla="*/ 48 w 118"/>
                <a:gd name="T59" fmla="*/ 25 h 77"/>
                <a:gd name="T60" fmla="*/ 40 w 118"/>
                <a:gd name="T61" fmla="*/ 31 h 77"/>
                <a:gd name="T62" fmla="*/ 20 w 118"/>
                <a:gd name="T63" fmla="*/ 47 h 77"/>
                <a:gd name="T64" fmla="*/ 9 w 118"/>
                <a:gd name="T65" fmla="*/ 53 h 77"/>
                <a:gd name="T66" fmla="*/ 3 w 118"/>
                <a:gd name="T67" fmla="*/ 53 h 77"/>
                <a:gd name="T68" fmla="*/ 0 w 118"/>
                <a:gd name="T69" fmla="*/ 48 h 77"/>
                <a:gd name="T70" fmla="*/ 18 w 118"/>
                <a:gd name="T71" fmla="*/ 33 h 77"/>
                <a:gd name="T72" fmla="*/ 21 w 118"/>
                <a:gd name="T73" fmla="*/ 30 h 77"/>
                <a:gd name="T74" fmla="*/ 24 w 118"/>
                <a:gd name="T75" fmla="*/ 29 h 77"/>
                <a:gd name="T76" fmla="*/ 26 w 118"/>
                <a:gd name="T77" fmla="*/ 27 h 77"/>
                <a:gd name="T78" fmla="*/ 34 w 118"/>
                <a:gd name="T79" fmla="*/ 14 h 77"/>
                <a:gd name="T80" fmla="*/ 31 w 118"/>
                <a:gd name="T81"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77">
                  <a:moveTo>
                    <a:pt x="38" y="0"/>
                  </a:moveTo>
                  <a:cubicBezTo>
                    <a:pt x="42" y="1"/>
                    <a:pt x="44" y="0"/>
                    <a:pt x="47" y="0"/>
                  </a:cubicBezTo>
                  <a:cubicBezTo>
                    <a:pt x="49" y="1"/>
                    <a:pt x="50" y="2"/>
                    <a:pt x="51" y="3"/>
                  </a:cubicBezTo>
                  <a:cubicBezTo>
                    <a:pt x="52" y="3"/>
                    <a:pt x="52" y="3"/>
                    <a:pt x="52" y="3"/>
                  </a:cubicBezTo>
                  <a:cubicBezTo>
                    <a:pt x="53" y="3"/>
                    <a:pt x="52" y="4"/>
                    <a:pt x="53" y="4"/>
                  </a:cubicBezTo>
                  <a:cubicBezTo>
                    <a:pt x="53" y="4"/>
                    <a:pt x="53" y="4"/>
                    <a:pt x="53" y="4"/>
                  </a:cubicBezTo>
                  <a:cubicBezTo>
                    <a:pt x="55" y="4"/>
                    <a:pt x="61" y="6"/>
                    <a:pt x="62" y="6"/>
                  </a:cubicBezTo>
                  <a:cubicBezTo>
                    <a:pt x="63" y="6"/>
                    <a:pt x="64" y="8"/>
                    <a:pt x="65" y="8"/>
                  </a:cubicBezTo>
                  <a:cubicBezTo>
                    <a:pt x="66" y="8"/>
                    <a:pt x="70" y="9"/>
                    <a:pt x="70" y="9"/>
                  </a:cubicBezTo>
                  <a:cubicBezTo>
                    <a:pt x="70" y="9"/>
                    <a:pt x="70" y="9"/>
                    <a:pt x="71" y="9"/>
                  </a:cubicBezTo>
                  <a:cubicBezTo>
                    <a:pt x="71" y="9"/>
                    <a:pt x="72" y="10"/>
                    <a:pt x="72" y="11"/>
                  </a:cubicBezTo>
                  <a:cubicBezTo>
                    <a:pt x="73" y="11"/>
                    <a:pt x="73" y="10"/>
                    <a:pt x="74" y="11"/>
                  </a:cubicBezTo>
                  <a:cubicBezTo>
                    <a:pt x="75" y="12"/>
                    <a:pt x="76" y="13"/>
                    <a:pt x="78" y="14"/>
                  </a:cubicBezTo>
                  <a:cubicBezTo>
                    <a:pt x="80" y="15"/>
                    <a:pt x="86" y="16"/>
                    <a:pt x="88" y="19"/>
                  </a:cubicBezTo>
                  <a:cubicBezTo>
                    <a:pt x="89" y="21"/>
                    <a:pt x="88" y="30"/>
                    <a:pt x="88" y="31"/>
                  </a:cubicBezTo>
                  <a:cubicBezTo>
                    <a:pt x="88" y="33"/>
                    <a:pt x="88" y="36"/>
                    <a:pt x="88" y="38"/>
                  </a:cubicBezTo>
                  <a:cubicBezTo>
                    <a:pt x="87" y="40"/>
                    <a:pt x="86" y="43"/>
                    <a:pt x="84" y="44"/>
                  </a:cubicBezTo>
                  <a:cubicBezTo>
                    <a:pt x="82" y="46"/>
                    <a:pt x="80" y="45"/>
                    <a:pt x="79" y="48"/>
                  </a:cubicBezTo>
                  <a:cubicBezTo>
                    <a:pt x="77" y="48"/>
                    <a:pt x="65" y="53"/>
                    <a:pt x="65" y="57"/>
                  </a:cubicBezTo>
                  <a:cubicBezTo>
                    <a:pt x="65" y="57"/>
                    <a:pt x="65" y="57"/>
                    <a:pt x="65" y="57"/>
                  </a:cubicBezTo>
                  <a:cubicBezTo>
                    <a:pt x="65" y="58"/>
                    <a:pt x="65" y="58"/>
                    <a:pt x="66" y="59"/>
                  </a:cubicBezTo>
                  <a:cubicBezTo>
                    <a:pt x="66" y="59"/>
                    <a:pt x="70" y="59"/>
                    <a:pt x="70" y="59"/>
                  </a:cubicBezTo>
                  <a:cubicBezTo>
                    <a:pt x="72" y="60"/>
                    <a:pt x="81" y="57"/>
                    <a:pt x="85" y="59"/>
                  </a:cubicBezTo>
                  <a:cubicBezTo>
                    <a:pt x="85" y="59"/>
                    <a:pt x="86" y="59"/>
                    <a:pt x="86" y="60"/>
                  </a:cubicBezTo>
                  <a:cubicBezTo>
                    <a:pt x="92" y="59"/>
                    <a:pt x="92" y="59"/>
                    <a:pt x="92" y="59"/>
                  </a:cubicBezTo>
                  <a:cubicBezTo>
                    <a:pt x="92" y="59"/>
                    <a:pt x="92" y="59"/>
                    <a:pt x="93" y="59"/>
                  </a:cubicBezTo>
                  <a:cubicBezTo>
                    <a:pt x="94" y="61"/>
                    <a:pt x="100" y="62"/>
                    <a:pt x="102" y="60"/>
                  </a:cubicBezTo>
                  <a:cubicBezTo>
                    <a:pt x="105" y="61"/>
                    <a:pt x="110" y="61"/>
                    <a:pt x="113" y="64"/>
                  </a:cubicBezTo>
                  <a:cubicBezTo>
                    <a:pt x="114" y="65"/>
                    <a:pt x="116" y="69"/>
                    <a:pt x="118" y="71"/>
                  </a:cubicBezTo>
                  <a:cubicBezTo>
                    <a:pt x="117" y="72"/>
                    <a:pt x="116" y="74"/>
                    <a:pt x="116" y="75"/>
                  </a:cubicBezTo>
                  <a:cubicBezTo>
                    <a:pt x="114" y="76"/>
                    <a:pt x="108" y="76"/>
                    <a:pt x="106" y="75"/>
                  </a:cubicBezTo>
                  <a:cubicBezTo>
                    <a:pt x="104" y="75"/>
                    <a:pt x="103" y="75"/>
                    <a:pt x="101" y="75"/>
                  </a:cubicBezTo>
                  <a:cubicBezTo>
                    <a:pt x="101" y="75"/>
                    <a:pt x="100" y="74"/>
                    <a:pt x="99" y="75"/>
                  </a:cubicBezTo>
                  <a:cubicBezTo>
                    <a:pt x="97" y="76"/>
                    <a:pt x="90" y="76"/>
                    <a:pt x="88" y="76"/>
                  </a:cubicBezTo>
                  <a:cubicBezTo>
                    <a:pt x="87" y="76"/>
                    <a:pt x="83" y="75"/>
                    <a:pt x="82" y="76"/>
                  </a:cubicBezTo>
                  <a:cubicBezTo>
                    <a:pt x="81" y="76"/>
                    <a:pt x="78" y="74"/>
                    <a:pt x="76" y="75"/>
                  </a:cubicBezTo>
                  <a:cubicBezTo>
                    <a:pt x="74" y="75"/>
                    <a:pt x="65" y="74"/>
                    <a:pt x="61" y="75"/>
                  </a:cubicBezTo>
                  <a:cubicBezTo>
                    <a:pt x="60" y="75"/>
                    <a:pt x="53" y="74"/>
                    <a:pt x="50" y="75"/>
                  </a:cubicBezTo>
                  <a:cubicBezTo>
                    <a:pt x="49" y="75"/>
                    <a:pt x="48" y="75"/>
                    <a:pt x="47" y="76"/>
                  </a:cubicBezTo>
                  <a:cubicBezTo>
                    <a:pt x="46" y="75"/>
                    <a:pt x="45" y="75"/>
                    <a:pt x="44" y="75"/>
                  </a:cubicBezTo>
                  <a:cubicBezTo>
                    <a:pt x="43" y="76"/>
                    <a:pt x="42" y="76"/>
                    <a:pt x="41" y="77"/>
                  </a:cubicBezTo>
                  <a:cubicBezTo>
                    <a:pt x="40" y="77"/>
                    <a:pt x="34" y="77"/>
                    <a:pt x="34" y="77"/>
                  </a:cubicBezTo>
                  <a:cubicBezTo>
                    <a:pt x="33" y="77"/>
                    <a:pt x="33" y="77"/>
                    <a:pt x="32" y="76"/>
                  </a:cubicBezTo>
                  <a:cubicBezTo>
                    <a:pt x="32" y="76"/>
                    <a:pt x="24" y="74"/>
                    <a:pt x="23" y="75"/>
                  </a:cubicBezTo>
                  <a:cubicBezTo>
                    <a:pt x="22" y="74"/>
                    <a:pt x="21" y="74"/>
                    <a:pt x="19" y="72"/>
                  </a:cubicBezTo>
                  <a:cubicBezTo>
                    <a:pt x="17" y="72"/>
                    <a:pt x="18" y="70"/>
                    <a:pt x="16" y="69"/>
                  </a:cubicBezTo>
                  <a:cubicBezTo>
                    <a:pt x="16" y="68"/>
                    <a:pt x="16" y="68"/>
                    <a:pt x="16" y="67"/>
                  </a:cubicBezTo>
                  <a:cubicBezTo>
                    <a:pt x="17" y="67"/>
                    <a:pt x="17" y="66"/>
                    <a:pt x="18" y="65"/>
                  </a:cubicBezTo>
                  <a:cubicBezTo>
                    <a:pt x="23" y="67"/>
                    <a:pt x="40" y="61"/>
                    <a:pt x="44" y="58"/>
                  </a:cubicBezTo>
                  <a:cubicBezTo>
                    <a:pt x="47" y="59"/>
                    <a:pt x="53" y="56"/>
                    <a:pt x="56" y="54"/>
                  </a:cubicBezTo>
                  <a:cubicBezTo>
                    <a:pt x="56" y="53"/>
                    <a:pt x="56" y="52"/>
                    <a:pt x="57" y="51"/>
                  </a:cubicBezTo>
                  <a:cubicBezTo>
                    <a:pt x="58" y="50"/>
                    <a:pt x="60" y="49"/>
                    <a:pt x="61" y="48"/>
                  </a:cubicBezTo>
                  <a:cubicBezTo>
                    <a:pt x="62" y="48"/>
                    <a:pt x="62" y="47"/>
                    <a:pt x="62" y="46"/>
                  </a:cubicBezTo>
                  <a:cubicBezTo>
                    <a:pt x="64" y="45"/>
                    <a:pt x="66" y="43"/>
                    <a:pt x="68" y="42"/>
                  </a:cubicBezTo>
                  <a:cubicBezTo>
                    <a:pt x="70" y="40"/>
                    <a:pt x="71" y="38"/>
                    <a:pt x="72" y="37"/>
                  </a:cubicBezTo>
                  <a:cubicBezTo>
                    <a:pt x="69" y="31"/>
                    <a:pt x="62" y="32"/>
                    <a:pt x="60" y="29"/>
                  </a:cubicBezTo>
                  <a:cubicBezTo>
                    <a:pt x="59" y="29"/>
                    <a:pt x="58" y="28"/>
                    <a:pt x="58" y="28"/>
                  </a:cubicBezTo>
                  <a:cubicBezTo>
                    <a:pt x="54" y="26"/>
                    <a:pt x="53" y="29"/>
                    <a:pt x="50" y="26"/>
                  </a:cubicBezTo>
                  <a:cubicBezTo>
                    <a:pt x="50" y="25"/>
                    <a:pt x="50" y="26"/>
                    <a:pt x="50" y="25"/>
                  </a:cubicBezTo>
                  <a:cubicBezTo>
                    <a:pt x="49" y="25"/>
                    <a:pt x="49" y="25"/>
                    <a:pt x="48" y="25"/>
                  </a:cubicBezTo>
                  <a:cubicBezTo>
                    <a:pt x="47" y="27"/>
                    <a:pt x="44" y="29"/>
                    <a:pt x="42" y="30"/>
                  </a:cubicBezTo>
                  <a:cubicBezTo>
                    <a:pt x="41" y="30"/>
                    <a:pt x="41" y="31"/>
                    <a:pt x="40" y="31"/>
                  </a:cubicBezTo>
                  <a:cubicBezTo>
                    <a:pt x="40" y="35"/>
                    <a:pt x="35" y="36"/>
                    <a:pt x="32" y="37"/>
                  </a:cubicBezTo>
                  <a:cubicBezTo>
                    <a:pt x="27" y="40"/>
                    <a:pt x="24" y="44"/>
                    <a:pt x="20" y="47"/>
                  </a:cubicBezTo>
                  <a:cubicBezTo>
                    <a:pt x="19" y="48"/>
                    <a:pt x="18" y="47"/>
                    <a:pt x="17" y="48"/>
                  </a:cubicBezTo>
                  <a:cubicBezTo>
                    <a:pt x="14" y="49"/>
                    <a:pt x="11" y="50"/>
                    <a:pt x="9" y="53"/>
                  </a:cubicBezTo>
                  <a:cubicBezTo>
                    <a:pt x="7" y="53"/>
                    <a:pt x="7" y="53"/>
                    <a:pt x="6" y="52"/>
                  </a:cubicBezTo>
                  <a:cubicBezTo>
                    <a:pt x="5" y="52"/>
                    <a:pt x="4" y="53"/>
                    <a:pt x="3" y="53"/>
                  </a:cubicBezTo>
                  <a:cubicBezTo>
                    <a:pt x="2" y="53"/>
                    <a:pt x="2" y="53"/>
                    <a:pt x="1" y="52"/>
                  </a:cubicBezTo>
                  <a:cubicBezTo>
                    <a:pt x="1" y="51"/>
                    <a:pt x="0" y="48"/>
                    <a:pt x="0" y="48"/>
                  </a:cubicBezTo>
                  <a:cubicBezTo>
                    <a:pt x="3" y="45"/>
                    <a:pt x="13" y="41"/>
                    <a:pt x="14" y="38"/>
                  </a:cubicBezTo>
                  <a:cubicBezTo>
                    <a:pt x="15" y="38"/>
                    <a:pt x="17" y="34"/>
                    <a:pt x="18" y="33"/>
                  </a:cubicBezTo>
                  <a:cubicBezTo>
                    <a:pt x="19" y="33"/>
                    <a:pt x="19" y="33"/>
                    <a:pt x="20" y="32"/>
                  </a:cubicBezTo>
                  <a:cubicBezTo>
                    <a:pt x="21" y="32"/>
                    <a:pt x="20" y="31"/>
                    <a:pt x="21" y="30"/>
                  </a:cubicBezTo>
                  <a:cubicBezTo>
                    <a:pt x="21" y="30"/>
                    <a:pt x="23" y="30"/>
                    <a:pt x="24" y="29"/>
                  </a:cubicBezTo>
                  <a:cubicBezTo>
                    <a:pt x="24" y="29"/>
                    <a:pt x="24" y="29"/>
                    <a:pt x="24" y="29"/>
                  </a:cubicBezTo>
                  <a:cubicBezTo>
                    <a:pt x="23" y="28"/>
                    <a:pt x="24" y="28"/>
                    <a:pt x="25" y="27"/>
                  </a:cubicBezTo>
                  <a:cubicBezTo>
                    <a:pt x="25" y="27"/>
                    <a:pt x="25" y="27"/>
                    <a:pt x="26" y="27"/>
                  </a:cubicBezTo>
                  <a:cubicBezTo>
                    <a:pt x="26" y="25"/>
                    <a:pt x="30" y="23"/>
                    <a:pt x="31" y="22"/>
                  </a:cubicBezTo>
                  <a:cubicBezTo>
                    <a:pt x="32" y="19"/>
                    <a:pt x="33" y="16"/>
                    <a:pt x="34" y="14"/>
                  </a:cubicBezTo>
                  <a:cubicBezTo>
                    <a:pt x="34" y="14"/>
                    <a:pt x="34" y="13"/>
                    <a:pt x="34" y="13"/>
                  </a:cubicBezTo>
                  <a:cubicBezTo>
                    <a:pt x="35" y="10"/>
                    <a:pt x="30" y="7"/>
                    <a:pt x="31" y="3"/>
                  </a:cubicBezTo>
                  <a:cubicBezTo>
                    <a:pt x="32" y="2"/>
                    <a:pt x="38" y="0"/>
                    <a:pt x="38"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7" name="Freeform 13"/>
            <p:cNvSpPr>
              <a:spLocks noEditPoints="1"/>
            </p:cNvSpPr>
            <p:nvPr/>
          </p:nvSpPr>
          <p:spPr bwMode="auto">
            <a:xfrm>
              <a:off x="772467" y="6252428"/>
              <a:ext cx="209486" cy="203839"/>
            </a:xfrm>
            <a:custGeom>
              <a:avLst/>
              <a:gdLst>
                <a:gd name="T0" fmla="*/ 150 w 156"/>
                <a:gd name="T1" fmla="*/ 104 h 151"/>
                <a:gd name="T2" fmla="*/ 142 w 156"/>
                <a:gd name="T3" fmla="*/ 107 h 151"/>
                <a:gd name="T4" fmla="*/ 118 w 156"/>
                <a:gd name="T5" fmla="*/ 108 h 151"/>
                <a:gd name="T6" fmla="*/ 95 w 156"/>
                <a:gd name="T7" fmla="*/ 111 h 151"/>
                <a:gd name="T8" fmla="*/ 83 w 156"/>
                <a:gd name="T9" fmla="*/ 110 h 151"/>
                <a:gd name="T10" fmla="*/ 72 w 156"/>
                <a:gd name="T11" fmla="*/ 107 h 151"/>
                <a:gd name="T12" fmla="*/ 91 w 156"/>
                <a:gd name="T13" fmla="*/ 86 h 151"/>
                <a:gd name="T14" fmla="*/ 125 w 156"/>
                <a:gd name="T15" fmla="*/ 82 h 151"/>
                <a:gd name="T16" fmla="*/ 126 w 156"/>
                <a:gd name="T17" fmla="*/ 73 h 151"/>
                <a:gd name="T18" fmla="*/ 112 w 156"/>
                <a:gd name="T19" fmla="*/ 64 h 151"/>
                <a:gd name="T20" fmla="*/ 98 w 156"/>
                <a:gd name="T21" fmla="*/ 64 h 151"/>
                <a:gd name="T22" fmla="*/ 74 w 156"/>
                <a:gd name="T23" fmla="*/ 64 h 151"/>
                <a:gd name="T24" fmla="*/ 75 w 156"/>
                <a:gd name="T25" fmla="*/ 51 h 151"/>
                <a:gd name="T26" fmla="*/ 122 w 156"/>
                <a:gd name="T27" fmla="*/ 47 h 151"/>
                <a:gd name="T28" fmla="*/ 122 w 156"/>
                <a:gd name="T29" fmla="*/ 37 h 151"/>
                <a:gd name="T30" fmla="*/ 84 w 156"/>
                <a:gd name="T31" fmla="*/ 31 h 151"/>
                <a:gd name="T32" fmla="*/ 70 w 156"/>
                <a:gd name="T33" fmla="*/ 28 h 151"/>
                <a:gd name="T34" fmla="*/ 63 w 156"/>
                <a:gd name="T35" fmla="*/ 22 h 151"/>
                <a:gd name="T36" fmla="*/ 45 w 156"/>
                <a:gd name="T37" fmla="*/ 33 h 151"/>
                <a:gd name="T38" fmla="*/ 19 w 156"/>
                <a:gd name="T39" fmla="*/ 31 h 151"/>
                <a:gd name="T40" fmla="*/ 20 w 156"/>
                <a:gd name="T41" fmla="*/ 20 h 151"/>
                <a:gd name="T42" fmla="*/ 18 w 156"/>
                <a:gd name="T43" fmla="*/ 5 h 151"/>
                <a:gd name="T44" fmla="*/ 11 w 156"/>
                <a:gd name="T45" fmla="*/ 0 h 151"/>
                <a:gd name="T46" fmla="*/ 8 w 156"/>
                <a:gd name="T47" fmla="*/ 27 h 151"/>
                <a:gd name="T48" fmla="*/ 8 w 156"/>
                <a:gd name="T49" fmla="*/ 41 h 151"/>
                <a:gd name="T50" fmla="*/ 5 w 156"/>
                <a:gd name="T51" fmla="*/ 68 h 151"/>
                <a:gd name="T52" fmla="*/ 5 w 156"/>
                <a:gd name="T53" fmla="*/ 82 h 151"/>
                <a:gd name="T54" fmla="*/ 1 w 156"/>
                <a:gd name="T55" fmla="*/ 119 h 151"/>
                <a:gd name="T56" fmla="*/ 5 w 156"/>
                <a:gd name="T57" fmla="*/ 150 h 151"/>
                <a:gd name="T58" fmla="*/ 11 w 156"/>
                <a:gd name="T59" fmla="*/ 148 h 151"/>
                <a:gd name="T60" fmla="*/ 13 w 156"/>
                <a:gd name="T61" fmla="*/ 143 h 151"/>
                <a:gd name="T62" fmla="*/ 25 w 156"/>
                <a:gd name="T63" fmla="*/ 137 h 151"/>
                <a:gd name="T64" fmla="*/ 39 w 156"/>
                <a:gd name="T65" fmla="*/ 134 h 151"/>
                <a:gd name="T66" fmla="*/ 58 w 156"/>
                <a:gd name="T67" fmla="*/ 134 h 151"/>
                <a:gd name="T68" fmla="*/ 82 w 156"/>
                <a:gd name="T69" fmla="*/ 135 h 151"/>
                <a:gd name="T70" fmla="*/ 113 w 156"/>
                <a:gd name="T71" fmla="*/ 142 h 151"/>
                <a:gd name="T72" fmla="*/ 131 w 156"/>
                <a:gd name="T73" fmla="*/ 147 h 151"/>
                <a:gd name="T74" fmla="*/ 147 w 156"/>
                <a:gd name="T75" fmla="*/ 143 h 151"/>
                <a:gd name="T76" fmla="*/ 153 w 156"/>
                <a:gd name="T77" fmla="*/ 133 h 151"/>
                <a:gd name="T78" fmla="*/ 56 w 156"/>
                <a:gd name="T79" fmla="*/ 109 h 151"/>
                <a:gd name="T80" fmla="*/ 46 w 156"/>
                <a:gd name="T81" fmla="*/ 112 h 151"/>
                <a:gd name="T82" fmla="*/ 20 w 156"/>
                <a:gd name="T83" fmla="*/ 114 h 151"/>
                <a:gd name="T84" fmla="*/ 28 w 156"/>
                <a:gd name="T85" fmla="*/ 92 h 151"/>
                <a:gd name="T86" fmla="*/ 44 w 156"/>
                <a:gd name="T87" fmla="*/ 87 h 151"/>
                <a:gd name="T88" fmla="*/ 60 w 156"/>
                <a:gd name="T89" fmla="*/ 60 h 151"/>
                <a:gd name="T90" fmla="*/ 43 w 156"/>
                <a:gd name="T91" fmla="*/ 67 h 151"/>
                <a:gd name="T92" fmla="*/ 20 w 156"/>
                <a:gd name="T93" fmla="*/ 71 h 151"/>
                <a:gd name="T94" fmla="*/ 46 w 156"/>
                <a:gd name="T95" fmla="*/ 51 h 151"/>
                <a:gd name="T96" fmla="*/ 59 w 156"/>
                <a:gd name="T97" fmla="*/ 4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151">
                  <a:moveTo>
                    <a:pt x="156" y="123"/>
                  </a:moveTo>
                  <a:cubicBezTo>
                    <a:pt x="156" y="122"/>
                    <a:pt x="155" y="117"/>
                    <a:pt x="155" y="117"/>
                  </a:cubicBezTo>
                  <a:cubicBezTo>
                    <a:pt x="154" y="115"/>
                    <a:pt x="149" y="107"/>
                    <a:pt x="150" y="104"/>
                  </a:cubicBezTo>
                  <a:cubicBezTo>
                    <a:pt x="149" y="103"/>
                    <a:pt x="149" y="103"/>
                    <a:pt x="147" y="103"/>
                  </a:cubicBezTo>
                  <a:cubicBezTo>
                    <a:pt x="147" y="105"/>
                    <a:pt x="145" y="106"/>
                    <a:pt x="143" y="108"/>
                  </a:cubicBezTo>
                  <a:cubicBezTo>
                    <a:pt x="142" y="108"/>
                    <a:pt x="142" y="108"/>
                    <a:pt x="142" y="107"/>
                  </a:cubicBezTo>
                  <a:cubicBezTo>
                    <a:pt x="142" y="106"/>
                    <a:pt x="141" y="106"/>
                    <a:pt x="141" y="106"/>
                  </a:cubicBezTo>
                  <a:cubicBezTo>
                    <a:pt x="139" y="109"/>
                    <a:pt x="123" y="105"/>
                    <a:pt x="120" y="109"/>
                  </a:cubicBezTo>
                  <a:cubicBezTo>
                    <a:pt x="119" y="109"/>
                    <a:pt x="119" y="109"/>
                    <a:pt x="118" y="108"/>
                  </a:cubicBezTo>
                  <a:cubicBezTo>
                    <a:pt x="115" y="110"/>
                    <a:pt x="105" y="112"/>
                    <a:pt x="103" y="110"/>
                  </a:cubicBezTo>
                  <a:cubicBezTo>
                    <a:pt x="103" y="110"/>
                    <a:pt x="102" y="111"/>
                    <a:pt x="102" y="111"/>
                  </a:cubicBezTo>
                  <a:cubicBezTo>
                    <a:pt x="102" y="110"/>
                    <a:pt x="96" y="111"/>
                    <a:pt x="95" y="111"/>
                  </a:cubicBezTo>
                  <a:cubicBezTo>
                    <a:pt x="94" y="110"/>
                    <a:pt x="89" y="110"/>
                    <a:pt x="88" y="110"/>
                  </a:cubicBezTo>
                  <a:cubicBezTo>
                    <a:pt x="87" y="110"/>
                    <a:pt x="87" y="111"/>
                    <a:pt x="86" y="111"/>
                  </a:cubicBezTo>
                  <a:cubicBezTo>
                    <a:pt x="85" y="111"/>
                    <a:pt x="84" y="110"/>
                    <a:pt x="83" y="110"/>
                  </a:cubicBezTo>
                  <a:cubicBezTo>
                    <a:pt x="83" y="110"/>
                    <a:pt x="82" y="111"/>
                    <a:pt x="81" y="111"/>
                  </a:cubicBezTo>
                  <a:cubicBezTo>
                    <a:pt x="81" y="111"/>
                    <a:pt x="81" y="111"/>
                    <a:pt x="80" y="111"/>
                  </a:cubicBezTo>
                  <a:cubicBezTo>
                    <a:pt x="78" y="109"/>
                    <a:pt x="75" y="109"/>
                    <a:pt x="72" y="107"/>
                  </a:cubicBezTo>
                  <a:cubicBezTo>
                    <a:pt x="74" y="101"/>
                    <a:pt x="76" y="97"/>
                    <a:pt x="75" y="89"/>
                  </a:cubicBezTo>
                  <a:cubicBezTo>
                    <a:pt x="76" y="89"/>
                    <a:pt x="76" y="88"/>
                    <a:pt x="77" y="87"/>
                  </a:cubicBezTo>
                  <a:cubicBezTo>
                    <a:pt x="78" y="87"/>
                    <a:pt x="90" y="86"/>
                    <a:pt x="91" y="86"/>
                  </a:cubicBezTo>
                  <a:cubicBezTo>
                    <a:pt x="97" y="87"/>
                    <a:pt x="109" y="90"/>
                    <a:pt x="113" y="87"/>
                  </a:cubicBezTo>
                  <a:cubicBezTo>
                    <a:pt x="115" y="87"/>
                    <a:pt x="117" y="88"/>
                    <a:pt x="119" y="88"/>
                  </a:cubicBezTo>
                  <a:cubicBezTo>
                    <a:pt x="121" y="87"/>
                    <a:pt x="124" y="84"/>
                    <a:pt x="125" y="82"/>
                  </a:cubicBezTo>
                  <a:cubicBezTo>
                    <a:pt x="126" y="80"/>
                    <a:pt x="124" y="77"/>
                    <a:pt x="126" y="76"/>
                  </a:cubicBezTo>
                  <a:cubicBezTo>
                    <a:pt x="125" y="75"/>
                    <a:pt x="126" y="75"/>
                    <a:pt x="125" y="75"/>
                  </a:cubicBezTo>
                  <a:cubicBezTo>
                    <a:pt x="125" y="74"/>
                    <a:pt x="125" y="73"/>
                    <a:pt x="126" y="73"/>
                  </a:cubicBezTo>
                  <a:cubicBezTo>
                    <a:pt x="128" y="70"/>
                    <a:pt x="118" y="66"/>
                    <a:pt x="117" y="65"/>
                  </a:cubicBezTo>
                  <a:cubicBezTo>
                    <a:pt x="117" y="65"/>
                    <a:pt x="117" y="65"/>
                    <a:pt x="117" y="65"/>
                  </a:cubicBezTo>
                  <a:cubicBezTo>
                    <a:pt x="116" y="65"/>
                    <a:pt x="113" y="64"/>
                    <a:pt x="112" y="64"/>
                  </a:cubicBezTo>
                  <a:cubicBezTo>
                    <a:pt x="100" y="64"/>
                    <a:pt x="100" y="64"/>
                    <a:pt x="100" y="64"/>
                  </a:cubicBezTo>
                  <a:cubicBezTo>
                    <a:pt x="100" y="64"/>
                    <a:pt x="99" y="64"/>
                    <a:pt x="99" y="64"/>
                  </a:cubicBezTo>
                  <a:cubicBezTo>
                    <a:pt x="98" y="64"/>
                    <a:pt x="99" y="64"/>
                    <a:pt x="98" y="64"/>
                  </a:cubicBezTo>
                  <a:cubicBezTo>
                    <a:pt x="88" y="63"/>
                    <a:pt x="88" y="63"/>
                    <a:pt x="88" y="63"/>
                  </a:cubicBezTo>
                  <a:cubicBezTo>
                    <a:pt x="87" y="64"/>
                    <a:pt x="84" y="65"/>
                    <a:pt x="83" y="65"/>
                  </a:cubicBezTo>
                  <a:cubicBezTo>
                    <a:pt x="80" y="66"/>
                    <a:pt x="78" y="64"/>
                    <a:pt x="74" y="64"/>
                  </a:cubicBezTo>
                  <a:cubicBezTo>
                    <a:pt x="73" y="61"/>
                    <a:pt x="71" y="60"/>
                    <a:pt x="73" y="57"/>
                  </a:cubicBezTo>
                  <a:cubicBezTo>
                    <a:pt x="73" y="56"/>
                    <a:pt x="73" y="55"/>
                    <a:pt x="73" y="54"/>
                  </a:cubicBezTo>
                  <a:cubicBezTo>
                    <a:pt x="74" y="53"/>
                    <a:pt x="75" y="52"/>
                    <a:pt x="75" y="51"/>
                  </a:cubicBezTo>
                  <a:cubicBezTo>
                    <a:pt x="77" y="51"/>
                    <a:pt x="83" y="50"/>
                    <a:pt x="84" y="50"/>
                  </a:cubicBezTo>
                  <a:cubicBezTo>
                    <a:pt x="90" y="53"/>
                    <a:pt x="116" y="51"/>
                    <a:pt x="122" y="48"/>
                  </a:cubicBezTo>
                  <a:cubicBezTo>
                    <a:pt x="121" y="48"/>
                    <a:pt x="122" y="47"/>
                    <a:pt x="122" y="47"/>
                  </a:cubicBezTo>
                  <a:cubicBezTo>
                    <a:pt x="124" y="44"/>
                    <a:pt x="123" y="42"/>
                    <a:pt x="124" y="39"/>
                  </a:cubicBezTo>
                  <a:cubicBezTo>
                    <a:pt x="124" y="39"/>
                    <a:pt x="124" y="39"/>
                    <a:pt x="124" y="39"/>
                  </a:cubicBezTo>
                  <a:cubicBezTo>
                    <a:pt x="123" y="38"/>
                    <a:pt x="122" y="38"/>
                    <a:pt x="122" y="37"/>
                  </a:cubicBezTo>
                  <a:cubicBezTo>
                    <a:pt x="121" y="36"/>
                    <a:pt x="122" y="35"/>
                    <a:pt x="121" y="34"/>
                  </a:cubicBezTo>
                  <a:cubicBezTo>
                    <a:pt x="118" y="33"/>
                    <a:pt x="112" y="34"/>
                    <a:pt x="110" y="33"/>
                  </a:cubicBezTo>
                  <a:cubicBezTo>
                    <a:pt x="105" y="30"/>
                    <a:pt x="87" y="30"/>
                    <a:pt x="84" y="31"/>
                  </a:cubicBezTo>
                  <a:cubicBezTo>
                    <a:pt x="79" y="33"/>
                    <a:pt x="76" y="31"/>
                    <a:pt x="73" y="31"/>
                  </a:cubicBezTo>
                  <a:cubicBezTo>
                    <a:pt x="72" y="30"/>
                    <a:pt x="71" y="29"/>
                    <a:pt x="70" y="29"/>
                  </a:cubicBezTo>
                  <a:cubicBezTo>
                    <a:pt x="70" y="29"/>
                    <a:pt x="70" y="29"/>
                    <a:pt x="70" y="28"/>
                  </a:cubicBezTo>
                  <a:cubicBezTo>
                    <a:pt x="69" y="27"/>
                    <a:pt x="68" y="26"/>
                    <a:pt x="68" y="24"/>
                  </a:cubicBezTo>
                  <a:cubicBezTo>
                    <a:pt x="67" y="23"/>
                    <a:pt x="66" y="22"/>
                    <a:pt x="65" y="22"/>
                  </a:cubicBezTo>
                  <a:cubicBezTo>
                    <a:pt x="64" y="22"/>
                    <a:pt x="64" y="22"/>
                    <a:pt x="63" y="22"/>
                  </a:cubicBezTo>
                  <a:cubicBezTo>
                    <a:pt x="62" y="24"/>
                    <a:pt x="59" y="27"/>
                    <a:pt x="57" y="30"/>
                  </a:cubicBezTo>
                  <a:cubicBezTo>
                    <a:pt x="58" y="31"/>
                    <a:pt x="53" y="32"/>
                    <a:pt x="52" y="32"/>
                  </a:cubicBezTo>
                  <a:cubicBezTo>
                    <a:pt x="51" y="31"/>
                    <a:pt x="47" y="33"/>
                    <a:pt x="45" y="33"/>
                  </a:cubicBezTo>
                  <a:cubicBezTo>
                    <a:pt x="45" y="32"/>
                    <a:pt x="42" y="32"/>
                    <a:pt x="41" y="33"/>
                  </a:cubicBezTo>
                  <a:cubicBezTo>
                    <a:pt x="36" y="34"/>
                    <a:pt x="27" y="35"/>
                    <a:pt x="23" y="35"/>
                  </a:cubicBezTo>
                  <a:cubicBezTo>
                    <a:pt x="23" y="34"/>
                    <a:pt x="20" y="31"/>
                    <a:pt x="19" y="31"/>
                  </a:cubicBezTo>
                  <a:cubicBezTo>
                    <a:pt x="19" y="30"/>
                    <a:pt x="19" y="29"/>
                    <a:pt x="19" y="28"/>
                  </a:cubicBezTo>
                  <a:cubicBezTo>
                    <a:pt x="20" y="25"/>
                    <a:pt x="20" y="23"/>
                    <a:pt x="20" y="20"/>
                  </a:cubicBezTo>
                  <a:cubicBezTo>
                    <a:pt x="20" y="21"/>
                    <a:pt x="20" y="20"/>
                    <a:pt x="20" y="20"/>
                  </a:cubicBezTo>
                  <a:cubicBezTo>
                    <a:pt x="20" y="19"/>
                    <a:pt x="21" y="16"/>
                    <a:pt x="21" y="14"/>
                  </a:cubicBezTo>
                  <a:cubicBezTo>
                    <a:pt x="20" y="13"/>
                    <a:pt x="20" y="13"/>
                    <a:pt x="19" y="12"/>
                  </a:cubicBezTo>
                  <a:cubicBezTo>
                    <a:pt x="18" y="9"/>
                    <a:pt x="19" y="7"/>
                    <a:pt x="18" y="5"/>
                  </a:cubicBezTo>
                  <a:cubicBezTo>
                    <a:pt x="18" y="5"/>
                    <a:pt x="18" y="5"/>
                    <a:pt x="18" y="5"/>
                  </a:cubicBezTo>
                  <a:cubicBezTo>
                    <a:pt x="17" y="4"/>
                    <a:pt x="14" y="2"/>
                    <a:pt x="13" y="0"/>
                  </a:cubicBezTo>
                  <a:cubicBezTo>
                    <a:pt x="12" y="0"/>
                    <a:pt x="12" y="0"/>
                    <a:pt x="11" y="0"/>
                  </a:cubicBezTo>
                  <a:cubicBezTo>
                    <a:pt x="10" y="2"/>
                    <a:pt x="12" y="5"/>
                    <a:pt x="11" y="8"/>
                  </a:cubicBezTo>
                  <a:cubicBezTo>
                    <a:pt x="8" y="13"/>
                    <a:pt x="8" y="19"/>
                    <a:pt x="7" y="24"/>
                  </a:cubicBezTo>
                  <a:cubicBezTo>
                    <a:pt x="7" y="25"/>
                    <a:pt x="8" y="26"/>
                    <a:pt x="8" y="27"/>
                  </a:cubicBezTo>
                  <a:cubicBezTo>
                    <a:pt x="8" y="27"/>
                    <a:pt x="8" y="32"/>
                    <a:pt x="8" y="32"/>
                  </a:cubicBezTo>
                  <a:cubicBezTo>
                    <a:pt x="8" y="32"/>
                    <a:pt x="8" y="33"/>
                    <a:pt x="8" y="34"/>
                  </a:cubicBezTo>
                  <a:cubicBezTo>
                    <a:pt x="7" y="37"/>
                    <a:pt x="8" y="39"/>
                    <a:pt x="8" y="41"/>
                  </a:cubicBezTo>
                  <a:cubicBezTo>
                    <a:pt x="9" y="44"/>
                    <a:pt x="7" y="46"/>
                    <a:pt x="7" y="48"/>
                  </a:cubicBezTo>
                  <a:cubicBezTo>
                    <a:pt x="6" y="50"/>
                    <a:pt x="8" y="54"/>
                    <a:pt x="7" y="55"/>
                  </a:cubicBezTo>
                  <a:cubicBezTo>
                    <a:pt x="5" y="60"/>
                    <a:pt x="6" y="64"/>
                    <a:pt x="5" y="68"/>
                  </a:cubicBezTo>
                  <a:cubicBezTo>
                    <a:pt x="6" y="69"/>
                    <a:pt x="6" y="70"/>
                    <a:pt x="6" y="71"/>
                  </a:cubicBezTo>
                  <a:cubicBezTo>
                    <a:pt x="6" y="71"/>
                    <a:pt x="6" y="71"/>
                    <a:pt x="6" y="71"/>
                  </a:cubicBezTo>
                  <a:cubicBezTo>
                    <a:pt x="5" y="74"/>
                    <a:pt x="4" y="79"/>
                    <a:pt x="5" y="82"/>
                  </a:cubicBezTo>
                  <a:cubicBezTo>
                    <a:pt x="5" y="90"/>
                    <a:pt x="3" y="97"/>
                    <a:pt x="5" y="100"/>
                  </a:cubicBezTo>
                  <a:cubicBezTo>
                    <a:pt x="5" y="102"/>
                    <a:pt x="2" y="106"/>
                    <a:pt x="2" y="108"/>
                  </a:cubicBezTo>
                  <a:cubicBezTo>
                    <a:pt x="3" y="113"/>
                    <a:pt x="1" y="118"/>
                    <a:pt x="1" y="119"/>
                  </a:cubicBezTo>
                  <a:cubicBezTo>
                    <a:pt x="0" y="126"/>
                    <a:pt x="1" y="139"/>
                    <a:pt x="2" y="142"/>
                  </a:cubicBezTo>
                  <a:cubicBezTo>
                    <a:pt x="2" y="142"/>
                    <a:pt x="4" y="144"/>
                    <a:pt x="4" y="144"/>
                  </a:cubicBezTo>
                  <a:cubicBezTo>
                    <a:pt x="5" y="145"/>
                    <a:pt x="4" y="148"/>
                    <a:pt x="5" y="150"/>
                  </a:cubicBezTo>
                  <a:cubicBezTo>
                    <a:pt x="5" y="150"/>
                    <a:pt x="6" y="150"/>
                    <a:pt x="6" y="151"/>
                  </a:cubicBezTo>
                  <a:cubicBezTo>
                    <a:pt x="7" y="151"/>
                    <a:pt x="8" y="150"/>
                    <a:pt x="10" y="150"/>
                  </a:cubicBezTo>
                  <a:cubicBezTo>
                    <a:pt x="10" y="149"/>
                    <a:pt x="11" y="149"/>
                    <a:pt x="11" y="148"/>
                  </a:cubicBezTo>
                  <a:cubicBezTo>
                    <a:pt x="11" y="147"/>
                    <a:pt x="11" y="146"/>
                    <a:pt x="11" y="145"/>
                  </a:cubicBezTo>
                  <a:cubicBezTo>
                    <a:pt x="11" y="145"/>
                    <a:pt x="11" y="145"/>
                    <a:pt x="11" y="145"/>
                  </a:cubicBezTo>
                  <a:cubicBezTo>
                    <a:pt x="12" y="144"/>
                    <a:pt x="13" y="144"/>
                    <a:pt x="13" y="143"/>
                  </a:cubicBezTo>
                  <a:cubicBezTo>
                    <a:pt x="14" y="142"/>
                    <a:pt x="13" y="141"/>
                    <a:pt x="14" y="141"/>
                  </a:cubicBezTo>
                  <a:cubicBezTo>
                    <a:pt x="15" y="138"/>
                    <a:pt x="21" y="139"/>
                    <a:pt x="21" y="139"/>
                  </a:cubicBezTo>
                  <a:cubicBezTo>
                    <a:pt x="23" y="138"/>
                    <a:pt x="24" y="137"/>
                    <a:pt x="25" y="137"/>
                  </a:cubicBezTo>
                  <a:cubicBezTo>
                    <a:pt x="26" y="137"/>
                    <a:pt x="27" y="138"/>
                    <a:pt x="28" y="137"/>
                  </a:cubicBezTo>
                  <a:cubicBezTo>
                    <a:pt x="30" y="136"/>
                    <a:pt x="32" y="135"/>
                    <a:pt x="33" y="134"/>
                  </a:cubicBezTo>
                  <a:cubicBezTo>
                    <a:pt x="35" y="134"/>
                    <a:pt x="38" y="134"/>
                    <a:pt x="39" y="134"/>
                  </a:cubicBezTo>
                  <a:cubicBezTo>
                    <a:pt x="41" y="133"/>
                    <a:pt x="50" y="134"/>
                    <a:pt x="51" y="134"/>
                  </a:cubicBezTo>
                  <a:cubicBezTo>
                    <a:pt x="51" y="134"/>
                    <a:pt x="52" y="134"/>
                    <a:pt x="52" y="134"/>
                  </a:cubicBezTo>
                  <a:cubicBezTo>
                    <a:pt x="53" y="133"/>
                    <a:pt x="58" y="134"/>
                    <a:pt x="58" y="134"/>
                  </a:cubicBezTo>
                  <a:cubicBezTo>
                    <a:pt x="59" y="134"/>
                    <a:pt x="63" y="134"/>
                    <a:pt x="64" y="134"/>
                  </a:cubicBezTo>
                  <a:cubicBezTo>
                    <a:pt x="68" y="134"/>
                    <a:pt x="69" y="134"/>
                    <a:pt x="73" y="135"/>
                  </a:cubicBezTo>
                  <a:cubicBezTo>
                    <a:pt x="74" y="135"/>
                    <a:pt x="81" y="135"/>
                    <a:pt x="82" y="135"/>
                  </a:cubicBezTo>
                  <a:cubicBezTo>
                    <a:pt x="84" y="137"/>
                    <a:pt x="87" y="137"/>
                    <a:pt x="89" y="139"/>
                  </a:cubicBezTo>
                  <a:cubicBezTo>
                    <a:pt x="90" y="137"/>
                    <a:pt x="101" y="140"/>
                    <a:pt x="103" y="140"/>
                  </a:cubicBezTo>
                  <a:cubicBezTo>
                    <a:pt x="107" y="139"/>
                    <a:pt x="112" y="142"/>
                    <a:pt x="113" y="142"/>
                  </a:cubicBezTo>
                  <a:cubicBezTo>
                    <a:pt x="116" y="141"/>
                    <a:pt x="116" y="143"/>
                    <a:pt x="117" y="144"/>
                  </a:cubicBezTo>
                  <a:cubicBezTo>
                    <a:pt x="119" y="144"/>
                    <a:pt x="120" y="144"/>
                    <a:pt x="121" y="144"/>
                  </a:cubicBezTo>
                  <a:cubicBezTo>
                    <a:pt x="125" y="146"/>
                    <a:pt x="127" y="147"/>
                    <a:pt x="131" y="147"/>
                  </a:cubicBezTo>
                  <a:cubicBezTo>
                    <a:pt x="133" y="148"/>
                    <a:pt x="138" y="148"/>
                    <a:pt x="138" y="148"/>
                  </a:cubicBezTo>
                  <a:cubicBezTo>
                    <a:pt x="139" y="147"/>
                    <a:pt x="143" y="146"/>
                    <a:pt x="144" y="146"/>
                  </a:cubicBezTo>
                  <a:cubicBezTo>
                    <a:pt x="145" y="145"/>
                    <a:pt x="146" y="144"/>
                    <a:pt x="147" y="143"/>
                  </a:cubicBezTo>
                  <a:cubicBezTo>
                    <a:pt x="147" y="143"/>
                    <a:pt x="147" y="142"/>
                    <a:pt x="147" y="142"/>
                  </a:cubicBezTo>
                  <a:cubicBezTo>
                    <a:pt x="147" y="141"/>
                    <a:pt x="150" y="140"/>
                    <a:pt x="150" y="140"/>
                  </a:cubicBezTo>
                  <a:cubicBezTo>
                    <a:pt x="152" y="138"/>
                    <a:pt x="151" y="135"/>
                    <a:pt x="153" y="133"/>
                  </a:cubicBezTo>
                  <a:cubicBezTo>
                    <a:pt x="154" y="132"/>
                    <a:pt x="155" y="132"/>
                    <a:pt x="155" y="130"/>
                  </a:cubicBezTo>
                  <a:cubicBezTo>
                    <a:pt x="154" y="129"/>
                    <a:pt x="156" y="124"/>
                    <a:pt x="156" y="123"/>
                  </a:cubicBezTo>
                  <a:close/>
                  <a:moveTo>
                    <a:pt x="56" y="109"/>
                  </a:moveTo>
                  <a:cubicBezTo>
                    <a:pt x="54" y="111"/>
                    <a:pt x="52" y="110"/>
                    <a:pt x="49" y="111"/>
                  </a:cubicBezTo>
                  <a:cubicBezTo>
                    <a:pt x="49" y="111"/>
                    <a:pt x="48" y="111"/>
                    <a:pt x="47" y="111"/>
                  </a:cubicBezTo>
                  <a:cubicBezTo>
                    <a:pt x="47" y="111"/>
                    <a:pt x="47" y="111"/>
                    <a:pt x="46" y="112"/>
                  </a:cubicBezTo>
                  <a:cubicBezTo>
                    <a:pt x="45" y="112"/>
                    <a:pt x="43" y="112"/>
                    <a:pt x="42" y="112"/>
                  </a:cubicBezTo>
                  <a:cubicBezTo>
                    <a:pt x="40" y="112"/>
                    <a:pt x="39" y="112"/>
                    <a:pt x="37" y="112"/>
                  </a:cubicBezTo>
                  <a:cubicBezTo>
                    <a:pt x="33" y="114"/>
                    <a:pt x="25" y="114"/>
                    <a:pt x="20" y="114"/>
                  </a:cubicBezTo>
                  <a:cubicBezTo>
                    <a:pt x="20" y="114"/>
                    <a:pt x="19" y="113"/>
                    <a:pt x="19" y="112"/>
                  </a:cubicBezTo>
                  <a:cubicBezTo>
                    <a:pt x="18" y="111"/>
                    <a:pt x="18" y="98"/>
                    <a:pt x="19" y="97"/>
                  </a:cubicBezTo>
                  <a:cubicBezTo>
                    <a:pt x="19" y="97"/>
                    <a:pt x="28" y="92"/>
                    <a:pt x="28" y="92"/>
                  </a:cubicBezTo>
                  <a:cubicBezTo>
                    <a:pt x="29" y="92"/>
                    <a:pt x="29" y="92"/>
                    <a:pt x="30" y="92"/>
                  </a:cubicBezTo>
                  <a:cubicBezTo>
                    <a:pt x="31" y="91"/>
                    <a:pt x="32" y="90"/>
                    <a:pt x="34" y="89"/>
                  </a:cubicBezTo>
                  <a:cubicBezTo>
                    <a:pt x="36" y="88"/>
                    <a:pt x="42" y="89"/>
                    <a:pt x="44" y="87"/>
                  </a:cubicBezTo>
                  <a:cubicBezTo>
                    <a:pt x="48" y="88"/>
                    <a:pt x="55" y="87"/>
                    <a:pt x="59" y="89"/>
                  </a:cubicBezTo>
                  <a:cubicBezTo>
                    <a:pt x="61" y="95"/>
                    <a:pt x="59" y="107"/>
                    <a:pt x="56" y="109"/>
                  </a:cubicBezTo>
                  <a:close/>
                  <a:moveTo>
                    <a:pt x="60" y="60"/>
                  </a:moveTo>
                  <a:cubicBezTo>
                    <a:pt x="60" y="62"/>
                    <a:pt x="60" y="64"/>
                    <a:pt x="59" y="64"/>
                  </a:cubicBezTo>
                  <a:cubicBezTo>
                    <a:pt x="57" y="66"/>
                    <a:pt x="53" y="68"/>
                    <a:pt x="49" y="67"/>
                  </a:cubicBezTo>
                  <a:cubicBezTo>
                    <a:pt x="48" y="67"/>
                    <a:pt x="45" y="67"/>
                    <a:pt x="43" y="67"/>
                  </a:cubicBezTo>
                  <a:cubicBezTo>
                    <a:pt x="42" y="67"/>
                    <a:pt x="40" y="68"/>
                    <a:pt x="39" y="68"/>
                  </a:cubicBezTo>
                  <a:cubicBezTo>
                    <a:pt x="38" y="68"/>
                    <a:pt x="37" y="68"/>
                    <a:pt x="36" y="68"/>
                  </a:cubicBezTo>
                  <a:cubicBezTo>
                    <a:pt x="29" y="70"/>
                    <a:pt x="27" y="71"/>
                    <a:pt x="20" y="71"/>
                  </a:cubicBezTo>
                  <a:cubicBezTo>
                    <a:pt x="15" y="59"/>
                    <a:pt x="24" y="56"/>
                    <a:pt x="33" y="51"/>
                  </a:cubicBezTo>
                  <a:cubicBezTo>
                    <a:pt x="35" y="50"/>
                    <a:pt x="38" y="52"/>
                    <a:pt x="40" y="52"/>
                  </a:cubicBezTo>
                  <a:cubicBezTo>
                    <a:pt x="42" y="51"/>
                    <a:pt x="44" y="52"/>
                    <a:pt x="46" y="51"/>
                  </a:cubicBezTo>
                  <a:cubicBezTo>
                    <a:pt x="47" y="51"/>
                    <a:pt x="49" y="49"/>
                    <a:pt x="50" y="49"/>
                  </a:cubicBezTo>
                  <a:cubicBezTo>
                    <a:pt x="51" y="48"/>
                    <a:pt x="53" y="49"/>
                    <a:pt x="54" y="48"/>
                  </a:cubicBezTo>
                  <a:cubicBezTo>
                    <a:pt x="56" y="48"/>
                    <a:pt x="57" y="49"/>
                    <a:pt x="59" y="49"/>
                  </a:cubicBezTo>
                  <a:cubicBezTo>
                    <a:pt x="62" y="52"/>
                    <a:pt x="61" y="55"/>
                    <a:pt x="60" y="6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8" name="Freeform 14"/>
            <p:cNvSpPr>
              <a:spLocks noEditPoints="1"/>
            </p:cNvSpPr>
            <p:nvPr/>
          </p:nvSpPr>
          <p:spPr bwMode="auto">
            <a:xfrm>
              <a:off x="1879184" y="6167731"/>
              <a:ext cx="368717" cy="153585"/>
            </a:xfrm>
            <a:custGeom>
              <a:avLst/>
              <a:gdLst>
                <a:gd name="T0" fmla="*/ 262 w 275"/>
                <a:gd name="T1" fmla="*/ 71 h 114"/>
                <a:gd name="T2" fmla="*/ 242 w 275"/>
                <a:gd name="T3" fmla="*/ 70 h 114"/>
                <a:gd name="T4" fmla="*/ 227 w 275"/>
                <a:gd name="T5" fmla="*/ 69 h 114"/>
                <a:gd name="T6" fmla="*/ 178 w 275"/>
                <a:gd name="T7" fmla="*/ 63 h 114"/>
                <a:gd name="T8" fmla="*/ 186 w 275"/>
                <a:gd name="T9" fmla="*/ 34 h 114"/>
                <a:gd name="T10" fmla="*/ 121 w 275"/>
                <a:gd name="T11" fmla="*/ 40 h 114"/>
                <a:gd name="T12" fmla="*/ 96 w 275"/>
                <a:gd name="T13" fmla="*/ 36 h 114"/>
                <a:gd name="T14" fmla="*/ 104 w 275"/>
                <a:gd name="T15" fmla="*/ 28 h 114"/>
                <a:gd name="T16" fmla="*/ 126 w 275"/>
                <a:gd name="T17" fmla="*/ 32 h 114"/>
                <a:gd name="T18" fmla="*/ 144 w 275"/>
                <a:gd name="T19" fmla="*/ 31 h 114"/>
                <a:gd name="T20" fmla="*/ 178 w 275"/>
                <a:gd name="T21" fmla="*/ 29 h 114"/>
                <a:gd name="T22" fmla="*/ 208 w 275"/>
                <a:gd name="T23" fmla="*/ 40 h 114"/>
                <a:gd name="T24" fmla="*/ 229 w 275"/>
                <a:gd name="T25" fmla="*/ 34 h 114"/>
                <a:gd name="T26" fmla="*/ 217 w 275"/>
                <a:gd name="T27" fmla="*/ 20 h 114"/>
                <a:gd name="T28" fmla="*/ 198 w 275"/>
                <a:gd name="T29" fmla="*/ 17 h 114"/>
                <a:gd name="T30" fmla="*/ 161 w 275"/>
                <a:gd name="T31" fmla="*/ 15 h 114"/>
                <a:gd name="T32" fmla="*/ 146 w 275"/>
                <a:gd name="T33" fmla="*/ 9 h 114"/>
                <a:gd name="T34" fmla="*/ 118 w 275"/>
                <a:gd name="T35" fmla="*/ 1 h 114"/>
                <a:gd name="T36" fmla="*/ 96 w 275"/>
                <a:gd name="T37" fmla="*/ 15 h 114"/>
                <a:gd name="T38" fmla="*/ 56 w 275"/>
                <a:gd name="T39" fmla="*/ 19 h 114"/>
                <a:gd name="T40" fmla="*/ 40 w 275"/>
                <a:gd name="T41" fmla="*/ 32 h 114"/>
                <a:gd name="T42" fmla="*/ 30 w 275"/>
                <a:gd name="T43" fmla="*/ 53 h 114"/>
                <a:gd name="T44" fmla="*/ 36 w 275"/>
                <a:gd name="T45" fmla="*/ 63 h 114"/>
                <a:gd name="T46" fmla="*/ 50 w 275"/>
                <a:gd name="T47" fmla="*/ 61 h 114"/>
                <a:gd name="T48" fmla="*/ 58 w 275"/>
                <a:gd name="T49" fmla="*/ 34 h 114"/>
                <a:gd name="T50" fmla="*/ 87 w 275"/>
                <a:gd name="T51" fmla="*/ 54 h 114"/>
                <a:gd name="T52" fmla="*/ 52 w 275"/>
                <a:gd name="T53" fmla="*/ 69 h 114"/>
                <a:gd name="T54" fmla="*/ 0 w 275"/>
                <a:gd name="T55" fmla="*/ 80 h 114"/>
                <a:gd name="T56" fmla="*/ 46 w 275"/>
                <a:gd name="T57" fmla="*/ 86 h 114"/>
                <a:gd name="T58" fmla="*/ 56 w 275"/>
                <a:gd name="T59" fmla="*/ 97 h 114"/>
                <a:gd name="T60" fmla="*/ 49 w 275"/>
                <a:gd name="T61" fmla="*/ 113 h 114"/>
                <a:gd name="T62" fmla="*/ 73 w 275"/>
                <a:gd name="T63" fmla="*/ 98 h 114"/>
                <a:gd name="T64" fmla="*/ 112 w 275"/>
                <a:gd name="T65" fmla="*/ 98 h 114"/>
                <a:gd name="T66" fmla="*/ 150 w 275"/>
                <a:gd name="T67" fmla="*/ 99 h 114"/>
                <a:gd name="T68" fmla="*/ 175 w 275"/>
                <a:gd name="T69" fmla="*/ 100 h 114"/>
                <a:gd name="T70" fmla="*/ 213 w 275"/>
                <a:gd name="T71" fmla="*/ 103 h 114"/>
                <a:gd name="T72" fmla="*/ 185 w 275"/>
                <a:gd name="T73" fmla="*/ 88 h 114"/>
                <a:gd name="T74" fmla="*/ 189 w 275"/>
                <a:gd name="T75" fmla="*/ 78 h 114"/>
                <a:gd name="T76" fmla="*/ 215 w 275"/>
                <a:gd name="T77" fmla="*/ 83 h 114"/>
                <a:gd name="T78" fmla="*/ 232 w 275"/>
                <a:gd name="T79" fmla="*/ 89 h 114"/>
                <a:gd name="T80" fmla="*/ 259 w 275"/>
                <a:gd name="T81" fmla="*/ 91 h 114"/>
                <a:gd name="T82" fmla="*/ 273 w 275"/>
                <a:gd name="T83" fmla="*/ 80 h 114"/>
                <a:gd name="T84" fmla="*/ 115 w 275"/>
                <a:gd name="T85" fmla="*/ 80 h 114"/>
                <a:gd name="T86" fmla="*/ 91 w 275"/>
                <a:gd name="T87" fmla="*/ 88 h 114"/>
                <a:gd name="T88" fmla="*/ 85 w 275"/>
                <a:gd name="T89" fmla="*/ 80 h 114"/>
                <a:gd name="T90" fmla="*/ 114 w 275"/>
                <a:gd name="T91" fmla="*/ 74 h 114"/>
                <a:gd name="T92" fmla="*/ 125 w 275"/>
                <a:gd name="T93" fmla="*/ 60 h 114"/>
                <a:gd name="T94" fmla="*/ 98 w 275"/>
                <a:gd name="T95" fmla="*/ 63 h 114"/>
                <a:gd name="T96" fmla="*/ 118 w 275"/>
                <a:gd name="T97" fmla="*/ 52 h 114"/>
                <a:gd name="T98" fmla="*/ 125 w 275"/>
                <a:gd name="T99" fmla="*/ 60 h 114"/>
                <a:gd name="T100" fmla="*/ 150 w 275"/>
                <a:gd name="T101" fmla="*/ 84 h 114"/>
                <a:gd name="T102" fmla="*/ 132 w 275"/>
                <a:gd name="T103" fmla="*/ 76 h 114"/>
                <a:gd name="T104" fmla="*/ 161 w 275"/>
                <a:gd name="T105" fmla="*/ 75 h 114"/>
                <a:gd name="T106" fmla="*/ 140 w 275"/>
                <a:gd name="T107" fmla="*/ 61 h 114"/>
                <a:gd name="T108" fmla="*/ 167 w 275"/>
                <a:gd name="T109" fmla="*/ 5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5" h="114">
                  <a:moveTo>
                    <a:pt x="271" y="73"/>
                  </a:moveTo>
                  <a:cubicBezTo>
                    <a:pt x="271" y="73"/>
                    <a:pt x="271" y="73"/>
                    <a:pt x="270" y="72"/>
                  </a:cubicBezTo>
                  <a:cubicBezTo>
                    <a:pt x="270" y="72"/>
                    <a:pt x="267" y="73"/>
                    <a:pt x="267" y="74"/>
                  </a:cubicBezTo>
                  <a:cubicBezTo>
                    <a:pt x="265" y="73"/>
                    <a:pt x="263" y="72"/>
                    <a:pt x="262" y="71"/>
                  </a:cubicBezTo>
                  <a:cubicBezTo>
                    <a:pt x="261" y="71"/>
                    <a:pt x="261" y="71"/>
                    <a:pt x="261" y="71"/>
                  </a:cubicBezTo>
                  <a:cubicBezTo>
                    <a:pt x="259" y="72"/>
                    <a:pt x="252" y="68"/>
                    <a:pt x="251" y="68"/>
                  </a:cubicBezTo>
                  <a:cubicBezTo>
                    <a:pt x="249" y="69"/>
                    <a:pt x="247" y="70"/>
                    <a:pt x="244" y="70"/>
                  </a:cubicBezTo>
                  <a:cubicBezTo>
                    <a:pt x="244" y="69"/>
                    <a:pt x="243" y="71"/>
                    <a:pt x="242" y="70"/>
                  </a:cubicBezTo>
                  <a:cubicBezTo>
                    <a:pt x="241" y="70"/>
                    <a:pt x="238" y="68"/>
                    <a:pt x="236" y="68"/>
                  </a:cubicBezTo>
                  <a:cubicBezTo>
                    <a:pt x="235" y="69"/>
                    <a:pt x="234" y="69"/>
                    <a:pt x="233" y="70"/>
                  </a:cubicBezTo>
                  <a:cubicBezTo>
                    <a:pt x="233" y="70"/>
                    <a:pt x="232" y="69"/>
                    <a:pt x="232" y="69"/>
                  </a:cubicBezTo>
                  <a:cubicBezTo>
                    <a:pt x="231" y="68"/>
                    <a:pt x="229" y="70"/>
                    <a:pt x="227" y="69"/>
                  </a:cubicBezTo>
                  <a:cubicBezTo>
                    <a:pt x="222" y="66"/>
                    <a:pt x="216" y="68"/>
                    <a:pt x="209" y="68"/>
                  </a:cubicBezTo>
                  <a:cubicBezTo>
                    <a:pt x="207" y="66"/>
                    <a:pt x="203" y="68"/>
                    <a:pt x="202" y="67"/>
                  </a:cubicBezTo>
                  <a:cubicBezTo>
                    <a:pt x="198" y="64"/>
                    <a:pt x="190" y="67"/>
                    <a:pt x="185" y="64"/>
                  </a:cubicBezTo>
                  <a:cubicBezTo>
                    <a:pt x="183" y="66"/>
                    <a:pt x="178" y="63"/>
                    <a:pt x="178" y="63"/>
                  </a:cubicBezTo>
                  <a:cubicBezTo>
                    <a:pt x="176" y="63"/>
                    <a:pt x="177" y="60"/>
                    <a:pt x="178" y="58"/>
                  </a:cubicBezTo>
                  <a:cubicBezTo>
                    <a:pt x="179" y="56"/>
                    <a:pt x="190" y="48"/>
                    <a:pt x="192" y="48"/>
                  </a:cubicBezTo>
                  <a:cubicBezTo>
                    <a:pt x="193" y="45"/>
                    <a:pt x="193" y="38"/>
                    <a:pt x="190" y="36"/>
                  </a:cubicBezTo>
                  <a:cubicBezTo>
                    <a:pt x="189" y="35"/>
                    <a:pt x="186" y="34"/>
                    <a:pt x="186" y="34"/>
                  </a:cubicBezTo>
                  <a:cubicBezTo>
                    <a:pt x="185" y="34"/>
                    <a:pt x="174" y="39"/>
                    <a:pt x="174" y="40"/>
                  </a:cubicBezTo>
                  <a:cubicBezTo>
                    <a:pt x="163" y="39"/>
                    <a:pt x="149" y="41"/>
                    <a:pt x="141" y="40"/>
                  </a:cubicBezTo>
                  <a:cubicBezTo>
                    <a:pt x="138" y="39"/>
                    <a:pt x="129" y="41"/>
                    <a:pt x="127" y="40"/>
                  </a:cubicBezTo>
                  <a:cubicBezTo>
                    <a:pt x="125" y="40"/>
                    <a:pt x="123" y="40"/>
                    <a:pt x="121" y="40"/>
                  </a:cubicBezTo>
                  <a:cubicBezTo>
                    <a:pt x="120" y="40"/>
                    <a:pt x="118" y="41"/>
                    <a:pt x="116" y="40"/>
                  </a:cubicBezTo>
                  <a:cubicBezTo>
                    <a:pt x="113" y="40"/>
                    <a:pt x="108" y="40"/>
                    <a:pt x="105" y="39"/>
                  </a:cubicBezTo>
                  <a:cubicBezTo>
                    <a:pt x="104" y="40"/>
                    <a:pt x="103" y="40"/>
                    <a:pt x="102" y="40"/>
                  </a:cubicBezTo>
                  <a:cubicBezTo>
                    <a:pt x="100" y="38"/>
                    <a:pt x="98" y="37"/>
                    <a:pt x="96" y="36"/>
                  </a:cubicBezTo>
                  <a:cubicBezTo>
                    <a:pt x="92" y="34"/>
                    <a:pt x="87" y="35"/>
                    <a:pt x="85" y="32"/>
                  </a:cubicBezTo>
                  <a:cubicBezTo>
                    <a:pt x="85" y="32"/>
                    <a:pt x="85" y="32"/>
                    <a:pt x="85" y="31"/>
                  </a:cubicBezTo>
                  <a:cubicBezTo>
                    <a:pt x="84" y="30"/>
                    <a:pt x="91" y="28"/>
                    <a:pt x="93" y="29"/>
                  </a:cubicBezTo>
                  <a:cubicBezTo>
                    <a:pt x="93" y="29"/>
                    <a:pt x="102" y="29"/>
                    <a:pt x="104" y="28"/>
                  </a:cubicBezTo>
                  <a:cubicBezTo>
                    <a:pt x="106" y="28"/>
                    <a:pt x="108" y="26"/>
                    <a:pt x="111" y="27"/>
                  </a:cubicBezTo>
                  <a:cubicBezTo>
                    <a:pt x="113" y="27"/>
                    <a:pt x="115" y="29"/>
                    <a:pt x="118" y="30"/>
                  </a:cubicBezTo>
                  <a:cubicBezTo>
                    <a:pt x="120" y="30"/>
                    <a:pt x="122" y="28"/>
                    <a:pt x="125" y="29"/>
                  </a:cubicBezTo>
                  <a:cubicBezTo>
                    <a:pt x="125" y="30"/>
                    <a:pt x="125" y="31"/>
                    <a:pt x="126" y="32"/>
                  </a:cubicBezTo>
                  <a:cubicBezTo>
                    <a:pt x="126" y="33"/>
                    <a:pt x="128" y="31"/>
                    <a:pt x="128" y="32"/>
                  </a:cubicBezTo>
                  <a:cubicBezTo>
                    <a:pt x="129" y="33"/>
                    <a:pt x="129" y="33"/>
                    <a:pt x="130" y="33"/>
                  </a:cubicBezTo>
                  <a:cubicBezTo>
                    <a:pt x="130" y="33"/>
                    <a:pt x="130" y="33"/>
                    <a:pt x="130" y="33"/>
                  </a:cubicBezTo>
                  <a:cubicBezTo>
                    <a:pt x="134" y="31"/>
                    <a:pt x="140" y="33"/>
                    <a:pt x="144" y="31"/>
                  </a:cubicBezTo>
                  <a:cubicBezTo>
                    <a:pt x="143" y="30"/>
                    <a:pt x="148" y="31"/>
                    <a:pt x="148" y="31"/>
                  </a:cubicBezTo>
                  <a:cubicBezTo>
                    <a:pt x="151" y="29"/>
                    <a:pt x="153" y="28"/>
                    <a:pt x="157" y="29"/>
                  </a:cubicBezTo>
                  <a:cubicBezTo>
                    <a:pt x="158" y="29"/>
                    <a:pt x="163" y="26"/>
                    <a:pt x="165" y="28"/>
                  </a:cubicBezTo>
                  <a:cubicBezTo>
                    <a:pt x="169" y="29"/>
                    <a:pt x="177" y="28"/>
                    <a:pt x="178" y="29"/>
                  </a:cubicBezTo>
                  <a:cubicBezTo>
                    <a:pt x="179" y="29"/>
                    <a:pt x="192" y="28"/>
                    <a:pt x="195" y="27"/>
                  </a:cubicBezTo>
                  <a:cubicBezTo>
                    <a:pt x="196" y="27"/>
                    <a:pt x="198" y="28"/>
                    <a:pt x="199" y="28"/>
                  </a:cubicBezTo>
                  <a:cubicBezTo>
                    <a:pt x="205" y="28"/>
                    <a:pt x="212" y="28"/>
                    <a:pt x="213" y="35"/>
                  </a:cubicBezTo>
                  <a:cubicBezTo>
                    <a:pt x="211" y="37"/>
                    <a:pt x="209" y="39"/>
                    <a:pt x="208" y="40"/>
                  </a:cubicBezTo>
                  <a:cubicBezTo>
                    <a:pt x="205" y="45"/>
                    <a:pt x="208" y="56"/>
                    <a:pt x="209" y="61"/>
                  </a:cubicBezTo>
                  <a:cubicBezTo>
                    <a:pt x="212" y="62"/>
                    <a:pt x="217" y="59"/>
                    <a:pt x="220" y="56"/>
                  </a:cubicBezTo>
                  <a:cubicBezTo>
                    <a:pt x="221" y="57"/>
                    <a:pt x="224" y="52"/>
                    <a:pt x="224" y="51"/>
                  </a:cubicBezTo>
                  <a:cubicBezTo>
                    <a:pt x="227" y="48"/>
                    <a:pt x="231" y="40"/>
                    <a:pt x="229" y="34"/>
                  </a:cubicBezTo>
                  <a:cubicBezTo>
                    <a:pt x="228" y="32"/>
                    <a:pt x="226" y="31"/>
                    <a:pt x="225" y="30"/>
                  </a:cubicBezTo>
                  <a:cubicBezTo>
                    <a:pt x="225" y="29"/>
                    <a:pt x="224" y="28"/>
                    <a:pt x="224" y="27"/>
                  </a:cubicBezTo>
                  <a:cubicBezTo>
                    <a:pt x="223" y="26"/>
                    <a:pt x="221" y="24"/>
                    <a:pt x="221" y="23"/>
                  </a:cubicBezTo>
                  <a:cubicBezTo>
                    <a:pt x="219" y="22"/>
                    <a:pt x="219" y="21"/>
                    <a:pt x="217" y="20"/>
                  </a:cubicBezTo>
                  <a:cubicBezTo>
                    <a:pt x="216" y="21"/>
                    <a:pt x="209" y="16"/>
                    <a:pt x="206" y="18"/>
                  </a:cubicBezTo>
                  <a:cubicBezTo>
                    <a:pt x="206" y="18"/>
                    <a:pt x="205" y="18"/>
                    <a:pt x="205" y="18"/>
                  </a:cubicBezTo>
                  <a:cubicBezTo>
                    <a:pt x="203" y="18"/>
                    <a:pt x="201" y="17"/>
                    <a:pt x="198" y="17"/>
                  </a:cubicBezTo>
                  <a:cubicBezTo>
                    <a:pt x="198" y="17"/>
                    <a:pt x="198" y="17"/>
                    <a:pt x="198" y="17"/>
                  </a:cubicBezTo>
                  <a:cubicBezTo>
                    <a:pt x="197" y="16"/>
                    <a:pt x="187" y="15"/>
                    <a:pt x="184" y="14"/>
                  </a:cubicBezTo>
                  <a:cubicBezTo>
                    <a:pt x="178" y="13"/>
                    <a:pt x="174" y="16"/>
                    <a:pt x="170" y="16"/>
                  </a:cubicBezTo>
                  <a:cubicBezTo>
                    <a:pt x="169" y="16"/>
                    <a:pt x="166" y="18"/>
                    <a:pt x="165" y="17"/>
                  </a:cubicBezTo>
                  <a:cubicBezTo>
                    <a:pt x="164" y="17"/>
                    <a:pt x="161" y="15"/>
                    <a:pt x="161" y="15"/>
                  </a:cubicBezTo>
                  <a:cubicBezTo>
                    <a:pt x="160" y="15"/>
                    <a:pt x="160" y="16"/>
                    <a:pt x="159" y="15"/>
                  </a:cubicBezTo>
                  <a:cubicBezTo>
                    <a:pt x="158" y="15"/>
                    <a:pt x="156" y="14"/>
                    <a:pt x="155" y="13"/>
                  </a:cubicBezTo>
                  <a:cubicBezTo>
                    <a:pt x="155" y="13"/>
                    <a:pt x="150" y="13"/>
                    <a:pt x="150" y="12"/>
                  </a:cubicBezTo>
                  <a:cubicBezTo>
                    <a:pt x="149" y="11"/>
                    <a:pt x="147" y="9"/>
                    <a:pt x="146" y="9"/>
                  </a:cubicBezTo>
                  <a:cubicBezTo>
                    <a:pt x="143" y="8"/>
                    <a:pt x="139" y="7"/>
                    <a:pt x="137" y="5"/>
                  </a:cubicBezTo>
                  <a:cubicBezTo>
                    <a:pt x="137" y="5"/>
                    <a:pt x="136" y="4"/>
                    <a:pt x="136" y="4"/>
                  </a:cubicBezTo>
                  <a:cubicBezTo>
                    <a:pt x="132" y="2"/>
                    <a:pt x="129" y="5"/>
                    <a:pt x="125" y="3"/>
                  </a:cubicBezTo>
                  <a:cubicBezTo>
                    <a:pt x="126" y="3"/>
                    <a:pt x="118" y="1"/>
                    <a:pt x="118" y="1"/>
                  </a:cubicBezTo>
                  <a:cubicBezTo>
                    <a:pt x="117" y="0"/>
                    <a:pt x="117" y="0"/>
                    <a:pt x="116" y="0"/>
                  </a:cubicBezTo>
                  <a:cubicBezTo>
                    <a:pt x="116" y="1"/>
                    <a:pt x="114" y="1"/>
                    <a:pt x="113" y="2"/>
                  </a:cubicBezTo>
                  <a:cubicBezTo>
                    <a:pt x="113" y="2"/>
                    <a:pt x="112" y="8"/>
                    <a:pt x="110" y="9"/>
                  </a:cubicBezTo>
                  <a:cubicBezTo>
                    <a:pt x="105" y="11"/>
                    <a:pt x="101" y="13"/>
                    <a:pt x="96" y="15"/>
                  </a:cubicBezTo>
                  <a:cubicBezTo>
                    <a:pt x="94" y="15"/>
                    <a:pt x="92" y="16"/>
                    <a:pt x="90" y="16"/>
                  </a:cubicBezTo>
                  <a:cubicBezTo>
                    <a:pt x="87" y="18"/>
                    <a:pt x="83" y="17"/>
                    <a:pt x="79" y="18"/>
                  </a:cubicBezTo>
                  <a:cubicBezTo>
                    <a:pt x="78" y="19"/>
                    <a:pt x="76" y="18"/>
                    <a:pt x="75" y="18"/>
                  </a:cubicBezTo>
                  <a:cubicBezTo>
                    <a:pt x="69" y="19"/>
                    <a:pt x="63" y="16"/>
                    <a:pt x="56" y="19"/>
                  </a:cubicBezTo>
                  <a:cubicBezTo>
                    <a:pt x="53" y="20"/>
                    <a:pt x="50" y="22"/>
                    <a:pt x="48" y="24"/>
                  </a:cubicBezTo>
                  <a:cubicBezTo>
                    <a:pt x="48" y="25"/>
                    <a:pt x="47" y="26"/>
                    <a:pt x="47" y="27"/>
                  </a:cubicBezTo>
                  <a:cubicBezTo>
                    <a:pt x="45" y="28"/>
                    <a:pt x="44" y="30"/>
                    <a:pt x="42" y="32"/>
                  </a:cubicBezTo>
                  <a:cubicBezTo>
                    <a:pt x="41" y="32"/>
                    <a:pt x="40" y="32"/>
                    <a:pt x="40" y="32"/>
                  </a:cubicBezTo>
                  <a:cubicBezTo>
                    <a:pt x="39" y="33"/>
                    <a:pt x="36" y="36"/>
                    <a:pt x="36" y="38"/>
                  </a:cubicBezTo>
                  <a:cubicBezTo>
                    <a:pt x="36" y="38"/>
                    <a:pt x="36" y="39"/>
                    <a:pt x="36" y="39"/>
                  </a:cubicBezTo>
                  <a:cubicBezTo>
                    <a:pt x="34" y="42"/>
                    <a:pt x="31" y="44"/>
                    <a:pt x="30" y="47"/>
                  </a:cubicBezTo>
                  <a:cubicBezTo>
                    <a:pt x="30" y="49"/>
                    <a:pt x="30" y="51"/>
                    <a:pt x="30" y="53"/>
                  </a:cubicBezTo>
                  <a:cubicBezTo>
                    <a:pt x="29" y="54"/>
                    <a:pt x="29" y="55"/>
                    <a:pt x="29" y="57"/>
                  </a:cubicBezTo>
                  <a:cubicBezTo>
                    <a:pt x="30" y="57"/>
                    <a:pt x="30" y="58"/>
                    <a:pt x="30" y="59"/>
                  </a:cubicBezTo>
                  <a:cubicBezTo>
                    <a:pt x="31" y="59"/>
                    <a:pt x="31" y="59"/>
                    <a:pt x="31" y="59"/>
                  </a:cubicBezTo>
                  <a:cubicBezTo>
                    <a:pt x="34" y="60"/>
                    <a:pt x="34" y="61"/>
                    <a:pt x="36" y="63"/>
                  </a:cubicBezTo>
                  <a:cubicBezTo>
                    <a:pt x="37" y="62"/>
                    <a:pt x="42" y="65"/>
                    <a:pt x="43" y="65"/>
                  </a:cubicBezTo>
                  <a:cubicBezTo>
                    <a:pt x="45" y="66"/>
                    <a:pt x="48" y="64"/>
                    <a:pt x="49" y="62"/>
                  </a:cubicBezTo>
                  <a:cubicBezTo>
                    <a:pt x="50" y="62"/>
                    <a:pt x="50" y="62"/>
                    <a:pt x="50" y="61"/>
                  </a:cubicBezTo>
                  <a:cubicBezTo>
                    <a:pt x="50" y="61"/>
                    <a:pt x="50" y="61"/>
                    <a:pt x="50" y="61"/>
                  </a:cubicBezTo>
                  <a:cubicBezTo>
                    <a:pt x="50" y="61"/>
                    <a:pt x="50" y="61"/>
                    <a:pt x="50" y="61"/>
                  </a:cubicBezTo>
                  <a:cubicBezTo>
                    <a:pt x="50" y="61"/>
                    <a:pt x="52" y="56"/>
                    <a:pt x="52" y="56"/>
                  </a:cubicBezTo>
                  <a:cubicBezTo>
                    <a:pt x="52" y="55"/>
                    <a:pt x="52" y="54"/>
                    <a:pt x="52" y="53"/>
                  </a:cubicBezTo>
                  <a:cubicBezTo>
                    <a:pt x="56" y="47"/>
                    <a:pt x="56" y="40"/>
                    <a:pt x="58" y="34"/>
                  </a:cubicBezTo>
                  <a:cubicBezTo>
                    <a:pt x="61" y="33"/>
                    <a:pt x="70" y="31"/>
                    <a:pt x="73" y="32"/>
                  </a:cubicBezTo>
                  <a:cubicBezTo>
                    <a:pt x="77" y="34"/>
                    <a:pt x="85" y="45"/>
                    <a:pt x="85" y="51"/>
                  </a:cubicBezTo>
                  <a:cubicBezTo>
                    <a:pt x="86" y="52"/>
                    <a:pt x="86" y="53"/>
                    <a:pt x="87" y="54"/>
                  </a:cubicBezTo>
                  <a:cubicBezTo>
                    <a:pt x="87" y="54"/>
                    <a:pt x="87" y="54"/>
                    <a:pt x="87" y="54"/>
                  </a:cubicBezTo>
                  <a:cubicBezTo>
                    <a:pt x="86" y="54"/>
                    <a:pt x="84" y="60"/>
                    <a:pt x="83" y="61"/>
                  </a:cubicBezTo>
                  <a:cubicBezTo>
                    <a:pt x="81" y="63"/>
                    <a:pt x="73" y="66"/>
                    <a:pt x="69" y="66"/>
                  </a:cubicBezTo>
                  <a:cubicBezTo>
                    <a:pt x="65" y="65"/>
                    <a:pt x="60" y="67"/>
                    <a:pt x="56" y="67"/>
                  </a:cubicBezTo>
                  <a:cubicBezTo>
                    <a:pt x="54" y="67"/>
                    <a:pt x="53" y="68"/>
                    <a:pt x="52" y="69"/>
                  </a:cubicBezTo>
                  <a:cubicBezTo>
                    <a:pt x="40" y="69"/>
                    <a:pt x="27" y="70"/>
                    <a:pt x="15" y="75"/>
                  </a:cubicBezTo>
                  <a:cubicBezTo>
                    <a:pt x="14" y="76"/>
                    <a:pt x="12" y="75"/>
                    <a:pt x="12" y="75"/>
                  </a:cubicBezTo>
                  <a:cubicBezTo>
                    <a:pt x="9" y="76"/>
                    <a:pt x="7" y="75"/>
                    <a:pt x="5" y="76"/>
                  </a:cubicBezTo>
                  <a:cubicBezTo>
                    <a:pt x="3" y="77"/>
                    <a:pt x="2" y="79"/>
                    <a:pt x="0" y="80"/>
                  </a:cubicBezTo>
                  <a:cubicBezTo>
                    <a:pt x="0" y="91"/>
                    <a:pt x="3" y="91"/>
                    <a:pt x="7" y="97"/>
                  </a:cubicBezTo>
                  <a:cubicBezTo>
                    <a:pt x="17" y="97"/>
                    <a:pt x="21" y="95"/>
                    <a:pt x="30" y="91"/>
                  </a:cubicBezTo>
                  <a:cubicBezTo>
                    <a:pt x="31" y="90"/>
                    <a:pt x="33" y="91"/>
                    <a:pt x="34" y="91"/>
                  </a:cubicBezTo>
                  <a:cubicBezTo>
                    <a:pt x="38" y="89"/>
                    <a:pt x="42" y="88"/>
                    <a:pt x="46" y="86"/>
                  </a:cubicBezTo>
                  <a:cubicBezTo>
                    <a:pt x="48" y="85"/>
                    <a:pt x="57" y="79"/>
                    <a:pt x="59" y="82"/>
                  </a:cubicBezTo>
                  <a:cubicBezTo>
                    <a:pt x="60" y="81"/>
                    <a:pt x="67" y="80"/>
                    <a:pt x="69" y="80"/>
                  </a:cubicBezTo>
                  <a:cubicBezTo>
                    <a:pt x="69" y="80"/>
                    <a:pt x="68" y="80"/>
                    <a:pt x="69" y="80"/>
                  </a:cubicBezTo>
                  <a:cubicBezTo>
                    <a:pt x="69" y="84"/>
                    <a:pt x="59" y="95"/>
                    <a:pt x="56" y="97"/>
                  </a:cubicBezTo>
                  <a:cubicBezTo>
                    <a:pt x="55" y="97"/>
                    <a:pt x="55" y="100"/>
                    <a:pt x="53" y="101"/>
                  </a:cubicBezTo>
                  <a:cubicBezTo>
                    <a:pt x="53" y="102"/>
                    <a:pt x="54" y="103"/>
                    <a:pt x="53" y="105"/>
                  </a:cubicBezTo>
                  <a:cubicBezTo>
                    <a:pt x="53" y="106"/>
                    <a:pt x="52" y="106"/>
                    <a:pt x="51" y="107"/>
                  </a:cubicBezTo>
                  <a:cubicBezTo>
                    <a:pt x="50" y="108"/>
                    <a:pt x="50" y="111"/>
                    <a:pt x="49" y="113"/>
                  </a:cubicBezTo>
                  <a:cubicBezTo>
                    <a:pt x="49" y="113"/>
                    <a:pt x="49" y="114"/>
                    <a:pt x="50" y="114"/>
                  </a:cubicBezTo>
                  <a:cubicBezTo>
                    <a:pt x="50" y="114"/>
                    <a:pt x="54" y="112"/>
                    <a:pt x="55" y="112"/>
                  </a:cubicBezTo>
                  <a:cubicBezTo>
                    <a:pt x="57" y="110"/>
                    <a:pt x="71" y="99"/>
                    <a:pt x="71" y="99"/>
                  </a:cubicBezTo>
                  <a:cubicBezTo>
                    <a:pt x="72" y="98"/>
                    <a:pt x="72" y="98"/>
                    <a:pt x="73" y="98"/>
                  </a:cubicBezTo>
                  <a:cubicBezTo>
                    <a:pt x="79" y="103"/>
                    <a:pt x="86" y="102"/>
                    <a:pt x="93" y="100"/>
                  </a:cubicBezTo>
                  <a:cubicBezTo>
                    <a:pt x="95" y="99"/>
                    <a:pt x="100" y="100"/>
                    <a:pt x="101" y="100"/>
                  </a:cubicBezTo>
                  <a:cubicBezTo>
                    <a:pt x="101" y="99"/>
                    <a:pt x="107" y="99"/>
                    <a:pt x="107" y="99"/>
                  </a:cubicBezTo>
                  <a:cubicBezTo>
                    <a:pt x="108" y="100"/>
                    <a:pt x="110" y="97"/>
                    <a:pt x="112" y="98"/>
                  </a:cubicBezTo>
                  <a:cubicBezTo>
                    <a:pt x="123" y="99"/>
                    <a:pt x="123" y="99"/>
                    <a:pt x="123" y="99"/>
                  </a:cubicBezTo>
                  <a:cubicBezTo>
                    <a:pt x="124" y="98"/>
                    <a:pt x="130" y="97"/>
                    <a:pt x="130" y="97"/>
                  </a:cubicBezTo>
                  <a:cubicBezTo>
                    <a:pt x="132" y="97"/>
                    <a:pt x="134" y="97"/>
                    <a:pt x="136" y="97"/>
                  </a:cubicBezTo>
                  <a:cubicBezTo>
                    <a:pt x="139" y="99"/>
                    <a:pt x="149" y="97"/>
                    <a:pt x="150" y="99"/>
                  </a:cubicBezTo>
                  <a:cubicBezTo>
                    <a:pt x="150" y="98"/>
                    <a:pt x="155" y="98"/>
                    <a:pt x="156" y="99"/>
                  </a:cubicBezTo>
                  <a:cubicBezTo>
                    <a:pt x="156" y="99"/>
                    <a:pt x="159" y="98"/>
                    <a:pt x="160" y="99"/>
                  </a:cubicBezTo>
                  <a:cubicBezTo>
                    <a:pt x="160" y="99"/>
                    <a:pt x="161" y="99"/>
                    <a:pt x="161" y="99"/>
                  </a:cubicBezTo>
                  <a:cubicBezTo>
                    <a:pt x="162" y="99"/>
                    <a:pt x="173" y="99"/>
                    <a:pt x="175" y="100"/>
                  </a:cubicBezTo>
                  <a:cubicBezTo>
                    <a:pt x="175" y="100"/>
                    <a:pt x="177" y="99"/>
                    <a:pt x="179" y="100"/>
                  </a:cubicBezTo>
                  <a:cubicBezTo>
                    <a:pt x="186" y="103"/>
                    <a:pt x="194" y="103"/>
                    <a:pt x="202" y="104"/>
                  </a:cubicBezTo>
                  <a:cubicBezTo>
                    <a:pt x="203" y="105"/>
                    <a:pt x="204" y="103"/>
                    <a:pt x="207" y="104"/>
                  </a:cubicBezTo>
                  <a:cubicBezTo>
                    <a:pt x="208" y="103"/>
                    <a:pt x="211" y="103"/>
                    <a:pt x="213" y="103"/>
                  </a:cubicBezTo>
                  <a:cubicBezTo>
                    <a:pt x="214" y="101"/>
                    <a:pt x="213" y="98"/>
                    <a:pt x="213" y="96"/>
                  </a:cubicBezTo>
                  <a:cubicBezTo>
                    <a:pt x="208" y="93"/>
                    <a:pt x="204" y="88"/>
                    <a:pt x="196" y="90"/>
                  </a:cubicBezTo>
                  <a:cubicBezTo>
                    <a:pt x="196" y="89"/>
                    <a:pt x="191" y="88"/>
                    <a:pt x="190" y="88"/>
                  </a:cubicBezTo>
                  <a:cubicBezTo>
                    <a:pt x="188" y="88"/>
                    <a:pt x="187" y="88"/>
                    <a:pt x="185" y="88"/>
                  </a:cubicBezTo>
                  <a:cubicBezTo>
                    <a:pt x="180" y="85"/>
                    <a:pt x="172" y="86"/>
                    <a:pt x="165" y="85"/>
                  </a:cubicBezTo>
                  <a:cubicBezTo>
                    <a:pt x="164" y="82"/>
                    <a:pt x="168" y="81"/>
                    <a:pt x="169" y="79"/>
                  </a:cubicBezTo>
                  <a:cubicBezTo>
                    <a:pt x="168" y="78"/>
                    <a:pt x="170" y="77"/>
                    <a:pt x="170" y="76"/>
                  </a:cubicBezTo>
                  <a:cubicBezTo>
                    <a:pt x="176" y="76"/>
                    <a:pt x="184" y="74"/>
                    <a:pt x="189" y="78"/>
                  </a:cubicBezTo>
                  <a:cubicBezTo>
                    <a:pt x="190" y="76"/>
                    <a:pt x="197" y="80"/>
                    <a:pt x="198" y="80"/>
                  </a:cubicBezTo>
                  <a:cubicBezTo>
                    <a:pt x="200" y="79"/>
                    <a:pt x="203" y="81"/>
                    <a:pt x="204" y="82"/>
                  </a:cubicBezTo>
                  <a:cubicBezTo>
                    <a:pt x="206" y="79"/>
                    <a:pt x="210" y="83"/>
                    <a:pt x="213" y="83"/>
                  </a:cubicBezTo>
                  <a:cubicBezTo>
                    <a:pt x="214" y="83"/>
                    <a:pt x="214" y="83"/>
                    <a:pt x="215" y="83"/>
                  </a:cubicBezTo>
                  <a:cubicBezTo>
                    <a:pt x="216" y="84"/>
                    <a:pt x="216" y="85"/>
                    <a:pt x="217" y="86"/>
                  </a:cubicBezTo>
                  <a:cubicBezTo>
                    <a:pt x="218" y="85"/>
                    <a:pt x="221" y="87"/>
                    <a:pt x="222" y="87"/>
                  </a:cubicBezTo>
                  <a:cubicBezTo>
                    <a:pt x="223" y="87"/>
                    <a:pt x="227" y="88"/>
                    <a:pt x="228" y="89"/>
                  </a:cubicBezTo>
                  <a:cubicBezTo>
                    <a:pt x="229" y="89"/>
                    <a:pt x="231" y="89"/>
                    <a:pt x="232" y="89"/>
                  </a:cubicBezTo>
                  <a:cubicBezTo>
                    <a:pt x="233" y="89"/>
                    <a:pt x="234" y="90"/>
                    <a:pt x="235" y="90"/>
                  </a:cubicBezTo>
                  <a:cubicBezTo>
                    <a:pt x="236" y="90"/>
                    <a:pt x="235" y="90"/>
                    <a:pt x="235" y="90"/>
                  </a:cubicBezTo>
                  <a:cubicBezTo>
                    <a:pt x="239" y="91"/>
                    <a:pt x="253" y="93"/>
                    <a:pt x="255" y="90"/>
                  </a:cubicBezTo>
                  <a:cubicBezTo>
                    <a:pt x="257" y="91"/>
                    <a:pt x="258" y="91"/>
                    <a:pt x="259" y="91"/>
                  </a:cubicBezTo>
                  <a:cubicBezTo>
                    <a:pt x="259" y="90"/>
                    <a:pt x="260" y="89"/>
                    <a:pt x="261" y="88"/>
                  </a:cubicBezTo>
                  <a:cubicBezTo>
                    <a:pt x="263" y="87"/>
                    <a:pt x="268" y="87"/>
                    <a:pt x="270" y="85"/>
                  </a:cubicBezTo>
                  <a:cubicBezTo>
                    <a:pt x="270" y="84"/>
                    <a:pt x="271" y="83"/>
                    <a:pt x="271" y="82"/>
                  </a:cubicBezTo>
                  <a:cubicBezTo>
                    <a:pt x="272" y="81"/>
                    <a:pt x="273" y="81"/>
                    <a:pt x="273" y="80"/>
                  </a:cubicBezTo>
                  <a:cubicBezTo>
                    <a:pt x="275" y="77"/>
                    <a:pt x="271" y="75"/>
                    <a:pt x="271" y="73"/>
                  </a:cubicBezTo>
                  <a:close/>
                  <a:moveTo>
                    <a:pt x="119" y="76"/>
                  </a:moveTo>
                  <a:cubicBezTo>
                    <a:pt x="119" y="76"/>
                    <a:pt x="119" y="76"/>
                    <a:pt x="119" y="77"/>
                  </a:cubicBezTo>
                  <a:cubicBezTo>
                    <a:pt x="118" y="78"/>
                    <a:pt x="117" y="79"/>
                    <a:pt x="115" y="80"/>
                  </a:cubicBezTo>
                  <a:cubicBezTo>
                    <a:pt x="115" y="81"/>
                    <a:pt x="115" y="82"/>
                    <a:pt x="115" y="83"/>
                  </a:cubicBezTo>
                  <a:cubicBezTo>
                    <a:pt x="114" y="84"/>
                    <a:pt x="112" y="84"/>
                    <a:pt x="111" y="85"/>
                  </a:cubicBezTo>
                  <a:cubicBezTo>
                    <a:pt x="110" y="85"/>
                    <a:pt x="110" y="85"/>
                    <a:pt x="109" y="85"/>
                  </a:cubicBezTo>
                  <a:cubicBezTo>
                    <a:pt x="109" y="85"/>
                    <a:pt x="93" y="87"/>
                    <a:pt x="91" y="88"/>
                  </a:cubicBezTo>
                  <a:cubicBezTo>
                    <a:pt x="89" y="89"/>
                    <a:pt x="87" y="88"/>
                    <a:pt x="87" y="88"/>
                  </a:cubicBezTo>
                  <a:cubicBezTo>
                    <a:pt x="85" y="89"/>
                    <a:pt x="83" y="89"/>
                    <a:pt x="81" y="90"/>
                  </a:cubicBezTo>
                  <a:cubicBezTo>
                    <a:pt x="80" y="90"/>
                    <a:pt x="80" y="90"/>
                    <a:pt x="79" y="89"/>
                  </a:cubicBezTo>
                  <a:cubicBezTo>
                    <a:pt x="79" y="88"/>
                    <a:pt x="84" y="82"/>
                    <a:pt x="85" y="80"/>
                  </a:cubicBezTo>
                  <a:cubicBezTo>
                    <a:pt x="90" y="81"/>
                    <a:pt x="95" y="78"/>
                    <a:pt x="98" y="76"/>
                  </a:cubicBezTo>
                  <a:cubicBezTo>
                    <a:pt x="98" y="76"/>
                    <a:pt x="101" y="77"/>
                    <a:pt x="101" y="77"/>
                  </a:cubicBezTo>
                  <a:cubicBezTo>
                    <a:pt x="101" y="76"/>
                    <a:pt x="105" y="75"/>
                    <a:pt x="105" y="75"/>
                  </a:cubicBezTo>
                  <a:cubicBezTo>
                    <a:pt x="108" y="74"/>
                    <a:pt x="113" y="76"/>
                    <a:pt x="114" y="74"/>
                  </a:cubicBezTo>
                  <a:cubicBezTo>
                    <a:pt x="115" y="74"/>
                    <a:pt x="115" y="74"/>
                    <a:pt x="115" y="75"/>
                  </a:cubicBezTo>
                  <a:cubicBezTo>
                    <a:pt x="117" y="74"/>
                    <a:pt x="118" y="75"/>
                    <a:pt x="119" y="75"/>
                  </a:cubicBezTo>
                  <a:cubicBezTo>
                    <a:pt x="119" y="76"/>
                    <a:pt x="119" y="76"/>
                    <a:pt x="119" y="76"/>
                  </a:cubicBezTo>
                  <a:close/>
                  <a:moveTo>
                    <a:pt x="125" y="60"/>
                  </a:moveTo>
                  <a:cubicBezTo>
                    <a:pt x="124" y="61"/>
                    <a:pt x="122" y="63"/>
                    <a:pt x="120" y="63"/>
                  </a:cubicBezTo>
                  <a:cubicBezTo>
                    <a:pt x="120" y="62"/>
                    <a:pt x="120" y="62"/>
                    <a:pt x="120" y="63"/>
                  </a:cubicBezTo>
                  <a:cubicBezTo>
                    <a:pt x="116" y="64"/>
                    <a:pt x="110" y="60"/>
                    <a:pt x="106" y="62"/>
                  </a:cubicBezTo>
                  <a:cubicBezTo>
                    <a:pt x="104" y="63"/>
                    <a:pt x="100" y="64"/>
                    <a:pt x="98" y="63"/>
                  </a:cubicBezTo>
                  <a:cubicBezTo>
                    <a:pt x="97" y="63"/>
                    <a:pt x="97" y="63"/>
                    <a:pt x="97" y="63"/>
                  </a:cubicBezTo>
                  <a:cubicBezTo>
                    <a:pt x="97" y="60"/>
                    <a:pt x="97" y="60"/>
                    <a:pt x="98" y="58"/>
                  </a:cubicBezTo>
                  <a:cubicBezTo>
                    <a:pt x="102" y="56"/>
                    <a:pt x="112" y="51"/>
                    <a:pt x="117" y="53"/>
                  </a:cubicBezTo>
                  <a:cubicBezTo>
                    <a:pt x="118" y="53"/>
                    <a:pt x="118" y="52"/>
                    <a:pt x="118" y="52"/>
                  </a:cubicBezTo>
                  <a:cubicBezTo>
                    <a:pt x="122" y="53"/>
                    <a:pt x="125" y="54"/>
                    <a:pt x="127" y="54"/>
                  </a:cubicBezTo>
                  <a:cubicBezTo>
                    <a:pt x="127" y="54"/>
                    <a:pt x="128" y="55"/>
                    <a:pt x="128" y="55"/>
                  </a:cubicBezTo>
                  <a:cubicBezTo>
                    <a:pt x="128" y="57"/>
                    <a:pt x="127" y="59"/>
                    <a:pt x="125" y="60"/>
                  </a:cubicBezTo>
                  <a:cubicBezTo>
                    <a:pt x="125" y="60"/>
                    <a:pt x="125" y="60"/>
                    <a:pt x="125" y="60"/>
                  </a:cubicBezTo>
                  <a:close/>
                  <a:moveTo>
                    <a:pt x="161" y="75"/>
                  </a:moveTo>
                  <a:cubicBezTo>
                    <a:pt x="159" y="77"/>
                    <a:pt x="158" y="79"/>
                    <a:pt x="157" y="81"/>
                  </a:cubicBezTo>
                  <a:cubicBezTo>
                    <a:pt x="157" y="82"/>
                    <a:pt x="157" y="82"/>
                    <a:pt x="158" y="83"/>
                  </a:cubicBezTo>
                  <a:cubicBezTo>
                    <a:pt x="157" y="86"/>
                    <a:pt x="152" y="85"/>
                    <a:pt x="150" y="84"/>
                  </a:cubicBezTo>
                  <a:cubicBezTo>
                    <a:pt x="149" y="84"/>
                    <a:pt x="148" y="85"/>
                    <a:pt x="147" y="85"/>
                  </a:cubicBezTo>
                  <a:cubicBezTo>
                    <a:pt x="147" y="85"/>
                    <a:pt x="129" y="85"/>
                    <a:pt x="126" y="83"/>
                  </a:cubicBezTo>
                  <a:cubicBezTo>
                    <a:pt x="126" y="81"/>
                    <a:pt x="129" y="79"/>
                    <a:pt x="131" y="78"/>
                  </a:cubicBezTo>
                  <a:cubicBezTo>
                    <a:pt x="132" y="77"/>
                    <a:pt x="131" y="76"/>
                    <a:pt x="132" y="76"/>
                  </a:cubicBezTo>
                  <a:cubicBezTo>
                    <a:pt x="134" y="74"/>
                    <a:pt x="149" y="73"/>
                    <a:pt x="152" y="73"/>
                  </a:cubicBezTo>
                  <a:cubicBezTo>
                    <a:pt x="152" y="73"/>
                    <a:pt x="152" y="73"/>
                    <a:pt x="152" y="73"/>
                  </a:cubicBezTo>
                  <a:cubicBezTo>
                    <a:pt x="156" y="73"/>
                    <a:pt x="158" y="73"/>
                    <a:pt x="161" y="74"/>
                  </a:cubicBezTo>
                  <a:cubicBezTo>
                    <a:pt x="161" y="74"/>
                    <a:pt x="161" y="75"/>
                    <a:pt x="161" y="75"/>
                  </a:cubicBezTo>
                  <a:close/>
                  <a:moveTo>
                    <a:pt x="168" y="56"/>
                  </a:moveTo>
                  <a:cubicBezTo>
                    <a:pt x="169" y="56"/>
                    <a:pt x="166" y="61"/>
                    <a:pt x="165" y="61"/>
                  </a:cubicBezTo>
                  <a:cubicBezTo>
                    <a:pt x="163" y="60"/>
                    <a:pt x="152" y="62"/>
                    <a:pt x="149" y="62"/>
                  </a:cubicBezTo>
                  <a:cubicBezTo>
                    <a:pt x="146" y="63"/>
                    <a:pt x="141" y="60"/>
                    <a:pt x="140" y="61"/>
                  </a:cubicBezTo>
                  <a:cubicBezTo>
                    <a:pt x="139" y="61"/>
                    <a:pt x="139" y="61"/>
                    <a:pt x="138" y="61"/>
                  </a:cubicBezTo>
                  <a:cubicBezTo>
                    <a:pt x="138" y="60"/>
                    <a:pt x="138" y="60"/>
                    <a:pt x="138" y="59"/>
                  </a:cubicBezTo>
                  <a:cubicBezTo>
                    <a:pt x="140" y="57"/>
                    <a:pt x="144" y="56"/>
                    <a:pt x="145" y="53"/>
                  </a:cubicBezTo>
                  <a:cubicBezTo>
                    <a:pt x="150" y="50"/>
                    <a:pt x="162" y="55"/>
                    <a:pt x="167" y="51"/>
                  </a:cubicBezTo>
                  <a:cubicBezTo>
                    <a:pt x="168" y="51"/>
                    <a:pt x="168" y="51"/>
                    <a:pt x="170" y="51"/>
                  </a:cubicBezTo>
                  <a:cubicBezTo>
                    <a:pt x="170" y="52"/>
                    <a:pt x="171" y="52"/>
                    <a:pt x="171" y="52"/>
                  </a:cubicBezTo>
                  <a:cubicBezTo>
                    <a:pt x="171" y="55"/>
                    <a:pt x="170" y="55"/>
                    <a:pt x="168" y="56"/>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9" name="Freeform 15"/>
            <p:cNvSpPr>
              <a:spLocks noEditPoints="1"/>
            </p:cNvSpPr>
            <p:nvPr/>
          </p:nvSpPr>
          <p:spPr bwMode="auto">
            <a:xfrm>
              <a:off x="1968963" y="6306635"/>
              <a:ext cx="195934" cy="152456"/>
            </a:xfrm>
            <a:custGeom>
              <a:avLst/>
              <a:gdLst>
                <a:gd name="T0" fmla="*/ 142 w 146"/>
                <a:gd name="T1" fmla="*/ 77 h 113"/>
                <a:gd name="T2" fmla="*/ 130 w 146"/>
                <a:gd name="T3" fmla="*/ 78 h 113"/>
                <a:gd name="T4" fmla="*/ 120 w 146"/>
                <a:gd name="T5" fmla="*/ 74 h 113"/>
                <a:gd name="T6" fmla="*/ 108 w 146"/>
                <a:gd name="T7" fmla="*/ 55 h 113"/>
                <a:gd name="T8" fmla="*/ 107 w 146"/>
                <a:gd name="T9" fmla="*/ 38 h 113"/>
                <a:gd name="T10" fmla="*/ 108 w 146"/>
                <a:gd name="T11" fmla="*/ 23 h 113"/>
                <a:gd name="T12" fmla="*/ 113 w 146"/>
                <a:gd name="T13" fmla="*/ 8 h 113"/>
                <a:gd name="T14" fmla="*/ 79 w 146"/>
                <a:gd name="T15" fmla="*/ 2 h 113"/>
                <a:gd name="T16" fmla="*/ 62 w 146"/>
                <a:gd name="T17" fmla="*/ 2 h 113"/>
                <a:gd name="T18" fmla="*/ 41 w 146"/>
                <a:gd name="T19" fmla="*/ 4 h 113"/>
                <a:gd name="T20" fmla="*/ 23 w 146"/>
                <a:gd name="T21" fmla="*/ 7 h 113"/>
                <a:gd name="T22" fmla="*/ 9 w 146"/>
                <a:gd name="T23" fmla="*/ 21 h 113"/>
                <a:gd name="T24" fmla="*/ 12 w 146"/>
                <a:gd name="T25" fmla="*/ 41 h 113"/>
                <a:gd name="T26" fmla="*/ 9 w 146"/>
                <a:gd name="T27" fmla="*/ 68 h 113"/>
                <a:gd name="T28" fmla="*/ 11 w 146"/>
                <a:gd name="T29" fmla="*/ 81 h 113"/>
                <a:gd name="T30" fmla="*/ 20 w 146"/>
                <a:gd name="T31" fmla="*/ 87 h 113"/>
                <a:gd name="T32" fmla="*/ 30 w 146"/>
                <a:gd name="T33" fmla="*/ 87 h 113"/>
                <a:gd name="T34" fmla="*/ 33 w 146"/>
                <a:gd name="T35" fmla="*/ 87 h 113"/>
                <a:gd name="T36" fmla="*/ 43 w 146"/>
                <a:gd name="T37" fmla="*/ 86 h 113"/>
                <a:gd name="T38" fmla="*/ 57 w 146"/>
                <a:gd name="T39" fmla="*/ 85 h 113"/>
                <a:gd name="T40" fmla="*/ 63 w 146"/>
                <a:gd name="T41" fmla="*/ 85 h 113"/>
                <a:gd name="T42" fmla="*/ 71 w 146"/>
                <a:gd name="T43" fmla="*/ 85 h 113"/>
                <a:gd name="T44" fmla="*/ 76 w 146"/>
                <a:gd name="T45" fmla="*/ 84 h 113"/>
                <a:gd name="T46" fmla="*/ 101 w 146"/>
                <a:gd name="T47" fmla="*/ 87 h 113"/>
                <a:gd name="T48" fmla="*/ 107 w 146"/>
                <a:gd name="T49" fmla="*/ 97 h 113"/>
                <a:gd name="T50" fmla="*/ 118 w 146"/>
                <a:gd name="T51" fmla="*/ 112 h 113"/>
                <a:gd name="T52" fmla="*/ 145 w 146"/>
                <a:gd name="T53" fmla="*/ 88 h 113"/>
                <a:gd name="T54" fmla="*/ 48 w 146"/>
                <a:gd name="T55" fmla="*/ 71 h 113"/>
                <a:gd name="T56" fmla="*/ 35 w 146"/>
                <a:gd name="T57" fmla="*/ 73 h 113"/>
                <a:gd name="T58" fmla="*/ 17 w 146"/>
                <a:gd name="T59" fmla="*/ 77 h 113"/>
                <a:gd name="T60" fmla="*/ 46 w 146"/>
                <a:gd name="T61" fmla="*/ 62 h 113"/>
                <a:gd name="T62" fmla="*/ 69 w 146"/>
                <a:gd name="T63" fmla="*/ 61 h 113"/>
                <a:gd name="T64" fmla="*/ 95 w 146"/>
                <a:gd name="T65" fmla="*/ 61 h 113"/>
                <a:gd name="T66" fmla="*/ 57 w 146"/>
                <a:gd name="T67" fmla="*/ 46 h 113"/>
                <a:gd name="T68" fmla="*/ 42 w 146"/>
                <a:gd name="T69" fmla="*/ 48 h 113"/>
                <a:gd name="T70" fmla="*/ 26 w 146"/>
                <a:gd name="T71" fmla="*/ 44 h 113"/>
                <a:gd name="T72" fmla="*/ 43 w 146"/>
                <a:gd name="T73" fmla="*/ 39 h 113"/>
                <a:gd name="T74" fmla="*/ 54 w 146"/>
                <a:gd name="T75" fmla="*/ 39 h 113"/>
                <a:gd name="T76" fmla="*/ 84 w 146"/>
                <a:gd name="T77" fmla="*/ 39 h 113"/>
                <a:gd name="T78" fmla="*/ 92 w 146"/>
                <a:gd name="T79" fmla="*/ 48 h 113"/>
                <a:gd name="T80" fmla="*/ 66 w 146"/>
                <a:gd name="T81" fmla="*/ 25 h 113"/>
                <a:gd name="T82" fmla="*/ 54 w 146"/>
                <a:gd name="T83" fmla="*/ 25 h 113"/>
                <a:gd name="T84" fmla="*/ 30 w 146"/>
                <a:gd name="T85" fmla="*/ 29 h 113"/>
                <a:gd name="T86" fmla="*/ 31 w 146"/>
                <a:gd name="T87" fmla="*/ 21 h 113"/>
                <a:gd name="T88" fmla="*/ 46 w 146"/>
                <a:gd name="T89" fmla="*/ 18 h 113"/>
                <a:gd name="T90" fmla="*/ 67 w 146"/>
                <a:gd name="T91" fmla="*/ 18 h 113"/>
                <a:gd name="T92" fmla="*/ 80 w 146"/>
                <a:gd name="T93" fmla="*/ 16 h 113"/>
                <a:gd name="T94" fmla="*/ 95 w 146"/>
                <a:gd name="T95" fmla="*/ 18 h 113"/>
                <a:gd name="T96" fmla="*/ 97 w 146"/>
                <a:gd name="T97" fmla="*/ 2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 h="113">
                  <a:moveTo>
                    <a:pt x="145" y="88"/>
                  </a:moveTo>
                  <a:cubicBezTo>
                    <a:pt x="143" y="84"/>
                    <a:pt x="140" y="83"/>
                    <a:pt x="142" y="78"/>
                  </a:cubicBezTo>
                  <a:cubicBezTo>
                    <a:pt x="142" y="77"/>
                    <a:pt x="142" y="78"/>
                    <a:pt x="142" y="77"/>
                  </a:cubicBezTo>
                  <a:cubicBezTo>
                    <a:pt x="139" y="77"/>
                    <a:pt x="138" y="80"/>
                    <a:pt x="137" y="81"/>
                  </a:cubicBezTo>
                  <a:cubicBezTo>
                    <a:pt x="135" y="81"/>
                    <a:pt x="135" y="81"/>
                    <a:pt x="135" y="81"/>
                  </a:cubicBezTo>
                  <a:cubicBezTo>
                    <a:pt x="133" y="81"/>
                    <a:pt x="132" y="79"/>
                    <a:pt x="130" y="78"/>
                  </a:cubicBezTo>
                  <a:cubicBezTo>
                    <a:pt x="128" y="76"/>
                    <a:pt x="126" y="77"/>
                    <a:pt x="123" y="75"/>
                  </a:cubicBezTo>
                  <a:cubicBezTo>
                    <a:pt x="123" y="75"/>
                    <a:pt x="122" y="75"/>
                    <a:pt x="122" y="76"/>
                  </a:cubicBezTo>
                  <a:cubicBezTo>
                    <a:pt x="122" y="76"/>
                    <a:pt x="120" y="74"/>
                    <a:pt x="120" y="74"/>
                  </a:cubicBezTo>
                  <a:cubicBezTo>
                    <a:pt x="118" y="74"/>
                    <a:pt x="115" y="75"/>
                    <a:pt x="114" y="75"/>
                  </a:cubicBezTo>
                  <a:cubicBezTo>
                    <a:pt x="112" y="74"/>
                    <a:pt x="111" y="72"/>
                    <a:pt x="108" y="71"/>
                  </a:cubicBezTo>
                  <a:cubicBezTo>
                    <a:pt x="106" y="68"/>
                    <a:pt x="107" y="59"/>
                    <a:pt x="108" y="55"/>
                  </a:cubicBezTo>
                  <a:cubicBezTo>
                    <a:pt x="107" y="53"/>
                    <a:pt x="107" y="50"/>
                    <a:pt x="107" y="48"/>
                  </a:cubicBezTo>
                  <a:cubicBezTo>
                    <a:pt x="107" y="47"/>
                    <a:pt x="107" y="47"/>
                    <a:pt x="107" y="46"/>
                  </a:cubicBezTo>
                  <a:cubicBezTo>
                    <a:pt x="108" y="45"/>
                    <a:pt x="108" y="39"/>
                    <a:pt x="107" y="38"/>
                  </a:cubicBezTo>
                  <a:cubicBezTo>
                    <a:pt x="108" y="37"/>
                    <a:pt x="108" y="37"/>
                    <a:pt x="109" y="36"/>
                  </a:cubicBezTo>
                  <a:cubicBezTo>
                    <a:pt x="109" y="34"/>
                    <a:pt x="108" y="33"/>
                    <a:pt x="108" y="32"/>
                  </a:cubicBezTo>
                  <a:cubicBezTo>
                    <a:pt x="109" y="31"/>
                    <a:pt x="107" y="24"/>
                    <a:pt x="108" y="23"/>
                  </a:cubicBezTo>
                  <a:cubicBezTo>
                    <a:pt x="108" y="22"/>
                    <a:pt x="110" y="21"/>
                    <a:pt x="110" y="21"/>
                  </a:cubicBezTo>
                  <a:cubicBezTo>
                    <a:pt x="110" y="21"/>
                    <a:pt x="111" y="18"/>
                    <a:pt x="112" y="18"/>
                  </a:cubicBezTo>
                  <a:cubicBezTo>
                    <a:pt x="115" y="15"/>
                    <a:pt x="114" y="11"/>
                    <a:pt x="113" y="8"/>
                  </a:cubicBezTo>
                  <a:cubicBezTo>
                    <a:pt x="112" y="7"/>
                    <a:pt x="111" y="6"/>
                    <a:pt x="110" y="5"/>
                  </a:cubicBezTo>
                  <a:cubicBezTo>
                    <a:pt x="107" y="4"/>
                    <a:pt x="102" y="3"/>
                    <a:pt x="97" y="2"/>
                  </a:cubicBezTo>
                  <a:cubicBezTo>
                    <a:pt x="91" y="0"/>
                    <a:pt x="83" y="5"/>
                    <a:pt x="79" y="2"/>
                  </a:cubicBezTo>
                  <a:cubicBezTo>
                    <a:pt x="77" y="3"/>
                    <a:pt x="74" y="2"/>
                    <a:pt x="74" y="1"/>
                  </a:cubicBezTo>
                  <a:cubicBezTo>
                    <a:pt x="73" y="2"/>
                    <a:pt x="69" y="2"/>
                    <a:pt x="68" y="1"/>
                  </a:cubicBezTo>
                  <a:cubicBezTo>
                    <a:pt x="67" y="3"/>
                    <a:pt x="64" y="1"/>
                    <a:pt x="62" y="2"/>
                  </a:cubicBezTo>
                  <a:cubicBezTo>
                    <a:pt x="60" y="2"/>
                    <a:pt x="58" y="3"/>
                    <a:pt x="56" y="4"/>
                  </a:cubicBezTo>
                  <a:cubicBezTo>
                    <a:pt x="56" y="3"/>
                    <a:pt x="53" y="3"/>
                    <a:pt x="52" y="3"/>
                  </a:cubicBezTo>
                  <a:cubicBezTo>
                    <a:pt x="49" y="5"/>
                    <a:pt x="46" y="3"/>
                    <a:pt x="41" y="4"/>
                  </a:cubicBezTo>
                  <a:cubicBezTo>
                    <a:pt x="41" y="4"/>
                    <a:pt x="38" y="5"/>
                    <a:pt x="36" y="5"/>
                  </a:cubicBezTo>
                  <a:cubicBezTo>
                    <a:pt x="36" y="5"/>
                    <a:pt x="36" y="4"/>
                    <a:pt x="36" y="4"/>
                  </a:cubicBezTo>
                  <a:cubicBezTo>
                    <a:pt x="35" y="6"/>
                    <a:pt x="25" y="6"/>
                    <a:pt x="23" y="7"/>
                  </a:cubicBezTo>
                  <a:cubicBezTo>
                    <a:pt x="17" y="7"/>
                    <a:pt x="10" y="4"/>
                    <a:pt x="7" y="6"/>
                  </a:cubicBezTo>
                  <a:cubicBezTo>
                    <a:pt x="0" y="11"/>
                    <a:pt x="6" y="13"/>
                    <a:pt x="9" y="19"/>
                  </a:cubicBezTo>
                  <a:cubicBezTo>
                    <a:pt x="10" y="20"/>
                    <a:pt x="9" y="21"/>
                    <a:pt x="9" y="21"/>
                  </a:cubicBezTo>
                  <a:cubicBezTo>
                    <a:pt x="10" y="22"/>
                    <a:pt x="11" y="23"/>
                    <a:pt x="11" y="24"/>
                  </a:cubicBezTo>
                  <a:cubicBezTo>
                    <a:pt x="11" y="24"/>
                    <a:pt x="14" y="31"/>
                    <a:pt x="13" y="32"/>
                  </a:cubicBezTo>
                  <a:cubicBezTo>
                    <a:pt x="11" y="35"/>
                    <a:pt x="12" y="36"/>
                    <a:pt x="12" y="41"/>
                  </a:cubicBezTo>
                  <a:cubicBezTo>
                    <a:pt x="12" y="44"/>
                    <a:pt x="12" y="44"/>
                    <a:pt x="12" y="44"/>
                  </a:cubicBezTo>
                  <a:cubicBezTo>
                    <a:pt x="11" y="46"/>
                    <a:pt x="9" y="56"/>
                    <a:pt x="9" y="56"/>
                  </a:cubicBezTo>
                  <a:cubicBezTo>
                    <a:pt x="10" y="60"/>
                    <a:pt x="10" y="67"/>
                    <a:pt x="9" y="68"/>
                  </a:cubicBezTo>
                  <a:cubicBezTo>
                    <a:pt x="9" y="71"/>
                    <a:pt x="10" y="75"/>
                    <a:pt x="10" y="76"/>
                  </a:cubicBezTo>
                  <a:cubicBezTo>
                    <a:pt x="9" y="77"/>
                    <a:pt x="9" y="79"/>
                    <a:pt x="9" y="81"/>
                  </a:cubicBezTo>
                  <a:cubicBezTo>
                    <a:pt x="10" y="81"/>
                    <a:pt x="11" y="81"/>
                    <a:pt x="11" y="81"/>
                  </a:cubicBezTo>
                  <a:cubicBezTo>
                    <a:pt x="13" y="82"/>
                    <a:pt x="13" y="84"/>
                    <a:pt x="15" y="85"/>
                  </a:cubicBezTo>
                  <a:cubicBezTo>
                    <a:pt x="16" y="87"/>
                    <a:pt x="19" y="86"/>
                    <a:pt x="20" y="87"/>
                  </a:cubicBezTo>
                  <a:cubicBezTo>
                    <a:pt x="20" y="87"/>
                    <a:pt x="20" y="87"/>
                    <a:pt x="20" y="87"/>
                  </a:cubicBezTo>
                  <a:cubicBezTo>
                    <a:pt x="21" y="87"/>
                    <a:pt x="20" y="87"/>
                    <a:pt x="21" y="87"/>
                  </a:cubicBezTo>
                  <a:cubicBezTo>
                    <a:pt x="24" y="87"/>
                    <a:pt x="25" y="87"/>
                    <a:pt x="27" y="86"/>
                  </a:cubicBezTo>
                  <a:cubicBezTo>
                    <a:pt x="28" y="86"/>
                    <a:pt x="29" y="86"/>
                    <a:pt x="30" y="87"/>
                  </a:cubicBezTo>
                  <a:cubicBezTo>
                    <a:pt x="30" y="86"/>
                    <a:pt x="30" y="86"/>
                    <a:pt x="31" y="86"/>
                  </a:cubicBezTo>
                  <a:cubicBezTo>
                    <a:pt x="32" y="86"/>
                    <a:pt x="32" y="86"/>
                    <a:pt x="32" y="86"/>
                  </a:cubicBezTo>
                  <a:cubicBezTo>
                    <a:pt x="32" y="86"/>
                    <a:pt x="33" y="87"/>
                    <a:pt x="33" y="87"/>
                  </a:cubicBezTo>
                  <a:cubicBezTo>
                    <a:pt x="33" y="87"/>
                    <a:pt x="33" y="87"/>
                    <a:pt x="33" y="87"/>
                  </a:cubicBezTo>
                  <a:cubicBezTo>
                    <a:pt x="36" y="87"/>
                    <a:pt x="40" y="85"/>
                    <a:pt x="43" y="85"/>
                  </a:cubicBezTo>
                  <a:cubicBezTo>
                    <a:pt x="43" y="86"/>
                    <a:pt x="43" y="86"/>
                    <a:pt x="43" y="86"/>
                  </a:cubicBezTo>
                  <a:cubicBezTo>
                    <a:pt x="44" y="85"/>
                    <a:pt x="46" y="84"/>
                    <a:pt x="46" y="84"/>
                  </a:cubicBezTo>
                  <a:cubicBezTo>
                    <a:pt x="46" y="84"/>
                    <a:pt x="49" y="85"/>
                    <a:pt x="50" y="86"/>
                  </a:cubicBezTo>
                  <a:cubicBezTo>
                    <a:pt x="52" y="85"/>
                    <a:pt x="55" y="85"/>
                    <a:pt x="57" y="85"/>
                  </a:cubicBezTo>
                  <a:cubicBezTo>
                    <a:pt x="57" y="85"/>
                    <a:pt x="57" y="86"/>
                    <a:pt x="58" y="86"/>
                  </a:cubicBezTo>
                  <a:cubicBezTo>
                    <a:pt x="59" y="86"/>
                    <a:pt x="61" y="85"/>
                    <a:pt x="62" y="85"/>
                  </a:cubicBezTo>
                  <a:cubicBezTo>
                    <a:pt x="63" y="84"/>
                    <a:pt x="62" y="85"/>
                    <a:pt x="63" y="85"/>
                  </a:cubicBezTo>
                  <a:cubicBezTo>
                    <a:pt x="63" y="85"/>
                    <a:pt x="63" y="85"/>
                    <a:pt x="63" y="85"/>
                  </a:cubicBezTo>
                  <a:cubicBezTo>
                    <a:pt x="65" y="85"/>
                    <a:pt x="69" y="84"/>
                    <a:pt x="70" y="85"/>
                  </a:cubicBezTo>
                  <a:cubicBezTo>
                    <a:pt x="71" y="85"/>
                    <a:pt x="71" y="85"/>
                    <a:pt x="71" y="85"/>
                  </a:cubicBezTo>
                  <a:cubicBezTo>
                    <a:pt x="72" y="85"/>
                    <a:pt x="72" y="84"/>
                    <a:pt x="72" y="84"/>
                  </a:cubicBezTo>
                  <a:cubicBezTo>
                    <a:pt x="72" y="85"/>
                    <a:pt x="72" y="85"/>
                    <a:pt x="72" y="85"/>
                  </a:cubicBezTo>
                  <a:cubicBezTo>
                    <a:pt x="74" y="85"/>
                    <a:pt x="75" y="83"/>
                    <a:pt x="76" y="84"/>
                  </a:cubicBezTo>
                  <a:cubicBezTo>
                    <a:pt x="77" y="85"/>
                    <a:pt x="82" y="84"/>
                    <a:pt x="83" y="84"/>
                  </a:cubicBezTo>
                  <a:cubicBezTo>
                    <a:pt x="89" y="87"/>
                    <a:pt x="97" y="86"/>
                    <a:pt x="99" y="88"/>
                  </a:cubicBezTo>
                  <a:cubicBezTo>
                    <a:pt x="99" y="87"/>
                    <a:pt x="100" y="87"/>
                    <a:pt x="101" y="87"/>
                  </a:cubicBezTo>
                  <a:cubicBezTo>
                    <a:pt x="102" y="88"/>
                    <a:pt x="104" y="91"/>
                    <a:pt x="105" y="91"/>
                  </a:cubicBezTo>
                  <a:cubicBezTo>
                    <a:pt x="105" y="94"/>
                    <a:pt x="105" y="95"/>
                    <a:pt x="106" y="97"/>
                  </a:cubicBezTo>
                  <a:cubicBezTo>
                    <a:pt x="106" y="97"/>
                    <a:pt x="106" y="97"/>
                    <a:pt x="107" y="97"/>
                  </a:cubicBezTo>
                  <a:cubicBezTo>
                    <a:pt x="106" y="99"/>
                    <a:pt x="112" y="108"/>
                    <a:pt x="113" y="110"/>
                  </a:cubicBezTo>
                  <a:cubicBezTo>
                    <a:pt x="114" y="110"/>
                    <a:pt x="116" y="110"/>
                    <a:pt x="117" y="111"/>
                  </a:cubicBezTo>
                  <a:cubicBezTo>
                    <a:pt x="117" y="111"/>
                    <a:pt x="118" y="112"/>
                    <a:pt x="118" y="112"/>
                  </a:cubicBezTo>
                  <a:cubicBezTo>
                    <a:pt x="119" y="112"/>
                    <a:pt x="123" y="113"/>
                    <a:pt x="125" y="112"/>
                  </a:cubicBezTo>
                  <a:cubicBezTo>
                    <a:pt x="130" y="109"/>
                    <a:pt x="145" y="99"/>
                    <a:pt x="146" y="91"/>
                  </a:cubicBezTo>
                  <a:cubicBezTo>
                    <a:pt x="145" y="90"/>
                    <a:pt x="146" y="89"/>
                    <a:pt x="145" y="88"/>
                  </a:cubicBezTo>
                  <a:close/>
                  <a:moveTo>
                    <a:pt x="97" y="69"/>
                  </a:moveTo>
                  <a:cubicBezTo>
                    <a:pt x="96" y="72"/>
                    <a:pt x="88" y="72"/>
                    <a:pt x="85" y="71"/>
                  </a:cubicBezTo>
                  <a:cubicBezTo>
                    <a:pt x="78" y="70"/>
                    <a:pt x="53" y="69"/>
                    <a:pt x="48" y="71"/>
                  </a:cubicBezTo>
                  <a:cubicBezTo>
                    <a:pt x="37" y="71"/>
                    <a:pt x="37" y="71"/>
                    <a:pt x="37" y="71"/>
                  </a:cubicBezTo>
                  <a:cubicBezTo>
                    <a:pt x="37" y="72"/>
                    <a:pt x="37" y="72"/>
                    <a:pt x="37" y="72"/>
                  </a:cubicBezTo>
                  <a:cubicBezTo>
                    <a:pt x="36" y="73"/>
                    <a:pt x="35" y="71"/>
                    <a:pt x="35" y="73"/>
                  </a:cubicBezTo>
                  <a:cubicBezTo>
                    <a:pt x="34" y="73"/>
                    <a:pt x="34" y="72"/>
                    <a:pt x="33" y="72"/>
                  </a:cubicBezTo>
                  <a:cubicBezTo>
                    <a:pt x="33" y="72"/>
                    <a:pt x="19" y="78"/>
                    <a:pt x="18" y="78"/>
                  </a:cubicBezTo>
                  <a:cubicBezTo>
                    <a:pt x="18" y="78"/>
                    <a:pt x="17" y="77"/>
                    <a:pt x="17" y="77"/>
                  </a:cubicBezTo>
                  <a:cubicBezTo>
                    <a:pt x="17" y="64"/>
                    <a:pt x="29" y="66"/>
                    <a:pt x="38" y="61"/>
                  </a:cubicBezTo>
                  <a:cubicBezTo>
                    <a:pt x="40" y="62"/>
                    <a:pt x="41" y="62"/>
                    <a:pt x="43" y="62"/>
                  </a:cubicBezTo>
                  <a:cubicBezTo>
                    <a:pt x="43" y="61"/>
                    <a:pt x="46" y="62"/>
                    <a:pt x="46" y="62"/>
                  </a:cubicBezTo>
                  <a:cubicBezTo>
                    <a:pt x="46" y="61"/>
                    <a:pt x="53" y="60"/>
                    <a:pt x="53" y="60"/>
                  </a:cubicBezTo>
                  <a:cubicBezTo>
                    <a:pt x="57" y="58"/>
                    <a:pt x="61" y="62"/>
                    <a:pt x="65" y="60"/>
                  </a:cubicBezTo>
                  <a:cubicBezTo>
                    <a:pt x="65" y="60"/>
                    <a:pt x="68" y="60"/>
                    <a:pt x="69" y="61"/>
                  </a:cubicBezTo>
                  <a:cubicBezTo>
                    <a:pt x="70" y="59"/>
                    <a:pt x="79" y="62"/>
                    <a:pt x="80" y="60"/>
                  </a:cubicBezTo>
                  <a:cubicBezTo>
                    <a:pt x="81" y="60"/>
                    <a:pt x="89" y="60"/>
                    <a:pt x="90" y="60"/>
                  </a:cubicBezTo>
                  <a:cubicBezTo>
                    <a:pt x="91" y="60"/>
                    <a:pt x="93" y="61"/>
                    <a:pt x="95" y="61"/>
                  </a:cubicBezTo>
                  <a:cubicBezTo>
                    <a:pt x="94" y="62"/>
                    <a:pt x="98" y="66"/>
                    <a:pt x="97" y="69"/>
                  </a:cubicBezTo>
                  <a:close/>
                  <a:moveTo>
                    <a:pt x="92" y="48"/>
                  </a:moveTo>
                  <a:cubicBezTo>
                    <a:pt x="84" y="44"/>
                    <a:pt x="59" y="48"/>
                    <a:pt x="57" y="46"/>
                  </a:cubicBezTo>
                  <a:cubicBezTo>
                    <a:pt x="54" y="47"/>
                    <a:pt x="51" y="47"/>
                    <a:pt x="48" y="48"/>
                  </a:cubicBezTo>
                  <a:cubicBezTo>
                    <a:pt x="49" y="47"/>
                    <a:pt x="43" y="49"/>
                    <a:pt x="42" y="48"/>
                  </a:cubicBezTo>
                  <a:cubicBezTo>
                    <a:pt x="42" y="48"/>
                    <a:pt x="42" y="48"/>
                    <a:pt x="42" y="48"/>
                  </a:cubicBezTo>
                  <a:cubicBezTo>
                    <a:pt x="39" y="50"/>
                    <a:pt x="27" y="53"/>
                    <a:pt x="23" y="51"/>
                  </a:cubicBezTo>
                  <a:cubicBezTo>
                    <a:pt x="23" y="50"/>
                    <a:pt x="23" y="48"/>
                    <a:pt x="23" y="47"/>
                  </a:cubicBezTo>
                  <a:cubicBezTo>
                    <a:pt x="24" y="46"/>
                    <a:pt x="25" y="45"/>
                    <a:pt x="26" y="44"/>
                  </a:cubicBezTo>
                  <a:cubicBezTo>
                    <a:pt x="27" y="44"/>
                    <a:pt x="28" y="44"/>
                    <a:pt x="30" y="44"/>
                  </a:cubicBezTo>
                  <a:cubicBezTo>
                    <a:pt x="31" y="42"/>
                    <a:pt x="33" y="42"/>
                    <a:pt x="35" y="42"/>
                  </a:cubicBezTo>
                  <a:cubicBezTo>
                    <a:pt x="37" y="41"/>
                    <a:pt x="40" y="40"/>
                    <a:pt x="43" y="39"/>
                  </a:cubicBezTo>
                  <a:cubicBezTo>
                    <a:pt x="44" y="39"/>
                    <a:pt x="45" y="39"/>
                    <a:pt x="46" y="40"/>
                  </a:cubicBezTo>
                  <a:cubicBezTo>
                    <a:pt x="48" y="39"/>
                    <a:pt x="51" y="39"/>
                    <a:pt x="52" y="38"/>
                  </a:cubicBezTo>
                  <a:cubicBezTo>
                    <a:pt x="52" y="38"/>
                    <a:pt x="54" y="39"/>
                    <a:pt x="54" y="39"/>
                  </a:cubicBezTo>
                  <a:cubicBezTo>
                    <a:pt x="55" y="39"/>
                    <a:pt x="64" y="38"/>
                    <a:pt x="64" y="37"/>
                  </a:cubicBezTo>
                  <a:cubicBezTo>
                    <a:pt x="67" y="37"/>
                    <a:pt x="77" y="38"/>
                    <a:pt x="78" y="39"/>
                  </a:cubicBezTo>
                  <a:cubicBezTo>
                    <a:pt x="79" y="38"/>
                    <a:pt x="84" y="39"/>
                    <a:pt x="84" y="39"/>
                  </a:cubicBezTo>
                  <a:cubicBezTo>
                    <a:pt x="85" y="39"/>
                    <a:pt x="95" y="39"/>
                    <a:pt x="96" y="40"/>
                  </a:cubicBezTo>
                  <a:cubicBezTo>
                    <a:pt x="98" y="41"/>
                    <a:pt x="96" y="45"/>
                    <a:pt x="97" y="46"/>
                  </a:cubicBezTo>
                  <a:cubicBezTo>
                    <a:pt x="97" y="46"/>
                    <a:pt x="93" y="49"/>
                    <a:pt x="92" y="48"/>
                  </a:cubicBezTo>
                  <a:close/>
                  <a:moveTo>
                    <a:pt x="97" y="25"/>
                  </a:moveTo>
                  <a:cubicBezTo>
                    <a:pt x="91" y="29"/>
                    <a:pt x="82" y="22"/>
                    <a:pt x="78" y="24"/>
                  </a:cubicBezTo>
                  <a:cubicBezTo>
                    <a:pt x="75" y="25"/>
                    <a:pt x="70" y="24"/>
                    <a:pt x="66" y="25"/>
                  </a:cubicBezTo>
                  <a:cubicBezTo>
                    <a:pt x="65" y="25"/>
                    <a:pt x="64" y="25"/>
                    <a:pt x="63" y="25"/>
                  </a:cubicBezTo>
                  <a:cubicBezTo>
                    <a:pt x="62" y="25"/>
                    <a:pt x="57" y="26"/>
                    <a:pt x="56" y="26"/>
                  </a:cubicBezTo>
                  <a:cubicBezTo>
                    <a:pt x="55" y="26"/>
                    <a:pt x="55" y="25"/>
                    <a:pt x="54" y="25"/>
                  </a:cubicBezTo>
                  <a:cubicBezTo>
                    <a:pt x="50" y="26"/>
                    <a:pt x="48" y="27"/>
                    <a:pt x="42" y="27"/>
                  </a:cubicBezTo>
                  <a:cubicBezTo>
                    <a:pt x="41" y="27"/>
                    <a:pt x="41" y="28"/>
                    <a:pt x="40" y="28"/>
                  </a:cubicBezTo>
                  <a:cubicBezTo>
                    <a:pt x="30" y="29"/>
                    <a:pt x="30" y="29"/>
                    <a:pt x="30" y="29"/>
                  </a:cubicBezTo>
                  <a:cubicBezTo>
                    <a:pt x="28" y="29"/>
                    <a:pt x="26" y="26"/>
                    <a:pt x="25" y="26"/>
                  </a:cubicBezTo>
                  <a:cubicBezTo>
                    <a:pt x="25" y="24"/>
                    <a:pt x="26" y="25"/>
                    <a:pt x="27" y="24"/>
                  </a:cubicBezTo>
                  <a:cubicBezTo>
                    <a:pt x="29" y="23"/>
                    <a:pt x="29" y="22"/>
                    <a:pt x="31" y="21"/>
                  </a:cubicBezTo>
                  <a:cubicBezTo>
                    <a:pt x="33" y="21"/>
                    <a:pt x="33" y="21"/>
                    <a:pt x="33" y="21"/>
                  </a:cubicBezTo>
                  <a:cubicBezTo>
                    <a:pt x="35" y="20"/>
                    <a:pt x="38" y="20"/>
                    <a:pt x="42" y="18"/>
                  </a:cubicBezTo>
                  <a:cubicBezTo>
                    <a:pt x="42" y="17"/>
                    <a:pt x="45" y="18"/>
                    <a:pt x="46" y="18"/>
                  </a:cubicBezTo>
                  <a:cubicBezTo>
                    <a:pt x="46" y="17"/>
                    <a:pt x="50" y="17"/>
                    <a:pt x="51" y="17"/>
                  </a:cubicBezTo>
                  <a:cubicBezTo>
                    <a:pt x="53" y="16"/>
                    <a:pt x="59" y="17"/>
                    <a:pt x="61" y="17"/>
                  </a:cubicBezTo>
                  <a:cubicBezTo>
                    <a:pt x="64" y="16"/>
                    <a:pt x="66" y="17"/>
                    <a:pt x="67" y="18"/>
                  </a:cubicBezTo>
                  <a:cubicBezTo>
                    <a:pt x="70" y="18"/>
                    <a:pt x="74" y="17"/>
                    <a:pt x="75" y="17"/>
                  </a:cubicBezTo>
                  <a:cubicBezTo>
                    <a:pt x="77" y="16"/>
                    <a:pt x="79" y="18"/>
                    <a:pt x="80" y="17"/>
                  </a:cubicBezTo>
                  <a:cubicBezTo>
                    <a:pt x="80" y="17"/>
                    <a:pt x="80" y="17"/>
                    <a:pt x="80" y="16"/>
                  </a:cubicBezTo>
                  <a:cubicBezTo>
                    <a:pt x="81" y="16"/>
                    <a:pt x="83" y="17"/>
                    <a:pt x="83" y="17"/>
                  </a:cubicBezTo>
                  <a:cubicBezTo>
                    <a:pt x="83" y="17"/>
                    <a:pt x="88" y="16"/>
                    <a:pt x="89" y="17"/>
                  </a:cubicBezTo>
                  <a:cubicBezTo>
                    <a:pt x="89" y="17"/>
                    <a:pt x="94" y="18"/>
                    <a:pt x="95" y="18"/>
                  </a:cubicBezTo>
                  <a:cubicBezTo>
                    <a:pt x="96" y="18"/>
                    <a:pt x="96" y="19"/>
                    <a:pt x="96" y="18"/>
                  </a:cubicBezTo>
                  <a:cubicBezTo>
                    <a:pt x="97" y="19"/>
                    <a:pt x="98" y="19"/>
                    <a:pt x="99" y="20"/>
                  </a:cubicBezTo>
                  <a:cubicBezTo>
                    <a:pt x="99" y="22"/>
                    <a:pt x="98" y="23"/>
                    <a:pt x="97" y="25"/>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40" name="Freeform 16"/>
            <p:cNvSpPr/>
            <p:nvPr/>
          </p:nvSpPr>
          <p:spPr bwMode="auto">
            <a:xfrm>
              <a:off x="1943554" y="6403755"/>
              <a:ext cx="32185" cy="52512"/>
            </a:xfrm>
            <a:custGeom>
              <a:avLst/>
              <a:gdLst>
                <a:gd name="T0" fmla="*/ 6 w 24"/>
                <a:gd name="T1" fmla="*/ 0 h 39"/>
                <a:gd name="T2" fmla="*/ 8 w 24"/>
                <a:gd name="T3" fmla="*/ 0 h 39"/>
                <a:gd name="T4" fmla="*/ 8 w 24"/>
                <a:gd name="T5" fmla="*/ 1 h 39"/>
                <a:gd name="T6" fmla="*/ 13 w 24"/>
                <a:gd name="T7" fmla="*/ 16 h 39"/>
                <a:gd name="T8" fmla="*/ 16 w 24"/>
                <a:gd name="T9" fmla="*/ 18 h 39"/>
                <a:gd name="T10" fmla="*/ 17 w 24"/>
                <a:gd name="T11" fmla="*/ 18 h 39"/>
                <a:gd name="T12" fmla="*/ 23 w 24"/>
                <a:gd name="T13" fmla="*/ 15 h 39"/>
                <a:gd name="T14" fmla="*/ 24 w 24"/>
                <a:gd name="T15" fmla="*/ 25 h 39"/>
                <a:gd name="T16" fmla="*/ 24 w 24"/>
                <a:gd name="T17" fmla="*/ 33 h 39"/>
                <a:gd name="T18" fmla="*/ 21 w 24"/>
                <a:gd name="T19" fmla="*/ 37 h 39"/>
                <a:gd name="T20" fmla="*/ 18 w 24"/>
                <a:gd name="T21" fmla="*/ 39 h 39"/>
                <a:gd name="T22" fmla="*/ 3 w 24"/>
                <a:gd name="T23" fmla="*/ 26 h 39"/>
                <a:gd name="T24" fmla="*/ 3 w 24"/>
                <a:gd name="T25" fmla="*/ 24 h 39"/>
                <a:gd name="T26" fmla="*/ 1 w 24"/>
                <a:gd name="T27" fmla="*/ 20 h 39"/>
                <a:gd name="T28" fmla="*/ 2 w 24"/>
                <a:gd name="T29" fmla="*/ 17 h 39"/>
                <a:gd name="T30" fmla="*/ 0 w 24"/>
                <a:gd name="T31" fmla="*/ 10 h 39"/>
                <a:gd name="T32" fmla="*/ 3 w 24"/>
                <a:gd name="T33" fmla="*/ 5 h 39"/>
                <a:gd name="T34" fmla="*/ 6 w 24"/>
                <a:gd name="T3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9">
                  <a:moveTo>
                    <a:pt x="6" y="0"/>
                  </a:moveTo>
                  <a:cubicBezTo>
                    <a:pt x="7" y="0"/>
                    <a:pt x="7" y="0"/>
                    <a:pt x="8" y="0"/>
                  </a:cubicBezTo>
                  <a:cubicBezTo>
                    <a:pt x="8" y="1"/>
                    <a:pt x="8" y="1"/>
                    <a:pt x="8" y="1"/>
                  </a:cubicBezTo>
                  <a:cubicBezTo>
                    <a:pt x="5" y="5"/>
                    <a:pt x="12" y="13"/>
                    <a:pt x="13" y="16"/>
                  </a:cubicBezTo>
                  <a:cubicBezTo>
                    <a:pt x="14" y="17"/>
                    <a:pt x="15" y="16"/>
                    <a:pt x="16" y="18"/>
                  </a:cubicBezTo>
                  <a:cubicBezTo>
                    <a:pt x="16" y="18"/>
                    <a:pt x="17" y="18"/>
                    <a:pt x="17" y="18"/>
                  </a:cubicBezTo>
                  <a:cubicBezTo>
                    <a:pt x="18" y="16"/>
                    <a:pt x="21" y="15"/>
                    <a:pt x="23" y="15"/>
                  </a:cubicBezTo>
                  <a:cubicBezTo>
                    <a:pt x="24" y="19"/>
                    <a:pt x="20" y="21"/>
                    <a:pt x="24" y="25"/>
                  </a:cubicBezTo>
                  <a:cubicBezTo>
                    <a:pt x="24" y="28"/>
                    <a:pt x="24" y="30"/>
                    <a:pt x="24" y="33"/>
                  </a:cubicBezTo>
                  <a:cubicBezTo>
                    <a:pt x="23" y="34"/>
                    <a:pt x="22" y="36"/>
                    <a:pt x="21" y="37"/>
                  </a:cubicBezTo>
                  <a:cubicBezTo>
                    <a:pt x="20" y="38"/>
                    <a:pt x="19" y="38"/>
                    <a:pt x="18" y="39"/>
                  </a:cubicBezTo>
                  <a:cubicBezTo>
                    <a:pt x="12" y="37"/>
                    <a:pt x="6" y="31"/>
                    <a:pt x="3" y="26"/>
                  </a:cubicBezTo>
                  <a:cubicBezTo>
                    <a:pt x="3" y="26"/>
                    <a:pt x="4" y="25"/>
                    <a:pt x="3" y="24"/>
                  </a:cubicBezTo>
                  <a:cubicBezTo>
                    <a:pt x="3" y="23"/>
                    <a:pt x="2" y="21"/>
                    <a:pt x="1" y="20"/>
                  </a:cubicBezTo>
                  <a:cubicBezTo>
                    <a:pt x="1" y="19"/>
                    <a:pt x="2" y="18"/>
                    <a:pt x="2" y="17"/>
                  </a:cubicBezTo>
                  <a:cubicBezTo>
                    <a:pt x="1" y="15"/>
                    <a:pt x="0" y="13"/>
                    <a:pt x="0" y="10"/>
                  </a:cubicBezTo>
                  <a:cubicBezTo>
                    <a:pt x="1" y="9"/>
                    <a:pt x="2" y="7"/>
                    <a:pt x="3" y="5"/>
                  </a:cubicBezTo>
                  <a:cubicBezTo>
                    <a:pt x="4" y="3"/>
                    <a:pt x="4" y="2"/>
                    <a:pt x="6"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grpSp>
      <p:sp>
        <p:nvSpPr>
          <p:cNvPr id="42" name="矩形: 圆角 41"/>
          <p:cNvSpPr/>
          <p:nvPr userDrawn="1"/>
        </p:nvSpPr>
        <p:spPr>
          <a:xfrm>
            <a:off x="1074556" y="1384463"/>
            <a:ext cx="1203325" cy="452321"/>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userDrawn="1"/>
        </p:nvSpPr>
        <p:spPr>
          <a:xfrm>
            <a:off x="1872409" y="1629502"/>
            <a:ext cx="752680" cy="357887"/>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p:cNvSpPr/>
          <p:nvPr userDrawn="1"/>
        </p:nvSpPr>
        <p:spPr>
          <a:xfrm>
            <a:off x="2403745" y="1930963"/>
            <a:ext cx="872855" cy="139609"/>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240725" y="3773521"/>
            <a:ext cx="142876" cy="1103517"/>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417500" y="3773521"/>
            <a:ext cx="72000" cy="110351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4569900" y="3724990"/>
            <a:ext cx="1266825" cy="369332"/>
          </a:xfrm>
          <a:prstGeom prst="rect">
            <a:avLst/>
          </a:prstGeom>
          <a:noFill/>
        </p:spPr>
        <p:txBody>
          <a:bodyPr wrap="square" rtlCol="0">
            <a:spAutoFit/>
          </a:bodyPr>
          <a:lstStyle/>
          <a:p>
            <a:r>
              <a:rPr>
                <a:latin typeface="Microsoft YaHei"/>
              </a:rPr>
              <a:t>授课对象</a:t>
            </a:r>
          </a:p>
        </p:txBody>
      </p:sp>
      <p:sp>
        <p:nvSpPr>
          <p:cNvPr id="49" name="文本框 48"/>
          <p:cNvSpPr txBox="1"/>
          <p:nvPr/>
        </p:nvSpPr>
        <p:spPr>
          <a:xfrm>
            <a:off x="4569900" y="4125100"/>
            <a:ext cx="1266825" cy="369332"/>
          </a:xfrm>
          <a:prstGeom prst="rect">
            <a:avLst/>
          </a:prstGeom>
          <a:noFill/>
        </p:spPr>
        <p:txBody>
          <a:bodyPr wrap="square" rtlCol="0">
            <a:spAutoFit/>
          </a:bodyPr>
          <a:lstStyle/>
          <a:p>
            <a:r>
              <a:rPr>
                <a:latin typeface="Microsoft YaHei"/>
              </a:rPr>
              <a:t>课程专题</a:t>
            </a:r>
          </a:p>
        </p:txBody>
      </p:sp>
      <p:sp>
        <p:nvSpPr>
          <p:cNvPr id="50" name="文本框 49"/>
          <p:cNvSpPr txBox="1"/>
          <p:nvPr/>
        </p:nvSpPr>
        <p:spPr>
          <a:xfrm>
            <a:off x="4569900" y="4507707"/>
            <a:ext cx="1266825" cy="369332"/>
          </a:xfrm>
          <a:prstGeom prst="rect">
            <a:avLst/>
          </a:prstGeom>
          <a:noFill/>
        </p:spPr>
        <p:txBody>
          <a:bodyPr wrap="square" rtlCol="0">
            <a:spAutoFit/>
          </a:bodyPr>
          <a:lstStyle/>
          <a:p>
            <a:r>
              <a:rPr>
                <a:latin typeface="Microsoft YaHei"/>
              </a:rPr>
              <a:t>授课日期</a:t>
            </a:r>
          </a:p>
        </p:txBody>
      </p:sp>
      <p:cxnSp>
        <p:nvCxnSpPr>
          <p:cNvPr id="51" name="直接连接符 50"/>
          <p:cNvCxnSpPr/>
          <p:nvPr/>
        </p:nvCxnSpPr>
        <p:spPr>
          <a:xfrm>
            <a:off x="5836725" y="4027647"/>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5836725" y="4427631"/>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836725" y="4827615"/>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55" name="文本占位符 54"/>
          <p:cNvSpPr>
            <a:spLocks noGrp="1"/>
          </p:cNvSpPr>
          <p:nvPr userDrawn="1">
            <p:ph type="body" sz="quarter" idx="10" hasCustomPrompt="1"/>
          </p:nvPr>
        </p:nvSpPr>
        <p:spPr>
          <a:xfrm>
            <a:off x="587375" y="2566453"/>
            <a:ext cx="11017250" cy="606425"/>
          </a:xfrm>
        </p:spPr>
        <p:txBody>
          <a:bodyPr>
            <a:normAutofit/>
          </a:bodyPr>
          <a:lstStyle>
            <a:lvl1pPr marL="0" indent="0" algn="ctr">
              <a:lnSpc>
                <a:spcPct val="100000"/>
              </a:lnSpc>
              <a:spcBef>
                <a:spcPts val="0"/>
              </a:spcBef>
              <a:buNone/>
              <a:defRPr sz="3200" b="1">
                <a:solidFill>
                  <a:srgbClr val="003778"/>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a:t>
            </a:r>
            <a:r>
              <a:rPr lang="en-US" altLang="zh-CN" dirty="0">
                <a:latin typeface="Microsoft YaHei"/>
              </a:rPr>
              <a:t>PPT</a:t>
            </a:r>
            <a:r>
              <a:rPr lang="zh-CN" altLang="en-US" dirty="0">
                <a:latin typeface="Microsoft YaHei"/>
              </a:rPr>
              <a:t>标题内容文本</a:t>
            </a:r>
            <a:endParaRPr lang="zh-CN" altLang="en-US" dirty="0"/>
          </a:p>
        </p:txBody>
      </p:sp>
      <p:sp>
        <p:nvSpPr>
          <p:cNvPr id="57" name="文本占位符 56"/>
          <p:cNvSpPr>
            <a:spLocks noGrp="1"/>
          </p:cNvSpPr>
          <p:nvPr userDrawn="1">
            <p:ph type="body" sz="quarter" idx="11" hasCustomPrompt="1"/>
          </p:nvPr>
        </p:nvSpPr>
        <p:spPr>
          <a:xfrm>
            <a:off x="5951537" y="3756236"/>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10800040101010101" pitchFamily="2" charset="-122"/>
                <a:ea typeface="Microsoft YaHei" panose="02010800040101010101" pitchFamily="2" charset="-122"/>
              </a:defRPr>
            </a:lvl1pPr>
          </a:lstStyle>
          <a:p>
            <a:pPr lvl="0"/>
            <a:r>
              <a:rPr lang="zh-CN" altLang="en-US" dirty="0">
                <a:latin typeface="Microsoft YaHei"/>
              </a:rPr>
              <a:t>插入姓名</a:t>
            </a:r>
            <a:endParaRPr lang="zh-CN" altLang="en-US" dirty="0"/>
          </a:p>
        </p:txBody>
      </p:sp>
      <p:sp>
        <p:nvSpPr>
          <p:cNvPr id="58" name="文本占位符 56"/>
          <p:cNvSpPr>
            <a:spLocks noGrp="1"/>
          </p:cNvSpPr>
          <p:nvPr userDrawn="1">
            <p:ph type="body" sz="quarter" idx="12" hasCustomPrompt="1"/>
          </p:nvPr>
        </p:nvSpPr>
        <p:spPr>
          <a:xfrm>
            <a:off x="5951537" y="4149629"/>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插入单位名称</a:t>
            </a:r>
            <a:endParaRPr lang="zh-CN" altLang="en-US" dirty="0"/>
          </a:p>
        </p:txBody>
      </p:sp>
      <p:sp>
        <p:nvSpPr>
          <p:cNvPr id="59" name="文本占位符 56"/>
          <p:cNvSpPr>
            <a:spLocks noGrp="1"/>
          </p:cNvSpPr>
          <p:nvPr userDrawn="1">
            <p:ph type="body" sz="quarter" idx="13" hasCustomPrompt="1"/>
          </p:nvPr>
        </p:nvSpPr>
        <p:spPr>
          <a:xfrm>
            <a:off x="5951537" y="4543021"/>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插入具体日期</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页-橙">
    <p:spTree>
      <p:nvGrpSpPr>
        <p:cNvPr id="1" name=""/>
        <p:cNvGrpSpPr/>
        <p:nvPr/>
      </p:nvGrpSpPr>
      <p:grpSpPr>
        <a:xfrm>
          <a:off x="0" y="0"/>
          <a:ext cx="0" cy="0"/>
          <a:chOff x="0" y="0"/>
          <a:chExt cx="0" cy="0"/>
        </a:xfrm>
      </p:grpSpPr>
      <p:sp>
        <p:nvSpPr>
          <p:cNvPr id="7" name="任意多边形: 形状 6"/>
          <p:cNvSpPr/>
          <p:nvPr userDrawn="1"/>
        </p:nvSpPr>
        <p:spPr>
          <a:xfrm>
            <a:off x="0" y="5324476"/>
            <a:ext cx="12192000" cy="1536648"/>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nvSpPr>
        <p:spPr>
          <a:xfrm>
            <a:off x="0" y="5581650"/>
            <a:ext cx="12192000" cy="127947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F5A01B">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0" y="5808181"/>
            <a:ext cx="12192000" cy="105294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0"/>
            <a:ext cx="12192000" cy="1918726"/>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userDrawn="1"/>
        </p:nvSpPr>
        <p:spPr>
          <a:xfrm>
            <a:off x="0" y="0"/>
            <a:ext cx="12192000" cy="1685925"/>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32595" y="301117"/>
            <a:ext cx="3400425" cy="733912"/>
          </a:xfrm>
          <a:prstGeom prst="rect">
            <a:avLst/>
          </a:prstGeom>
        </p:spPr>
      </p:pic>
      <p:grpSp>
        <p:nvGrpSpPr>
          <p:cNvPr id="13" name="组合 12"/>
          <p:cNvGrpSpPr/>
          <p:nvPr userDrawn="1"/>
        </p:nvGrpSpPr>
        <p:grpSpPr>
          <a:xfrm>
            <a:off x="361950" y="303086"/>
            <a:ext cx="1714500" cy="161925"/>
            <a:chOff x="361950" y="208200"/>
            <a:chExt cx="1714500" cy="161925"/>
          </a:xfrm>
        </p:grpSpPr>
        <p:sp>
          <p:nvSpPr>
            <p:cNvPr id="14" name="椭圆 13"/>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0161468" y="6435735"/>
            <a:ext cx="1714500" cy="161925"/>
            <a:chOff x="361950" y="208200"/>
            <a:chExt cx="1714500" cy="161925"/>
          </a:xfrm>
        </p:grpSpPr>
        <p:sp>
          <p:nvSpPr>
            <p:cNvPr id="22" name="椭圆 21"/>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userDrawn="1"/>
        </p:nvGrpSpPr>
        <p:grpSpPr>
          <a:xfrm>
            <a:off x="615213" y="6221386"/>
            <a:ext cx="1633536" cy="300394"/>
            <a:chOff x="614365" y="6160955"/>
            <a:chExt cx="1633536" cy="300394"/>
          </a:xfrm>
        </p:grpSpPr>
        <p:sp>
          <p:nvSpPr>
            <p:cNvPr id="30" name="Freeform 6"/>
            <p:cNvSpPr/>
            <p:nvPr/>
          </p:nvSpPr>
          <p:spPr bwMode="auto">
            <a:xfrm>
              <a:off x="1074556" y="6170554"/>
              <a:ext cx="286843" cy="62112"/>
            </a:xfrm>
            <a:custGeom>
              <a:avLst/>
              <a:gdLst>
                <a:gd name="T0" fmla="*/ 98 w 214"/>
                <a:gd name="T1" fmla="*/ 0 h 46"/>
                <a:gd name="T2" fmla="*/ 108 w 214"/>
                <a:gd name="T3" fmla="*/ 3 h 46"/>
                <a:gd name="T4" fmla="*/ 127 w 214"/>
                <a:gd name="T5" fmla="*/ 17 h 46"/>
                <a:gd name="T6" fmla="*/ 137 w 214"/>
                <a:gd name="T7" fmla="*/ 19 h 46"/>
                <a:gd name="T8" fmla="*/ 139 w 214"/>
                <a:gd name="T9" fmla="*/ 19 h 46"/>
                <a:gd name="T10" fmla="*/ 162 w 214"/>
                <a:gd name="T11" fmla="*/ 19 h 46"/>
                <a:gd name="T12" fmla="*/ 176 w 214"/>
                <a:gd name="T13" fmla="*/ 19 h 46"/>
                <a:gd name="T14" fmla="*/ 188 w 214"/>
                <a:gd name="T15" fmla="*/ 19 h 46"/>
                <a:gd name="T16" fmla="*/ 202 w 214"/>
                <a:gd name="T17" fmla="*/ 18 h 46"/>
                <a:gd name="T18" fmla="*/ 210 w 214"/>
                <a:gd name="T19" fmla="*/ 31 h 46"/>
                <a:gd name="T20" fmla="*/ 200 w 214"/>
                <a:gd name="T21" fmla="*/ 34 h 46"/>
                <a:gd name="T22" fmla="*/ 193 w 214"/>
                <a:gd name="T23" fmla="*/ 35 h 46"/>
                <a:gd name="T24" fmla="*/ 183 w 214"/>
                <a:gd name="T25" fmla="*/ 35 h 46"/>
                <a:gd name="T26" fmla="*/ 165 w 214"/>
                <a:gd name="T27" fmla="*/ 36 h 46"/>
                <a:gd name="T28" fmla="*/ 129 w 214"/>
                <a:gd name="T29" fmla="*/ 36 h 46"/>
                <a:gd name="T30" fmla="*/ 121 w 214"/>
                <a:gd name="T31" fmla="*/ 36 h 46"/>
                <a:gd name="T32" fmla="*/ 118 w 214"/>
                <a:gd name="T33" fmla="*/ 38 h 46"/>
                <a:gd name="T34" fmla="*/ 114 w 214"/>
                <a:gd name="T35" fmla="*/ 38 h 46"/>
                <a:gd name="T36" fmla="*/ 94 w 214"/>
                <a:gd name="T37" fmla="*/ 36 h 46"/>
                <a:gd name="T38" fmla="*/ 80 w 214"/>
                <a:gd name="T39" fmla="*/ 36 h 46"/>
                <a:gd name="T40" fmla="*/ 71 w 214"/>
                <a:gd name="T41" fmla="*/ 37 h 46"/>
                <a:gd name="T42" fmla="*/ 41 w 214"/>
                <a:gd name="T43" fmla="*/ 39 h 46"/>
                <a:gd name="T44" fmla="*/ 34 w 214"/>
                <a:gd name="T45" fmla="*/ 39 h 46"/>
                <a:gd name="T46" fmla="*/ 3 w 214"/>
                <a:gd name="T47" fmla="*/ 39 h 46"/>
                <a:gd name="T48" fmla="*/ 0 w 214"/>
                <a:gd name="T49" fmla="*/ 30 h 46"/>
                <a:gd name="T50" fmla="*/ 5 w 214"/>
                <a:gd name="T51" fmla="*/ 25 h 46"/>
                <a:gd name="T52" fmla="*/ 17 w 214"/>
                <a:gd name="T53" fmla="*/ 23 h 46"/>
                <a:gd name="T54" fmla="*/ 46 w 214"/>
                <a:gd name="T55" fmla="*/ 25 h 46"/>
                <a:gd name="T56" fmla="*/ 61 w 214"/>
                <a:gd name="T57" fmla="*/ 23 h 46"/>
                <a:gd name="T58" fmla="*/ 74 w 214"/>
                <a:gd name="T59" fmla="*/ 21 h 46"/>
                <a:gd name="T60" fmla="*/ 84 w 214"/>
                <a:gd name="T61" fmla="*/ 20 h 46"/>
                <a:gd name="T62" fmla="*/ 88 w 214"/>
                <a:gd name="T63" fmla="*/ 19 h 46"/>
                <a:gd name="T64" fmla="*/ 88 w 214"/>
                <a:gd name="T65" fmla="*/ 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4" h="46">
                  <a:moveTo>
                    <a:pt x="93" y="0"/>
                  </a:moveTo>
                  <a:cubicBezTo>
                    <a:pt x="94" y="1"/>
                    <a:pt x="96" y="0"/>
                    <a:pt x="98" y="0"/>
                  </a:cubicBezTo>
                  <a:cubicBezTo>
                    <a:pt x="101" y="1"/>
                    <a:pt x="101" y="2"/>
                    <a:pt x="104" y="3"/>
                  </a:cubicBezTo>
                  <a:cubicBezTo>
                    <a:pt x="105" y="1"/>
                    <a:pt x="108" y="4"/>
                    <a:pt x="108" y="3"/>
                  </a:cubicBezTo>
                  <a:cubicBezTo>
                    <a:pt x="113" y="5"/>
                    <a:pt x="118" y="8"/>
                    <a:pt x="122" y="11"/>
                  </a:cubicBezTo>
                  <a:cubicBezTo>
                    <a:pt x="124" y="12"/>
                    <a:pt x="125" y="16"/>
                    <a:pt x="127" y="17"/>
                  </a:cubicBezTo>
                  <a:cubicBezTo>
                    <a:pt x="129" y="18"/>
                    <a:pt x="133" y="18"/>
                    <a:pt x="135" y="20"/>
                  </a:cubicBezTo>
                  <a:cubicBezTo>
                    <a:pt x="135" y="20"/>
                    <a:pt x="136" y="19"/>
                    <a:pt x="137" y="19"/>
                  </a:cubicBezTo>
                  <a:cubicBezTo>
                    <a:pt x="137" y="19"/>
                    <a:pt x="137" y="19"/>
                    <a:pt x="137" y="20"/>
                  </a:cubicBezTo>
                  <a:cubicBezTo>
                    <a:pt x="138" y="19"/>
                    <a:pt x="138" y="19"/>
                    <a:pt x="139" y="19"/>
                  </a:cubicBezTo>
                  <a:cubicBezTo>
                    <a:pt x="139" y="18"/>
                    <a:pt x="146" y="21"/>
                    <a:pt x="148" y="19"/>
                  </a:cubicBezTo>
                  <a:cubicBezTo>
                    <a:pt x="151" y="21"/>
                    <a:pt x="156" y="18"/>
                    <a:pt x="162" y="19"/>
                  </a:cubicBezTo>
                  <a:cubicBezTo>
                    <a:pt x="164" y="20"/>
                    <a:pt x="171" y="20"/>
                    <a:pt x="174" y="18"/>
                  </a:cubicBezTo>
                  <a:cubicBezTo>
                    <a:pt x="175" y="19"/>
                    <a:pt x="176" y="19"/>
                    <a:pt x="176" y="19"/>
                  </a:cubicBezTo>
                  <a:cubicBezTo>
                    <a:pt x="177" y="19"/>
                    <a:pt x="180" y="18"/>
                    <a:pt x="182" y="19"/>
                  </a:cubicBezTo>
                  <a:cubicBezTo>
                    <a:pt x="182" y="20"/>
                    <a:pt x="186" y="19"/>
                    <a:pt x="188" y="19"/>
                  </a:cubicBezTo>
                  <a:cubicBezTo>
                    <a:pt x="190" y="19"/>
                    <a:pt x="192" y="18"/>
                    <a:pt x="195" y="18"/>
                  </a:cubicBezTo>
                  <a:cubicBezTo>
                    <a:pt x="196" y="18"/>
                    <a:pt x="201" y="19"/>
                    <a:pt x="202" y="18"/>
                  </a:cubicBezTo>
                  <a:cubicBezTo>
                    <a:pt x="206" y="20"/>
                    <a:pt x="212" y="21"/>
                    <a:pt x="214" y="23"/>
                  </a:cubicBezTo>
                  <a:cubicBezTo>
                    <a:pt x="214" y="26"/>
                    <a:pt x="213" y="30"/>
                    <a:pt x="210" y="31"/>
                  </a:cubicBezTo>
                  <a:cubicBezTo>
                    <a:pt x="209" y="32"/>
                    <a:pt x="206" y="31"/>
                    <a:pt x="205" y="31"/>
                  </a:cubicBezTo>
                  <a:cubicBezTo>
                    <a:pt x="204" y="32"/>
                    <a:pt x="202" y="34"/>
                    <a:pt x="200" y="34"/>
                  </a:cubicBezTo>
                  <a:cubicBezTo>
                    <a:pt x="198" y="35"/>
                    <a:pt x="195" y="34"/>
                    <a:pt x="194" y="36"/>
                  </a:cubicBezTo>
                  <a:cubicBezTo>
                    <a:pt x="194" y="36"/>
                    <a:pt x="193" y="35"/>
                    <a:pt x="193" y="35"/>
                  </a:cubicBezTo>
                  <a:cubicBezTo>
                    <a:pt x="192" y="35"/>
                    <a:pt x="184" y="35"/>
                    <a:pt x="184" y="35"/>
                  </a:cubicBezTo>
                  <a:cubicBezTo>
                    <a:pt x="183" y="35"/>
                    <a:pt x="183" y="35"/>
                    <a:pt x="183" y="35"/>
                  </a:cubicBezTo>
                  <a:cubicBezTo>
                    <a:pt x="183" y="35"/>
                    <a:pt x="171" y="36"/>
                    <a:pt x="169" y="35"/>
                  </a:cubicBezTo>
                  <a:cubicBezTo>
                    <a:pt x="167" y="35"/>
                    <a:pt x="166" y="35"/>
                    <a:pt x="165" y="36"/>
                  </a:cubicBezTo>
                  <a:cubicBezTo>
                    <a:pt x="159" y="33"/>
                    <a:pt x="147" y="34"/>
                    <a:pt x="141" y="36"/>
                  </a:cubicBezTo>
                  <a:cubicBezTo>
                    <a:pt x="138" y="36"/>
                    <a:pt x="129" y="36"/>
                    <a:pt x="129" y="36"/>
                  </a:cubicBezTo>
                  <a:cubicBezTo>
                    <a:pt x="129" y="36"/>
                    <a:pt x="128" y="37"/>
                    <a:pt x="128" y="37"/>
                  </a:cubicBezTo>
                  <a:cubicBezTo>
                    <a:pt x="125" y="36"/>
                    <a:pt x="123" y="36"/>
                    <a:pt x="121" y="36"/>
                  </a:cubicBezTo>
                  <a:cubicBezTo>
                    <a:pt x="119" y="36"/>
                    <a:pt x="119" y="37"/>
                    <a:pt x="118" y="38"/>
                  </a:cubicBezTo>
                  <a:cubicBezTo>
                    <a:pt x="118" y="38"/>
                    <a:pt x="118" y="38"/>
                    <a:pt x="118" y="38"/>
                  </a:cubicBezTo>
                  <a:cubicBezTo>
                    <a:pt x="117" y="37"/>
                    <a:pt x="116" y="37"/>
                    <a:pt x="115" y="37"/>
                  </a:cubicBezTo>
                  <a:cubicBezTo>
                    <a:pt x="115" y="38"/>
                    <a:pt x="114" y="38"/>
                    <a:pt x="114" y="38"/>
                  </a:cubicBezTo>
                  <a:cubicBezTo>
                    <a:pt x="112" y="38"/>
                    <a:pt x="109" y="37"/>
                    <a:pt x="107" y="36"/>
                  </a:cubicBezTo>
                  <a:cubicBezTo>
                    <a:pt x="104" y="37"/>
                    <a:pt x="98" y="37"/>
                    <a:pt x="94" y="36"/>
                  </a:cubicBezTo>
                  <a:cubicBezTo>
                    <a:pt x="93" y="36"/>
                    <a:pt x="87" y="37"/>
                    <a:pt x="86" y="38"/>
                  </a:cubicBezTo>
                  <a:cubicBezTo>
                    <a:pt x="85" y="38"/>
                    <a:pt x="81" y="37"/>
                    <a:pt x="80" y="36"/>
                  </a:cubicBezTo>
                  <a:cubicBezTo>
                    <a:pt x="78" y="37"/>
                    <a:pt x="77" y="37"/>
                    <a:pt x="75" y="38"/>
                  </a:cubicBezTo>
                  <a:cubicBezTo>
                    <a:pt x="73" y="38"/>
                    <a:pt x="72" y="37"/>
                    <a:pt x="71" y="37"/>
                  </a:cubicBezTo>
                  <a:cubicBezTo>
                    <a:pt x="66" y="39"/>
                    <a:pt x="55" y="36"/>
                    <a:pt x="51" y="39"/>
                  </a:cubicBezTo>
                  <a:cubicBezTo>
                    <a:pt x="49" y="40"/>
                    <a:pt x="44" y="38"/>
                    <a:pt x="41" y="39"/>
                  </a:cubicBezTo>
                  <a:cubicBezTo>
                    <a:pt x="40" y="39"/>
                    <a:pt x="38" y="39"/>
                    <a:pt x="36" y="40"/>
                  </a:cubicBezTo>
                  <a:cubicBezTo>
                    <a:pt x="36" y="40"/>
                    <a:pt x="35" y="39"/>
                    <a:pt x="34" y="39"/>
                  </a:cubicBezTo>
                  <a:cubicBezTo>
                    <a:pt x="30" y="41"/>
                    <a:pt x="20" y="42"/>
                    <a:pt x="18" y="46"/>
                  </a:cubicBezTo>
                  <a:cubicBezTo>
                    <a:pt x="14" y="45"/>
                    <a:pt x="6" y="43"/>
                    <a:pt x="3" y="39"/>
                  </a:cubicBezTo>
                  <a:cubicBezTo>
                    <a:pt x="2" y="38"/>
                    <a:pt x="3" y="35"/>
                    <a:pt x="2" y="34"/>
                  </a:cubicBezTo>
                  <a:cubicBezTo>
                    <a:pt x="1" y="32"/>
                    <a:pt x="0" y="33"/>
                    <a:pt x="0" y="30"/>
                  </a:cubicBezTo>
                  <a:cubicBezTo>
                    <a:pt x="1" y="28"/>
                    <a:pt x="2" y="27"/>
                    <a:pt x="3" y="25"/>
                  </a:cubicBezTo>
                  <a:cubicBezTo>
                    <a:pt x="4" y="25"/>
                    <a:pt x="4" y="26"/>
                    <a:pt x="5" y="25"/>
                  </a:cubicBezTo>
                  <a:cubicBezTo>
                    <a:pt x="8" y="25"/>
                    <a:pt x="10" y="24"/>
                    <a:pt x="13" y="23"/>
                  </a:cubicBezTo>
                  <a:cubicBezTo>
                    <a:pt x="14" y="23"/>
                    <a:pt x="16" y="24"/>
                    <a:pt x="17" y="23"/>
                  </a:cubicBezTo>
                  <a:cubicBezTo>
                    <a:pt x="23" y="23"/>
                    <a:pt x="28" y="23"/>
                    <a:pt x="34" y="23"/>
                  </a:cubicBezTo>
                  <a:cubicBezTo>
                    <a:pt x="35" y="23"/>
                    <a:pt x="43" y="26"/>
                    <a:pt x="46" y="25"/>
                  </a:cubicBezTo>
                  <a:cubicBezTo>
                    <a:pt x="48" y="24"/>
                    <a:pt x="52" y="23"/>
                    <a:pt x="52" y="23"/>
                  </a:cubicBezTo>
                  <a:cubicBezTo>
                    <a:pt x="53" y="23"/>
                    <a:pt x="59" y="23"/>
                    <a:pt x="61" y="23"/>
                  </a:cubicBezTo>
                  <a:cubicBezTo>
                    <a:pt x="63" y="22"/>
                    <a:pt x="68" y="23"/>
                    <a:pt x="70" y="23"/>
                  </a:cubicBezTo>
                  <a:cubicBezTo>
                    <a:pt x="71" y="22"/>
                    <a:pt x="73" y="21"/>
                    <a:pt x="74" y="21"/>
                  </a:cubicBezTo>
                  <a:cubicBezTo>
                    <a:pt x="77" y="21"/>
                    <a:pt x="79" y="21"/>
                    <a:pt x="82" y="21"/>
                  </a:cubicBezTo>
                  <a:cubicBezTo>
                    <a:pt x="83" y="21"/>
                    <a:pt x="83" y="21"/>
                    <a:pt x="84" y="20"/>
                  </a:cubicBezTo>
                  <a:cubicBezTo>
                    <a:pt x="85" y="21"/>
                    <a:pt x="84" y="21"/>
                    <a:pt x="86" y="21"/>
                  </a:cubicBezTo>
                  <a:cubicBezTo>
                    <a:pt x="86" y="21"/>
                    <a:pt x="87" y="20"/>
                    <a:pt x="88" y="19"/>
                  </a:cubicBezTo>
                  <a:cubicBezTo>
                    <a:pt x="88" y="18"/>
                    <a:pt x="89" y="17"/>
                    <a:pt x="89" y="16"/>
                  </a:cubicBezTo>
                  <a:cubicBezTo>
                    <a:pt x="86" y="13"/>
                    <a:pt x="90" y="5"/>
                    <a:pt x="88" y="4"/>
                  </a:cubicBezTo>
                  <a:cubicBezTo>
                    <a:pt x="89" y="2"/>
                    <a:pt x="91" y="1"/>
                    <a:pt x="93"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1" name="Freeform 7"/>
            <p:cNvSpPr>
              <a:spLocks noEditPoints="1"/>
            </p:cNvSpPr>
            <p:nvPr/>
          </p:nvSpPr>
          <p:spPr bwMode="auto">
            <a:xfrm>
              <a:off x="1047452" y="6228149"/>
              <a:ext cx="364765" cy="232071"/>
            </a:xfrm>
            <a:custGeom>
              <a:avLst/>
              <a:gdLst>
                <a:gd name="T0" fmla="*/ 257 w 272"/>
                <a:gd name="T1" fmla="*/ 115 h 172"/>
                <a:gd name="T2" fmla="*/ 219 w 272"/>
                <a:gd name="T3" fmla="*/ 115 h 172"/>
                <a:gd name="T4" fmla="*/ 187 w 272"/>
                <a:gd name="T5" fmla="*/ 113 h 172"/>
                <a:gd name="T6" fmla="*/ 171 w 272"/>
                <a:gd name="T7" fmla="*/ 112 h 172"/>
                <a:gd name="T8" fmla="*/ 125 w 272"/>
                <a:gd name="T9" fmla="*/ 112 h 172"/>
                <a:gd name="T10" fmla="*/ 139 w 272"/>
                <a:gd name="T11" fmla="*/ 100 h 172"/>
                <a:gd name="T12" fmla="*/ 162 w 272"/>
                <a:gd name="T13" fmla="*/ 101 h 172"/>
                <a:gd name="T14" fmla="*/ 183 w 272"/>
                <a:gd name="T15" fmla="*/ 101 h 172"/>
                <a:gd name="T16" fmla="*/ 185 w 272"/>
                <a:gd name="T17" fmla="*/ 58 h 172"/>
                <a:gd name="T18" fmla="*/ 186 w 272"/>
                <a:gd name="T19" fmla="*/ 32 h 172"/>
                <a:gd name="T20" fmla="*/ 194 w 272"/>
                <a:gd name="T21" fmla="*/ 0 h 172"/>
                <a:gd name="T22" fmla="*/ 168 w 272"/>
                <a:gd name="T23" fmla="*/ 1 h 172"/>
                <a:gd name="T24" fmla="*/ 143 w 272"/>
                <a:gd name="T25" fmla="*/ 3 h 172"/>
                <a:gd name="T26" fmla="*/ 114 w 272"/>
                <a:gd name="T27" fmla="*/ 4 h 172"/>
                <a:gd name="T28" fmla="*/ 95 w 272"/>
                <a:gd name="T29" fmla="*/ 2 h 172"/>
                <a:gd name="T30" fmla="*/ 63 w 272"/>
                <a:gd name="T31" fmla="*/ 5 h 172"/>
                <a:gd name="T32" fmla="*/ 62 w 272"/>
                <a:gd name="T33" fmla="*/ 22 h 172"/>
                <a:gd name="T34" fmla="*/ 67 w 272"/>
                <a:gd name="T35" fmla="*/ 50 h 172"/>
                <a:gd name="T36" fmla="*/ 66 w 272"/>
                <a:gd name="T37" fmla="*/ 63 h 172"/>
                <a:gd name="T38" fmla="*/ 67 w 272"/>
                <a:gd name="T39" fmla="*/ 82 h 172"/>
                <a:gd name="T40" fmla="*/ 62 w 272"/>
                <a:gd name="T41" fmla="*/ 106 h 172"/>
                <a:gd name="T42" fmla="*/ 75 w 272"/>
                <a:gd name="T43" fmla="*/ 101 h 172"/>
                <a:gd name="T44" fmla="*/ 109 w 272"/>
                <a:gd name="T45" fmla="*/ 102 h 172"/>
                <a:gd name="T46" fmla="*/ 99 w 272"/>
                <a:gd name="T47" fmla="*/ 112 h 172"/>
                <a:gd name="T48" fmla="*/ 71 w 272"/>
                <a:gd name="T49" fmla="*/ 116 h 172"/>
                <a:gd name="T50" fmla="*/ 43 w 272"/>
                <a:gd name="T51" fmla="*/ 120 h 172"/>
                <a:gd name="T52" fmla="*/ 23 w 272"/>
                <a:gd name="T53" fmla="*/ 122 h 172"/>
                <a:gd name="T54" fmla="*/ 4 w 272"/>
                <a:gd name="T55" fmla="*/ 129 h 172"/>
                <a:gd name="T56" fmla="*/ 28 w 272"/>
                <a:gd name="T57" fmla="*/ 143 h 172"/>
                <a:gd name="T58" fmla="*/ 42 w 272"/>
                <a:gd name="T59" fmla="*/ 138 h 172"/>
                <a:gd name="T60" fmla="*/ 62 w 272"/>
                <a:gd name="T61" fmla="*/ 133 h 172"/>
                <a:gd name="T62" fmla="*/ 93 w 272"/>
                <a:gd name="T63" fmla="*/ 127 h 172"/>
                <a:gd name="T64" fmla="*/ 92 w 272"/>
                <a:gd name="T65" fmla="*/ 141 h 172"/>
                <a:gd name="T66" fmla="*/ 86 w 272"/>
                <a:gd name="T67" fmla="*/ 156 h 172"/>
                <a:gd name="T68" fmla="*/ 100 w 272"/>
                <a:gd name="T69" fmla="*/ 153 h 172"/>
                <a:gd name="T70" fmla="*/ 119 w 272"/>
                <a:gd name="T71" fmla="*/ 126 h 172"/>
                <a:gd name="T72" fmla="*/ 138 w 272"/>
                <a:gd name="T73" fmla="*/ 130 h 172"/>
                <a:gd name="T74" fmla="*/ 150 w 272"/>
                <a:gd name="T75" fmla="*/ 150 h 172"/>
                <a:gd name="T76" fmla="*/ 170 w 272"/>
                <a:gd name="T77" fmla="*/ 159 h 172"/>
                <a:gd name="T78" fmla="*/ 172 w 272"/>
                <a:gd name="T79" fmla="*/ 128 h 172"/>
                <a:gd name="T80" fmla="*/ 209 w 272"/>
                <a:gd name="T81" fmla="*/ 134 h 172"/>
                <a:gd name="T82" fmla="*/ 229 w 272"/>
                <a:gd name="T83" fmla="*/ 144 h 172"/>
                <a:gd name="T84" fmla="*/ 238 w 272"/>
                <a:gd name="T85" fmla="*/ 146 h 172"/>
                <a:gd name="T86" fmla="*/ 266 w 272"/>
                <a:gd name="T87" fmla="*/ 140 h 172"/>
                <a:gd name="T88" fmla="*/ 170 w 272"/>
                <a:gd name="T89" fmla="*/ 55 h 172"/>
                <a:gd name="T90" fmla="*/ 139 w 272"/>
                <a:gd name="T91" fmla="*/ 55 h 172"/>
                <a:gd name="T92" fmla="*/ 107 w 272"/>
                <a:gd name="T93" fmla="*/ 58 h 172"/>
                <a:gd name="T94" fmla="*/ 87 w 272"/>
                <a:gd name="T95" fmla="*/ 60 h 172"/>
                <a:gd name="T96" fmla="*/ 104 w 272"/>
                <a:gd name="T97" fmla="*/ 48 h 172"/>
                <a:gd name="T98" fmla="*/ 135 w 272"/>
                <a:gd name="T99" fmla="*/ 45 h 172"/>
                <a:gd name="T100" fmla="*/ 166 w 272"/>
                <a:gd name="T101" fmla="*/ 44 h 172"/>
                <a:gd name="T102" fmla="*/ 94 w 272"/>
                <a:gd name="T103" fmla="*/ 23 h 172"/>
                <a:gd name="T104" fmla="*/ 135 w 272"/>
                <a:gd name="T105" fmla="*/ 20 h 172"/>
                <a:gd name="T106" fmla="*/ 174 w 272"/>
                <a:gd name="T107" fmla="*/ 19 h 172"/>
                <a:gd name="T108" fmla="*/ 102 w 272"/>
                <a:gd name="T109" fmla="*/ 32 h 172"/>
                <a:gd name="T110" fmla="*/ 94 w 272"/>
                <a:gd name="T111" fmla="*/ 23 h 172"/>
                <a:gd name="T112" fmla="*/ 95 w 272"/>
                <a:gd name="T113" fmla="*/ 85 h 172"/>
                <a:gd name="T114" fmla="*/ 82 w 272"/>
                <a:gd name="T115" fmla="*/ 82 h 172"/>
                <a:gd name="T116" fmla="*/ 106 w 272"/>
                <a:gd name="T117" fmla="*/ 75 h 172"/>
                <a:gd name="T118" fmla="*/ 149 w 272"/>
                <a:gd name="T119" fmla="*/ 71 h 172"/>
                <a:gd name="T120" fmla="*/ 170 w 272"/>
                <a:gd name="T121" fmla="*/ 81 h 172"/>
                <a:gd name="T122" fmla="*/ 133 w 272"/>
                <a:gd name="T123" fmla="*/ 8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72">
                  <a:moveTo>
                    <a:pt x="270" y="130"/>
                  </a:moveTo>
                  <a:cubicBezTo>
                    <a:pt x="272" y="123"/>
                    <a:pt x="264" y="119"/>
                    <a:pt x="266" y="115"/>
                  </a:cubicBezTo>
                  <a:cubicBezTo>
                    <a:pt x="265" y="114"/>
                    <a:pt x="264" y="112"/>
                    <a:pt x="262" y="112"/>
                  </a:cubicBezTo>
                  <a:cubicBezTo>
                    <a:pt x="261" y="112"/>
                    <a:pt x="258" y="115"/>
                    <a:pt x="257" y="115"/>
                  </a:cubicBezTo>
                  <a:cubicBezTo>
                    <a:pt x="255" y="116"/>
                    <a:pt x="241" y="114"/>
                    <a:pt x="239" y="113"/>
                  </a:cubicBezTo>
                  <a:cubicBezTo>
                    <a:pt x="237" y="113"/>
                    <a:pt x="237" y="115"/>
                    <a:pt x="235" y="115"/>
                  </a:cubicBezTo>
                  <a:cubicBezTo>
                    <a:pt x="234" y="116"/>
                    <a:pt x="231" y="115"/>
                    <a:pt x="231" y="115"/>
                  </a:cubicBezTo>
                  <a:cubicBezTo>
                    <a:pt x="230" y="114"/>
                    <a:pt x="220" y="116"/>
                    <a:pt x="219" y="115"/>
                  </a:cubicBezTo>
                  <a:cubicBezTo>
                    <a:pt x="218" y="115"/>
                    <a:pt x="218" y="114"/>
                    <a:pt x="217" y="114"/>
                  </a:cubicBezTo>
                  <a:cubicBezTo>
                    <a:pt x="213" y="117"/>
                    <a:pt x="206" y="114"/>
                    <a:pt x="202" y="113"/>
                  </a:cubicBezTo>
                  <a:cubicBezTo>
                    <a:pt x="200" y="114"/>
                    <a:pt x="193" y="113"/>
                    <a:pt x="193" y="113"/>
                  </a:cubicBezTo>
                  <a:cubicBezTo>
                    <a:pt x="191" y="113"/>
                    <a:pt x="189" y="113"/>
                    <a:pt x="187" y="113"/>
                  </a:cubicBezTo>
                  <a:cubicBezTo>
                    <a:pt x="186" y="113"/>
                    <a:pt x="186" y="112"/>
                    <a:pt x="185" y="112"/>
                  </a:cubicBezTo>
                  <a:cubicBezTo>
                    <a:pt x="184" y="114"/>
                    <a:pt x="183" y="112"/>
                    <a:pt x="181" y="113"/>
                  </a:cubicBezTo>
                  <a:cubicBezTo>
                    <a:pt x="180" y="113"/>
                    <a:pt x="179" y="113"/>
                    <a:pt x="179" y="113"/>
                  </a:cubicBezTo>
                  <a:cubicBezTo>
                    <a:pt x="176" y="112"/>
                    <a:pt x="175" y="113"/>
                    <a:pt x="171" y="112"/>
                  </a:cubicBezTo>
                  <a:cubicBezTo>
                    <a:pt x="169" y="112"/>
                    <a:pt x="166" y="112"/>
                    <a:pt x="164" y="112"/>
                  </a:cubicBezTo>
                  <a:cubicBezTo>
                    <a:pt x="164" y="112"/>
                    <a:pt x="155" y="110"/>
                    <a:pt x="154" y="110"/>
                  </a:cubicBezTo>
                  <a:cubicBezTo>
                    <a:pt x="153" y="111"/>
                    <a:pt x="153" y="112"/>
                    <a:pt x="151" y="111"/>
                  </a:cubicBezTo>
                  <a:cubicBezTo>
                    <a:pt x="144" y="109"/>
                    <a:pt x="131" y="110"/>
                    <a:pt x="125" y="112"/>
                  </a:cubicBezTo>
                  <a:cubicBezTo>
                    <a:pt x="125" y="112"/>
                    <a:pt x="124" y="111"/>
                    <a:pt x="124" y="111"/>
                  </a:cubicBezTo>
                  <a:cubicBezTo>
                    <a:pt x="124" y="108"/>
                    <a:pt x="125" y="101"/>
                    <a:pt x="129" y="100"/>
                  </a:cubicBezTo>
                  <a:cubicBezTo>
                    <a:pt x="132" y="99"/>
                    <a:pt x="132" y="100"/>
                    <a:pt x="135" y="101"/>
                  </a:cubicBezTo>
                  <a:cubicBezTo>
                    <a:pt x="137" y="101"/>
                    <a:pt x="138" y="100"/>
                    <a:pt x="139" y="100"/>
                  </a:cubicBezTo>
                  <a:cubicBezTo>
                    <a:pt x="140" y="100"/>
                    <a:pt x="140" y="100"/>
                    <a:pt x="141" y="100"/>
                  </a:cubicBezTo>
                  <a:cubicBezTo>
                    <a:pt x="141" y="100"/>
                    <a:pt x="142" y="100"/>
                    <a:pt x="142" y="100"/>
                  </a:cubicBezTo>
                  <a:cubicBezTo>
                    <a:pt x="147" y="101"/>
                    <a:pt x="147" y="101"/>
                    <a:pt x="147" y="101"/>
                  </a:cubicBezTo>
                  <a:cubicBezTo>
                    <a:pt x="149" y="101"/>
                    <a:pt x="161" y="101"/>
                    <a:pt x="162" y="101"/>
                  </a:cubicBezTo>
                  <a:cubicBezTo>
                    <a:pt x="165" y="101"/>
                    <a:pt x="168" y="101"/>
                    <a:pt x="170" y="101"/>
                  </a:cubicBezTo>
                  <a:cubicBezTo>
                    <a:pt x="173" y="103"/>
                    <a:pt x="174" y="105"/>
                    <a:pt x="175" y="106"/>
                  </a:cubicBezTo>
                  <a:cubicBezTo>
                    <a:pt x="175" y="106"/>
                    <a:pt x="176" y="106"/>
                    <a:pt x="177" y="106"/>
                  </a:cubicBezTo>
                  <a:cubicBezTo>
                    <a:pt x="179" y="104"/>
                    <a:pt x="181" y="102"/>
                    <a:pt x="183" y="101"/>
                  </a:cubicBezTo>
                  <a:cubicBezTo>
                    <a:pt x="185" y="99"/>
                    <a:pt x="186" y="91"/>
                    <a:pt x="185" y="87"/>
                  </a:cubicBezTo>
                  <a:cubicBezTo>
                    <a:pt x="185" y="86"/>
                    <a:pt x="181" y="84"/>
                    <a:pt x="183" y="81"/>
                  </a:cubicBezTo>
                  <a:cubicBezTo>
                    <a:pt x="183" y="80"/>
                    <a:pt x="183" y="75"/>
                    <a:pt x="183" y="75"/>
                  </a:cubicBezTo>
                  <a:cubicBezTo>
                    <a:pt x="185" y="72"/>
                    <a:pt x="186" y="61"/>
                    <a:pt x="185" y="58"/>
                  </a:cubicBezTo>
                  <a:cubicBezTo>
                    <a:pt x="185" y="57"/>
                    <a:pt x="184" y="56"/>
                    <a:pt x="184" y="55"/>
                  </a:cubicBezTo>
                  <a:cubicBezTo>
                    <a:pt x="184" y="55"/>
                    <a:pt x="184" y="50"/>
                    <a:pt x="184" y="49"/>
                  </a:cubicBezTo>
                  <a:cubicBezTo>
                    <a:pt x="185" y="47"/>
                    <a:pt x="186" y="44"/>
                    <a:pt x="186" y="41"/>
                  </a:cubicBezTo>
                  <a:cubicBezTo>
                    <a:pt x="187" y="37"/>
                    <a:pt x="185" y="36"/>
                    <a:pt x="186" y="32"/>
                  </a:cubicBezTo>
                  <a:cubicBezTo>
                    <a:pt x="187" y="32"/>
                    <a:pt x="186" y="31"/>
                    <a:pt x="187" y="31"/>
                  </a:cubicBezTo>
                  <a:cubicBezTo>
                    <a:pt x="187" y="28"/>
                    <a:pt x="189" y="27"/>
                    <a:pt x="191" y="25"/>
                  </a:cubicBezTo>
                  <a:cubicBezTo>
                    <a:pt x="194" y="21"/>
                    <a:pt x="198" y="15"/>
                    <a:pt x="199" y="9"/>
                  </a:cubicBezTo>
                  <a:cubicBezTo>
                    <a:pt x="197" y="6"/>
                    <a:pt x="197" y="2"/>
                    <a:pt x="194" y="0"/>
                  </a:cubicBezTo>
                  <a:cubicBezTo>
                    <a:pt x="193" y="0"/>
                    <a:pt x="192" y="0"/>
                    <a:pt x="191" y="0"/>
                  </a:cubicBezTo>
                  <a:cubicBezTo>
                    <a:pt x="190" y="2"/>
                    <a:pt x="188" y="1"/>
                    <a:pt x="187" y="1"/>
                  </a:cubicBezTo>
                  <a:cubicBezTo>
                    <a:pt x="184" y="4"/>
                    <a:pt x="180" y="4"/>
                    <a:pt x="176" y="3"/>
                  </a:cubicBezTo>
                  <a:cubicBezTo>
                    <a:pt x="174" y="5"/>
                    <a:pt x="169" y="2"/>
                    <a:pt x="168" y="1"/>
                  </a:cubicBezTo>
                  <a:cubicBezTo>
                    <a:pt x="168" y="2"/>
                    <a:pt x="165" y="2"/>
                    <a:pt x="164" y="2"/>
                  </a:cubicBezTo>
                  <a:cubicBezTo>
                    <a:pt x="164" y="2"/>
                    <a:pt x="161" y="1"/>
                    <a:pt x="161" y="2"/>
                  </a:cubicBezTo>
                  <a:cubicBezTo>
                    <a:pt x="158" y="2"/>
                    <a:pt x="151" y="2"/>
                    <a:pt x="148" y="4"/>
                  </a:cubicBezTo>
                  <a:cubicBezTo>
                    <a:pt x="146" y="4"/>
                    <a:pt x="145" y="3"/>
                    <a:pt x="143" y="3"/>
                  </a:cubicBezTo>
                  <a:cubicBezTo>
                    <a:pt x="140" y="2"/>
                    <a:pt x="140" y="4"/>
                    <a:pt x="137" y="3"/>
                  </a:cubicBezTo>
                  <a:cubicBezTo>
                    <a:pt x="137" y="3"/>
                    <a:pt x="137" y="3"/>
                    <a:pt x="137" y="3"/>
                  </a:cubicBezTo>
                  <a:cubicBezTo>
                    <a:pt x="134" y="3"/>
                    <a:pt x="131" y="1"/>
                    <a:pt x="128" y="2"/>
                  </a:cubicBezTo>
                  <a:cubicBezTo>
                    <a:pt x="124" y="3"/>
                    <a:pt x="117" y="3"/>
                    <a:pt x="114" y="4"/>
                  </a:cubicBezTo>
                  <a:cubicBezTo>
                    <a:pt x="113" y="3"/>
                    <a:pt x="113" y="3"/>
                    <a:pt x="112" y="3"/>
                  </a:cubicBezTo>
                  <a:cubicBezTo>
                    <a:pt x="109" y="4"/>
                    <a:pt x="108" y="4"/>
                    <a:pt x="106" y="4"/>
                  </a:cubicBezTo>
                  <a:cubicBezTo>
                    <a:pt x="104" y="4"/>
                    <a:pt x="100" y="3"/>
                    <a:pt x="100" y="2"/>
                  </a:cubicBezTo>
                  <a:cubicBezTo>
                    <a:pt x="98" y="2"/>
                    <a:pt x="96" y="2"/>
                    <a:pt x="95" y="2"/>
                  </a:cubicBezTo>
                  <a:cubicBezTo>
                    <a:pt x="94" y="3"/>
                    <a:pt x="84" y="2"/>
                    <a:pt x="82" y="4"/>
                  </a:cubicBezTo>
                  <a:cubicBezTo>
                    <a:pt x="80" y="4"/>
                    <a:pt x="78" y="4"/>
                    <a:pt x="76" y="4"/>
                  </a:cubicBezTo>
                  <a:cubicBezTo>
                    <a:pt x="73" y="4"/>
                    <a:pt x="71" y="4"/>
                    <a:pt x="67" y="6"/>
                  </a:cubicBezTo>
                  <a:cubicBezTo>
                    <a:pt x="66" y="6"/>
                    <a:pt x="65" y="5"/>
                    <a:pt x="63" y="5"/>
                  </a:cubicBezTo>
                  <a:cubicBezTo>
                    <a:pt x="61" y="7"/>
                    <a:pt x="58" y="9"/>
                    <a:pt x="55" y="10"/>
                  </a:cubicBezTo>
                  <a:cubicBezTo>
                    <a:pt x="55" y="12"/>
                    <a:pt x="55" y="13"/>
                    <a:pt x="56" y="14"/>
                  </a:cubicBezTo>
                  <a:cubicBezTo>
                    <a:pt x="57" y="14"/>
                    <a:pt x="61" y="18"/>
                    <a:pt x="62" y="19"/>
                  </a:cubicBezTo>
                  <a:cubicBezTo>
                    <a:pt x="62" y="20"/>
                    <a:pt x="62" y="22"/>
                    <a:pt x="62" y="22"/>
                  </a:cubicBezTo>
                  <a:cubicBezTo>
                    <a:pt x="63" y="23"/>
                    <a:pt x="63" y="26"/>
                    <a:pt x="63" y="26"/>
                  </a:cubicBezTo>
                  <a:cubicBezTo>
                    <a:pt x="66" y="29"/>
                    <a:pt x="65" y="31"/>
                    <a:pt x="66" y="35"/>
                  </a:cubicBezTo>
                  <a:cubicBezTo>
                    <a:pt x="65" y="41"/>
                    <a:pt x="65" y="41"/>
                    <a:pt x="65" y="41"/>
                  </a:cubicBezTo>
                  <a:cubicBezTo>
                    <a:pt x="65" y="45"/>
                    <a:pt x="66" y="49"/>
                    <a:pt x="67" y="50"/>
                  </a:cubicBezTo>
                  <a:cubicBezTo>
                    <a:pt x="67" y="51"/>
                    <a:pt x="66" y="52"/>
                    <a:pt x="66" y="52"/>
                  </a:cubicBezTo>
                  <a:cubicBezTo>
                    <a:pt x="67" y="54"/>
                    <a:pt x="67" y="56"/>
                    <a:pt x="67" y="58"/>
                  </a:cubicBezTo>
                  <a:cubicBezTo>
                    <a:pt x="67" y="58"/>
                    <a:pt x="67" y="59"/>
                    <a:pt x="67" y="59"/>
                  </a:cubicBezTo>
                  <a:cubicBezTo>
                    <a:pt x="67" y="60"/>
                    <a:pt x="67" y="62"/>
                    <a:pt x="66" y="63"/>
                  </a:cubicBezTo>
                  <a:cubicBezTo>
                    <a:pt x="66" y="64"/>
                    <a:pt x="67" y="65"/>
                    <a:pt x="67" y="66"/>
                  </a:cubicBezTo>
                  <a:cubicBezTo>
                    <a:pt x="66" y="66"/>
                    <a:pt x="66" y="67"/>
                    <a:pt x="65" y="68"/>
                  </a:cubicBezTo>
                  <a:cubicBezTo>
                    <a:pt x="66" y="71"/>
                    <a:pt x="68" y="80"/>
                    <a:pt x="66" y="82"/>
                  </a:cubicBezTo>
                  <a:cubicBezTo>
                    <a:pt x="67" y="82"/>
                    <a:pt x="66" y="82"/>
                    <a:pt x="67" y="82"/>
                  </a:cubicBezTo>
                  <a:cubicBezTo>
                    <a:pt x="67" y="83"/>
                    <a:pt x="66" y="87"/>
                    <a:pt x="66" y="88"/>
                  </a:cubicBezTo>
                  <a:cubicBezTo>
                    <a:pt x="66" y="88"/>
                    <a:pt x="66" y="88"/>
                    <a:pt x="66" y="88"/>
                  </a:cubicBezTo>
                  <a:cubicBezTo>
                    <a:pt x="66" y="88"/>
                    <a:pt x="66" y="93"/>
                    <a:pt x="66" y="93"/>
                  </a:cubicBezTo>
                  <a:cubicBezTo>
                    <a:pt x="65" y="98"/>
                    <a:pt x="64" y="102"/>
                    <a:pt x="62" y="106"/>
                  </a:cubicBezTo>
                  <a:cubicBezTo>
                    <a:pt x="62" y="107"/>
                    <a:pt x="62" y="113"/>
                    <a:pt x="62" y="113"/>
                  </a:cubicBezTo>
                  <a:cubicBezTo>
                    <a:pt x="63" y="114"/>
                    <a:pt x="64" y="114"/>
                    <a:pt x="65" y="114"/>
                  </a:cubicBezTo>
                  <a:cubicBezTo>
                    <a:pt x="65" y="114"/>
                    <a:pt x="67" y="114"/>
                    <a:pt x="67" y="113"/>
                  </a:cubicBezTo>
                  <a:cubicBezTo>
                    <a:pt x="70" y="112"/>
                    <a:pt x="74" y="103"/>
                    <a:pt x="75" y="101"/>
                  </a:cubicBezTo>
                  <a:cubicBezTo>
                    <a:pt x="79" y="102"/>
                    <a:pt x="80" y="107"/>
                    <a:pt x="87" y="106"/>
                  </a:cubicBezTo>
                  <a:cubicBezTo>
                    <a:pt x="90" y="105"/>
                    <a:pt x="91" y="106"/>
                    <a:pt x="94" y="105"/>
                  </a:cubicBezTo>
                  <a:cubicBezTo>
                    <a:pt x="95" y="105"/>
                    <a:pt x="97" y="103"/>
                    <a:pt x="98" y="102"/>
                  </a:cubicBezTo>
                  <a:cubicBezTo>
                    <a:pt x="101" y="101"/>
                    <a:pt x="107" y="101"/>
                    <a:pt x="109" y="102"/>
                  </a:cubicBezTo>
                  <a:cubicBezTo>
                    <a:pt x="111" y="102"/>
                    <a:pt x="113" y="100"/>
                    <a:pt x="116" y="102"/>
                  </a:cubicBezTo>
                  <a:cubicBezTo>
                    <a:pt x="116" y="102"/>
                    <a:pt x="116" y="102"/>
                    <a:pt x="116" y="102"/>
                  </a:cubicBezTo>
                  <a:cubicBezTo>
                    <a:pt x="114" y="104"/>
                    <a:pt x="109" y="110"/>
                    <a:pt x="108" y="111"/>
                  </a:cubicBezTo>
                  <a:cubicBezTo>
                    <a:pt x="105" y="112"/>
                    <a:pt x="101" y="112"/>
                    <a:pt x="99" y="112"/>
                  </a:cubicBezTo>
                  <a:cubicBezTo>
                    <a:pt x="98" y="112"/>
                    <a:pt x="96" y="112"/>
                    <a:pt x="96" y="112"/>
                  </a:cubicBezTo>
                  <a:cubicBezTo>
                    <a:pt x="95" y="113"/>
                    <a:pt x="92" y="113"/>
                    <a:pt x="90" y="114"/>
                  </a:cubicBezTo>
                  <a:cubicBezTo>
                    <a:pt x="86" y="115"/>
                    <a:pt x="83" y="112"/>
                    <a:pt x="80" y="113"/>
                  </a:cubicBezTo>
                  <a:cubicBezTo>
                    <a:pt x="76" y="115"/>
                    <a:pt x="73" y="115"/>
                    <a:pt x="71" y="116"/>
                  </a:cubicBezTo>
                  <a:cubicBezTo>
                    <a:pt x="70" y="116"/>
                    <a:pt x="69" y="116"/>
                    <a:pt x="68" y="116"/>
                  </a:cubicBezTo>
                  <a:cubicBezTo>
                    <a:pt x="67" y="117"/>
                    <a:pt x="64" y="118"/>
                    <a:pt x="62" y="118"/>
                  </a:cubicBezTo>
                  <a:cubicBezTo>
                    <a:pt x="58" y="119"/>
                    <a:pt x="55" y="118"/>
                    <a:pt x="53" y="119"/>
                  </a:cubicBezTo>
                  <a:cubicBezTo>
                    <a:pt x="49" y="120"/>
                    <a:pt x="46" y="119"/>
                    <a:pt x="43" y="120"/>
                  </a:cubicBezTo>
                  <a:cubicBezTo>
                    <a:pt x="43" y="120"/>
                    <a:pt x="42" y="120"/>
                    <a:pt x="41" y="120"/>
                  </a:cubicBezTo>
                  <a:cubicBezTo>
                    <a:pt x="39" y="120"/>
                    <a:pt x="35" y="120"/>
                    <a:pt x="34" y="121"/>
                  </a:cubicBezTo>
                  <a:cubicBezTo>
                    <a:pt x="33" y="121"/>
                    <a:pt x="32" y="122"/>
                    <a:pt x="31" y="123"/>
                  </a:cubicBezTo>
                  <a:cubicBezTo>
                    <a:pt x="29" y="123"/>
                    <a:pt x="24" y="122"/>
                    <a:pt x="23" y="122"/>
                  </a:cubicBezTo>
                  <a:cubicBezTo>
                    <a:pt x="22" y="123"/>
                    <a:pt x="19" y="122"/>
                    <a:pt x="17" y="123"/>
                  </a:cubicBezTo>
                  <a:cubicBezTo>
                    <a:pt x="12" y="124"/>
                    <a:pt x="10" y="124"/>
                    <a:pt x="6" y="124"/>
                  </a:cubicBezTo>
                  <a:cubicBezTo>
                    <a:pt x="5" y="125"/>
                    <a:pt x="5" y="125"/>
                    <a:pt x="4" y="126"/>
                  </a:cubicBezTo>
                  <a:cubicBezTo>
                    <a:pt x="4" y="127"/>
                    <a:pt x="4" y="128"/>
                    <a:pt x="4" y="129"/>
                  </a:cubicBezTo>
                  <a:cubicBezTo>
                    <a:pt x="3" y="130"/>
                    <a:pt x="2" y="132"/>
                    <a:pt x="2" y="133"/>
                  </a:cubicBezTo>
                  <a:cubicBezTo>
                    <a:pt x="0" y="139"/>
                    <a:pt x="4" y="143"/>
                    <a:pt x="7" y="147"/>
                  </a:cubicBezTo>
                  <a:cubicBezTo>
                    <a:pt x="12" y="147"/>
                    <a:pt x="19" y="146"/>
                    <a:pt x="23" y="143"/>
                  </a:cubicBezTo>
                  <a:cubicBezTo>
                    <a:pt x="23" y="143"/>
                    <a:pt x="28" y="143"/>
                    <a:pt x="28" y="143"/>
                  </a:cubicBezTo>
                  <a:cubicBezTo>
                    <a:pt x="29" y="143"/>
                    <a:pt x="31" y="141"/>
                    <a:pt x="32" y="140"/>
                  </a:cubicBezTo>
                  <a:cubicBezTo>
                    <a:pt x="32" y="140"/>
                    <a:pt x="32" y="140"/>
                    <a:pt x="32" y="140"/>
                  </a:cubicBezTo>
                  <a:cubicBezTo>
                    <a:pt x="35" y="140"/>
                    <a:pt x="37" y="139"/>
                    <a:pt x="39" y="138"/>
                  </a:cubicBezTo>
                  <a:cubicBezTo>
                    <a:pt x="40" y="138"/>
                    <a:pt x="41" y="138"/>
                    <a:pt x="42" y="138"/>
                  </a:cubicBezTo>
                  <a:cubicBezTo>
                    <a:pt x="43" y="138"/>
                    <a:pt x="44" y="137"/>
                    <a:pt x="45" y="137"/>
                  </a:cubicBezTo>
                  <a:cubicBezTo>
                    <a:pt x="46" y="136"/>
                    <a:pt x="49" y="137"/>
                    <a:pt x="49" y="137"/>
                  </a:cubicBezTo>
                  <a:cubicBezTo>
                    <a:pt x="51" y="136"/>
                    <a:pt x="53" y="135"/>
                    <a:pt x="55" y="134"/>
                  </a:cubicBezTo>
                  <a:cubicBezTo>
                    <a:pt x="55" y="134"/>
                    <a:pt x="62" y="134"/>
                    <a:pt x="62" y="133"/>
                  </a:cubicBezTo>
                  <a:cubicBezTo>
                    <a:pt x="62" y="133"/>
                    <a:pt x="63" y="133"/>
                    <a:pt x="63" y="133"/>
                  </a:cubicBezTo>
                  <a:cubicBezTo>
                    <a:pt x="65" y="132"/>
                    <a:pt x="68" y="132"/>
                    <a:pt x="70" y="131"/>
                  </a:cubicBezTo>
                  <a:cubicBezTo>
                    <a:pt x="74" y="130"/>
                    <a:pt x="82" y="127"/>
                    <a:pt x="88" y="128"/>
                  </a:cubicBezTo>
                  <a:cubicBezTo>
                    <a:pt x="90" y="128"/>
                    <a:pt x="92" y="126"/>
                    <a:pt x="93" y="127"/>
                  </a:cubicBezTo>
                  <a:cubicBezTo>
                    <a:pt x="94" y="127"/>
                    <a:pt x="96" y="128"/>
                    <a:pt x="97" y="128"/>
                  </a:cubicBezTo>
                  <a:cubicBezTo>
                    <a:pt x="98" y="129"/>
                    <a:pt x="97" y="128"/>
                    <a:pt x="98" y="129"/>
                  </a:cubicBezTo>
                  <a:cubicBezTo>
                    <a:pt x="98" y="130"/>
                    <a:pt x="96" y="131"/>
                    <a:pt x="96" y="133"/>
                  </a:cubicBezTo>
                  <a:cubicBezTo>
                    <a:pt x="94" y="136"/>
                    <a:pt x="94" y="138"/>
                    <a:pt x="92" y="141"/>
                  </a:cubicBezTo>
                  <a:cubicBezTo>
                    <a:pt x="91" y="142"/>
                    <a:pt x="90" y="142"/>
                    <a:pt x="90" y="143"/>
                  </a:cubicBezTo>
                  <a:cubicBezTo>
                    <a:pt x="90" y="144"/>
                    <a:pt x="90" y="145"/>
                    <a:pt x="90" y="145"/>
                  </a:cubicBezTo>
                  <a:cubicBezTo>
                    <a:pt x="89" y="146"/>
                    <a:pt x="88" y="148"/>
                    <a:pt x="87" y="149"/>
                  </a:cubicBezTo>
                  <a:cubicBezTo>
                    <a:pt x="87" y="151"/>
                    <a:pt x="87" y="155"/>
                    <a:pt x="86" y="156"/>
                  </a:cubicBezTo>
                  <a:cubicBezTo>
                    <a:pt x="87" y="158"/>
                    <a:pt x="87" y="159"/>
                    <a:pt x="88" y="160"/>
                  </a:cubicBezTo>
                  <a:cubicBezTo>
                    <a:pt x="90" y="161"/>
                    <a:pt x="92" y="163"/>
                    <a:pt x="94" y="163"/>
                  </a:cubicBezTo>
                  <a:cubicBezTo>
                    <a:pt x="95" y="160"/>
                    <a:pt x="97" y="157"/>
                    <a:pt x="98" y="155"/>
                  </a:cubicBezTo>
                  <a:cubicBezTo>
                    <a:pt x="99" y="154"/>
                    <a:pt x="100" y="153"/>
                    <a:pt x="100" y="153"/>
                  </a:cubicBezTo>
                  <a:cubicBezTo>
                    <a:pt x="100" y="153"/>
                    <a:pt x="100" y="152"/>
                    <a:pt x="100" y="151"/>
                  </a:cubicBezTo>
                  <a:cubicBezTo>
                    <a:pt x="102" y="149"/>
                    <a:pt x="107" y="146"/>
                    <a:pt x="108" y="144"/>
                  </a:cubicBezTo>
                  <a:cubicBezTo>
                    <a:pt x="111" y="141"/>
                    <a:pt x="110" y="137"/>
                    <a:pt x="112" y="134"/>
                  </a:cubicBezTo>
                  <a:cubicBezTo>
                    <a:pt x="114" y="131"/>
                    <a:pt x="118" y="129"/>
                    <a:pt x="119" y="126"/>
                  </a:cubicBezTo>
                  <a:cubicBezTo>
                    <a:pt x="120" y="126"/>
                    <a:pt x="121" y="126"/>
                    <a:pt x="122" y="126"/>
                  </a:cubicBezTo>
                  <a:cubicBezTo>
                    <a:pt x="122" y="126"/>
                    <a:pt x="130" y="125"/>
                    <a:pt x="131" y="125"/>
                  </a:cubicBezTo>
                  <a:cubicBezTo>
                    <a:pt x="133" y="126"/>
                    <a:pt x="135" y="127"/>
                    <a:pt x="136" y="127"/>
                  </a:cubicBezTo>
                  <a:cubicBezTo>
                    <a:pt x="137" y="127"/>
                    <a:pt x="138" y="130"/>
                    <a:pt x="138" y="130"/>
                  </a:cubicBezTo>
                  <a:cubicBezTo>
                    <a:pt x="140" y="132"/>
                    <a:pt x="141" y="131"/>
                    <a:pt x="142" y="133"/>
                  </a:cubicBezTo>
                  <a:cubicBezTo>
                    <a:pt x="144" y="133"/>
                    <a:pt x="145" y="139"/>
                    <a:pt x="146" y="141"/>
                  </a:cubicBezTo>
                  <a:cubicBezTo>
                    <a:pt x="147" y="143"/>
                    <a:pt x="149" y="145"/>
                    <a:pt x="150" y="147"/>
                  </a:cubicBezTo>
                  <a:cubicBezTo>
                    <a:pt x="150" y="148"/>
                    <a:pt x="150" y="149"/>
                    <a:pt x="150" y="150"/>
                  </a:cubicBezTo>
                  <a:cubicBezTo>
                    <a:pt x="152" y="154"/>
                    <a:pt x="155" y="159"/>
                    <a:pt x="158" y="162"/>
                  </a:cubicBezTo>
                  <a:cubicBezTo>
                    <a:pt x="161" y="165"/>
                    <a:pt x="159" y="169"/>
                    <a:pt x="166" y="172"/>
                  </a:cubicBezTo>
                  <a:cubicBezTo>
                    <a:pt x="167" y="170"/>
                    <a:pt x="169" y="169"/>
                    <a:pt x="170" y="167"/>
                  </a:cubicBezTo>
                  <a:cubicBezTo>
                    <a:pt x="172" y="165"/>
                    <a:pt x="170" y="161"/>
                    <a:pt x="170" y="159"/>
                  </a:cubicBezTo>
                  <a:cubicBezTo>
                    <a:pt x="171" y="153"/>
                    <a:pt x="167" y="148"/>
                    <a:pt x="165" y="142"/>
                  </a:cubicBezTo>
                  <a:cubicBezTo>
                    <a:pt x="165" y="141"/>
                    <a:pt x="165" y="139"/>
                    <a:pt x="164" y="137"/>
                  </a:cubicBezTo>
                  <a:cubicBezTo>
                    <a:pt x="161" y="133"/>
                    <a:pt x="161" y="133"/>
                    <a:pt x="163" y="127"/>
                  </a:cubicBezTo>
                  <a:cubicBezTo>
                    <a:pt x="167" y="127"/>
                    <a:pt x="170" y="127"/>
                    <a:pt x="172" y="128"/>
                  </a:cubicBezTo>
                  <a:cubicBezTo>
                    <a:pt x="173" y="127"/>
                    <a:pt x="182" y="129"/>
                    <a:pt x="183" y="129"/>
                  </a:cubicBezTo>
                  <a:cubicBezTo>
                    <a:pt x="185" y="128"/>
                    <a:pt x="198" y="130"/>
                    <a:pt x="200" y="131"/>
                  </a:cubicBezTo>
                  <a:cubicBezTo>
                    <a:pt x="201" y="131"/>
                    <a:pt x="202" y="132"/>
                    <a:pt x="203" y="133"/>
                  </a:cubicBezTo>
                  <a:cubicBezTo>
                    <a:pt x="205" y="133"/>
                    <a:pt x="207" y="133"/>
                    <a:pt x="209" y="134"/>
                  </a:cubicBezTo>
                  <a:cubicBezTo>
                    <a:pt x="209" y="134"/>
                    <a:pt x="209" y="135"/>
                    <a:pt x="210" y="136"/>
                  </a:cubicBezTo>
                  <a:cubicBezTo>
                    <a:pt x="211" y="136"/>
                    <a:pt x="212" y="137"/>
                    <a:pt x="213" y="137"/>
                  </a:cubicBezTo>
                  <a:cubicBezTo>
                    <a:pt x="214" y="137"/>
                    <a:pt x="215" y="137"/>
                    <a:pt x="216" y="137"/>
                  </a:cubicBezTo>
                  <a:cubicBezTo>
                    <a:pt x="220" y="139"/>
                    <a:pt x="225" y="141"/>
                    <a:pt x="229" y="144"/>
                  </a:cubicBezTo>
                  <a:cubicBezTo>
                    <a:pt x="229" y="144"/>
                    <a:pt x="229" y="144"/>
                    <a:pt x="229" y="143"/>
                  </a:cubicBezTo>
                  <a:cubicBezTo>
                    <a:pt x="230" y="144"/>
                    <a:pt x="232" y="144"/>
                    <a:pt x="233" y="144"/>
                  </a:cubicBezTo>
                  <a:cubicBezTo>
                    <a:pt x="233" y="144"/>
                    <a:pt x="234" y="143"/>
                    <a:pt x="235" y="143"/>
                  </a:cubicBezTo>
                  <a:cubicBezTo>
                    <a:pt x="236" y="144"/>
                    <a:pt x="237" y="145"/>
                    <a:pt x="238" y="146"/>
                  </a:cubicBezTo>
                  <a:cubicBezTo>
                    <a:pt x="239" y="144"/>
                    <a:pt x="244" y="147"/>
                    <a:pt x="245" y="147"/>
                  </a:cubicBezTo>
                  <a:cubicBezTo>
                    <a:pt x="247" y="148"/>
                    <a:pt x="249" y="146"/>
                    <a:pt x="250" y="146"/>
                  </a:cubicBezTo>
                  <a:cubicBezTo>
                    <a:pt x="251" y="146"/>
                    <a:pt x="251" y="147"/>
                    <a:pt x="253" y="147"/>
                  </a:cubicBezTo>
                  <a:cubicBezTo>
                    <a:pt x="259" y="145"/>
                    <a:pt x="262" y="142"/>
                    <a:pt x="266" y="140"/>
                  </a:cubicBezTo>
                  <a:cubicBezTo>
                    <a:pt x="267" y="136"/>
                    <a:pt x="271" y="133"/>
                    <a:pt x="271" y="131"/>
                  </a:cubicBezTo>
                  <a:cubicBezTo>
                    <a:pt x="271" y="131"/>
                    <a:pt x="271" y="130"/>
                    <a:pt x="271" y="130"/>
                  </a:cubicBezTo>
                  <a:cubicBezTo>
                    <a:pt x="271" y="130"/>
                    <a:pt x="271" y="130"/>
                    <a:pt x="270" y="130"/>
                  </a:cubicBezTo>
                  <a:close/>
                  <a:moveTo>
                    <a:pt x="170" y="55"/>
                  </a:moveTo>
                  <a:cubicBezTo>
                    <a:pt x="168" y="56"/>
                    <a:pt x="168" y="55"/>
                    <a:pt x="166" y="55"/>
                  </a:cubicBezTo>
                  <a:cubicBezTo>
                    <a:pt x="164" y="55"/>
                    <a:pt x="159" y="55"/>
                    <a:pt x="156" y="55"/>
                  </a:cubicBezTo>
                  <a:cubicBezTo>
                    <a:pt x="154" y="55"/>
                    <a:pt x="151" y="55"/>
                    <a:pt x="149" y="54"/>
                  </a:cubicBezTo>
                  <a:cubicBezTo>
                    <a:pt x="146" y="57"/>
                    <a:pt x="143" y="54"/>
                    <a:pt x="139" y="55"/>
                  </a:cubicBezTo>
                  <a:cubicBezTo>
                    <a:pt x="136" y="56"/>
                    <a:pt x="133" y="57"/>
                    <a:pt x="130" y="57"/>
                  </a:cubicBezTo>
                  <a:cubicBezTo>
                    <a:pt x="130" y="57"/>
                    <a:pt x="129" y="56"/>
                    <a:pt x="129" y="56"/>
                  </a:cubicBezTo>
                  <a:cubicBezTo>
                    <a:pt x="125" y="59"/>
                    <a:pt x="115" y="57"/>
                    <a:pt x="110" y="56"/>
                  </a:cubicBezTo>
                  <a:cubicBezTo>
                    <a:pt x="108" y="56"/>
                    <a:pt x="108" y="57"/>
                    <a:pt x="107" y="58"/>
                  </a:cubicBezTo>
                  <a:cubicBezTo>
                    <a:pt x="106" y="58"/>
                    <a:pt x="104" y="57"/>
                    <a:pt x="103" y="58"/>
                  </a:cubicBezTo>
                  <a:cubicBezTo>
                    <a:pt x="100" y="60"/>
                    <a:pt x="95" y="61"/>
                    <a:pt x="92" y="62"/>
                  </a:cubicBezTo>
                  <a:cubicBezTo>
                    <a:pt x="91" y="62"/>
                    <a:pt x="89" y="61"/>
                    <a:pt x="88" y="61"/>
                  </a:cubicBezTo>
                  <a:cubicBezTo>
                    <a:pt x="88" y="61"/>
                    <a:pt x="87" y="60"/>
                    <a:pt x="87" y="60"/>
                  </a:cubicBezTo>
                  <a:cubicBezTo>
                    <a:pt x="87" y="58"/>
                    <a:pt x="90" y="55"/>
                    <a:pt x="92" y="54"/>
                  </a:cubicBezTo>
                  <a:cubicBezTo>
                    <a:pt x="92" y="54"/>
                    <a:pt x="93" y="53"/>
                    <a:pt x="94" y="53"/>
                  </a:cubicBezTo>
                  <a:cubicBezTo>
                    <a:pt x="95" y="52"/>
                    <a:pt x="96" y="52"/>
                    <a:pt x="96" y="51"/>
                  </a:cubicBezTo>
                  <a:cubicBezTo>
                    <a:pt x="99" y="49"/>
                    <a:pt x="102" y="49"/>
                    <a:pt x="104" y="48"/>
                  </a:cubicBezTo>
                  <a:cubicBezTo>
                    <a:pt x="106" y="48"/>
                    <a:pt x="108" y="47"/>
                    <a:pt x="110" y="47"/>
                  </a:cubicBezTo>
                  <a:cubicBezTo>
                    <a:pt x="111" y="46"/>
                    <a:pt x="117" y="47"/>
                    <a:pt x="117" y="47"/>
                  </a:cubicBezTo>
                  <a:cubicBezTo>
                    <a:pt x="120" y="46"/>
                    <a:pt x="125" y="47"/>
                    <a:pt x="126" y="46"/>
                  </a:cubicBezTo>
                  <a:cubicBezTo>
                    <a:pt x="129" y="45"/>
                    <a:pt x="132" y="44"/>
                    <a:pt x="135" y="45"/>
                  </a:cubicBezTo>
                  <a:cubicBezTo>
                    <a:pt x="139" y="46"/>
                    <a:pt x="142" y="45"/>
                    <a:pt x="148" y="45"/>
                  </a:cubicBezTo>
                  <a:cubicBezTo>
                    <a:pt x="151" y="45"/>
                    <a:pt x="154" y="45"/>
                    <a:pt x="156" y="45"/>
                  </a:cubicBezTo>
                  <a:cubicBezTo>
                    <a:pt x="157" y="45"/>
                    <a:pt x="158" y="44"/>
                    <a:pt x="160" y="44"/>
                  </a:cubicBezTo>
                  <a:cubicBezTo>
                    <a:pt x="162" y="44"/>
                    <a:pt x="163" y="46"/>
                    <a:pt x="166" y="44"/>
                  </a:cubicBezTo>
                  <a:cubicBezTo>
                    <a:pt x="167" y="45"/>
                    <a:pt x="169" y="45"/>
                    <a:pt x="170" y="46"/>
                  </a:cubicBezTo>
                  <a:cubicBezTo>
                    <a:pt x="172" y="47"/>
                    <a:pt x="172" y="51"/>
                    <a:pt x="172" y="53"/>
                  </a:cubicBezTo>
                  <a:cubicBezTo>
                    <a:pt x="172" y="54"/>
                    <a:pt x="171" y="54"/>
                    <a:pt x="170" y="55"/>
                  </a:cubicBezTo>
                  <a:close/>
                  <a:moveTo>
                    <a:pt x="94" y="23"/>
                  </a:moveTo>
                  <a:cubicBezTo>
                    <a:pt x="95" y="22"/>
                    <a:pt x="96" y="21"/>
                    <a:pt x="96" y="21"/>
                  </a:cubicBezTo>
                  <a:cubicBezTo>
                    <a:pt x="97" y="20"/>
                    <a:pt x="99" y="21"/>
                    <a:pt x="100" y="21"/>
                  </a:cubicBezTo>
                  <a:cubicBezTo>
                    <a:pt x="104" y="19"/>
                    <a:pt x="109" y="19"/>
                    <a:pt x="113" y="19"/>
                  </a:cubicBezTo>
                  <a:cubicBezTo>
                    <a:pt x="122" y="18"/>
                    <a:pt x="130" y="21"/>
                    <a:pt x="135" y="20"/>
                  </a:cubicBezTo>
                  <a:cubicBezTo>
                    <a:pt x="140" y="19"/>
                    <a:pt x="156" y="16"/>
                    <a:pt x="159" y="17"/>
                  </a:cubicBezTo>
                  <a:cubicBezTo>
                    <a:pt x="159" y="16"/>
                    <a:pt x="159" y="16"/>
                    <a:pt x="159" y="16"/>
                  </a:cubicBezTo>
                  <a:cubicBezTo>
                    <a:pt x="161" y="17"/>
                    <a:pt x="164" y="17"/>
                    <a:pt x="166" y="18"/>
                  </a:cubicBezTo>
                  <a:cubicBezTo>
                    <a:pt x="168" y="17"/>
                    <a:pt x="173" y="19"/>
                    <a:pt x="174" y="19"/>
                  </a:cubicBezTo>
                  <a:cubicBezTo>
                    <a:pt x="175" y="20"/>
                    <a:pt x="175" y="21"/>
                    <a:pt x="176" y="21"/>
                  </a:cubicBezTo>
                  <a:cubicBezTo>
                    <a:pt x="176" y="22"/>
                    <a:pt x="175" y="27"/>
                    <a:pt x="174" y="28"/>
                  </a:cubicBezTo>
                  <a:cubicBezTo>
                    <a:pt x="174" y="29"/>
                    <a:pt x="174" y="29"/>
                    <a:pt x="174" y="29"/>
                  </a:cubicBezTo>
                  <a:cubicBezTo>
                    <a:pt x="148" y="29"/>
                    <a:pt x="120" y="27"/>
                    <a:pt x="102" y="32"/>
                  </a:cubicBezTo>
                  <a:cubicBezTo>
                    <a:pt x="102" y="32"/>
                    <a:pt x="97" y="32"/>
                    <a:pt x="96" y="32"/>
                  </a:cubicBezTo>
                  <a:cubicBezTo>
                    <a:pt x="96" y="32"/>
                    <a:pt x="88" y="33"/>
                    <a:pt x="87" y="33"/>
                  </a:cubicBezTo>
                  <a:cubicBezTo>
                    <a:pt x="86" y="32"/>
                    <a:pt x="85" y="31"/>
                    <a:pt x="84" y="30"/>
                  </a:cubicBezTo>
                  <a:cubicBezTo>
                    <a:pt x="85" y="27"/>
                    <a:pt x="91" y="24"/>
                    <a:pt x="94" y="23"/>
                  </a:cubicBezTo>
                  <a:close/>
                  <a:moveTo>
                    <a:pt x="121" y="83"/>
                  </a:moveTo>
                  <a:cubicBezTo>
                    <a:pt x="119" y="84"/>
                    <a:pt x="113" y="84"/>
                    <a:pt x="111" y="84"/>
                  </a:cubicBezTo>
                  <a:cubicBezTo>
                    <a:pt x="107" y="84"/>
                    <a:pt x="103" y="85"/>
                    <a:pt x="100" y="85"/>
                  </a:cubicBezTo>
                  <a:cubicBezTo>
                    <a:pt x="98" y="85"/>
                    <a:pt x="96" y="85"/>
                    <a:pt x="95" y="85"/>
                  </a:cubicBezTo>
                  <a:cubicBezTo>
                    <a:pt x="94" y="86"/>
                    <a:pt x="94" y="86"/>
                    <a:pt x="94" y="86"/>
                  </a:cubicBezTo>
                  <a:cubicBezTo>
                    <a:pt x="93" y="86"/>
                    <a:pt x="92" y="86"/>
                    <a:pt x="90" y="86"/>
                  </a:cubicBezTo>
                  <a:cubicBezTo>
                    <a:pt x="86" y="88"/>
                    <a:pt x="85" y="89"/>
                    <a:pt x="80" y="88"/>
                  </a:cubicBezTo>
                  <a:cubicBezTo>
                    <a:pt x="80" y="86"/>
                    <a:pt x="82" y="83"/>
                    <a:pt x="82" y="82"/>
                  </a:cubicBezTo>
                  <a:cubicBezTo>
                    <a:pt x="83" y="78"/>
                    <a:pt x="90" y="77"/>
                    <a:pt x="94" y="75"/>
                  </a:cubicBezTo>
                  <a:cubicBezTo>
                    <a:pt x="95" y="75"/>
                    <a:pt x="96" y="75"/>
                    <a:pt x="98" y="75"/>
                  </a:cubicBezTo>
                  <a:cubicBezTo>
                    <a:pt x="98" y="75"/>
                    <a:pt x="103" y="74"/>
                    <a:pt x="103" y="74"/>
                  </a:cubicBezTo>
                  <a:cubicBezTo>
                    <a:pt x="103" y="74"/>
                    <a:pt x="105" y="75"/>
                    <a:pt x="106" y="75"/>
                  </a:cubicBezTo>
                  <a:cubicBezTo>
                    <a:pt x="110" y="74"/>
                    <a:pt x="118" y="74"/>
                    <a:pt x="122" y="72"/>
                  </a:cubicBezTo>
                  <a:cubicBezTo>
                    <a:pt x="123" y="72"/>
                    <a:pt x="131" y="73"/>
                    <a:pt x="132" y="73"/>
                  </a:cubicBezTo>
                  <a:cubicBezTo>
                    <a:pt x="133" y="74"/>
                    <a:pt x="148" y="72"/>
                    <a:pt x="148" y="72"/>
                  </a:cubicBezTo>
                  <a:cubicBezTo>
                    <a:pt x="149" y="72"/>
                    <a:pt x="149" y="72"/>
                    <a:pt x="149" y="71"/>
                  </a:cubicBezTo>
                  <a:cubicBezTo>
                    <a:pt x="149" y="71"/>
                    <a:pt x="149" y="71"/>
                    <a:pt x="149" y="71"/>
                  </a:cubicBezTo>
                  <a:cubicBezTo>
                    <a:pt x="149" y="71"/>
                    <a:pt x="153" y="73"/>
                    <a:pt x="153" y="73"/>
                  </a:cubicBezTo>
                  <a:cubicBezTo>
                    <a:pt x="159" y="70"/>
                    <a:pt x="164" y="72"/>
                    <a:pt x="169" y="73"/>
                  </a:cubicBezTo>
                  <a:cubicBezTo>
                    <a:pt x="171" y="75"/>
                    <a:pt x="170" y="79"/>
                    <a:pt x="170" y="81"/>
                  </a:cubicBezTo>
                  <a:cubicBezTo>
                    <a:pt x="169" y="82"/>
                    <a:pt x="168" y="82"/>
                    <a:pt x="168" y="83"/>
                  </a:cubicBezTo>
                  <a:cubicBezTo>
                    <a:pt x="162" y="83"/>
                    <a:pt x="154" y="82"/>
                    <a:pt x="148" y="83"/>
                  </a:cubicBezTo>
                  <a:cubicBezTo>
                    <a:pt x="147" y="83"/>
                    <a:pt x="142" y="82"/>
                    <a:pt x="142" y="82"/>
                  </a:cubicBezTo>
                  <a:cubicBezTo>
                    <a:pt x="140" y="83"/>
                    <a:pt x="135" y="83"/>
                    <a:pt x="133" y="82"/>
                  </a:cubicBezTo>
                  <a:cubicBezTo>
                    <a:pt x="130" y="84"/>
                    <a:pt x="122" y="83"/>
                    <a:pt x="121" y="83"/>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2" name="Freeform 8"/>
            <p:cNvSpPr/>
            <p:nvPr/>
          </p:nvSpPr>
          <p:spPr bwMode="auto">
            <a:xfrm>
              <a:off x="1468682" y="6171684"/>
              <a:ext cx="98249" cy="289665"/>
            </a:xfrm>
            <a:custGeom>
              <a:avLst/>
              <a:gdLst>
                <a:gd name="T0" fmla="*/ 67 w 73"/>
                <a:gd name="T1" fmla="*/ 1 h 215"/>
                <a:gd name="T2" fmla="*/ 69 w 73"/>
                <a:gd name="T3" fmla="*/ 18 h 215"/>
                <a:gd name="T4" fmla="*/ 65 w 73"/>
                <a:gd name="T5" fmla="*/ 37 h 215"/>
                <a:gd name="T6" fmla="*/ 67 w 73"/>
                <a:gd name="T7" fmla="*/ 53 h 215"/>
                <a:gd name="T8" fmla="*/ 68 w 73"/>
                <a:gd name="T9" fmla="*/ 65 h 215"/>
                <a:gd name="T10" fmla="*/ 68 w 73"/>
                <a:gd name="T11" fmla="*/ 74 h 215"/>
                <a:gd name="T12" fmla="*/ 67 w 73"/>
                <a:gd name="T13" fmla="*/ 91 h 215"/>
                <a:gd name="T14" fmla="*/ 69 w 73"/>
                <a:gd name="T15" fmla="*/ 99 h 215"/>
                <a:gd name="T16" fmla="*/ 71 w 73"/>
                <a:gd name="T17" fmla="*/ 107 h 215"/>
                <a:gd name="T18" fmla="*/ 73 w 73"/>
                <a:gd name="T19" fmla="*/ 114 h 215"/>
                <a:gd name="T20" fmla="*/ 69 w 73"/>
                <a:gd name="T21" fmla="*/ 118 h 215"/>
                <a:gd name="T22" fmla="*/ 68 w 73"/>
                <a:gd name="T23" fmla="*/ 130 h 215"/>
                <a:gd name="T24" fmla="*/ 67 w 73"/>
                <a:gd name="T25" fmla="*/ 137 h 215"/>
                <a:gd name="T26" fmla="*/ 67 w 73"/>
                <a:gd name="T27" fmla="*/ 148 h 215"/>
                <a:gd name="T28" fmla="*/ 65 w 73"/>
                <a:gd name="T29" fmla="*/ 157 h 215"/>
                <a:gd name="T30" fmla="*/ 64 w 73"/>
                <a:gd name="T31" fmla="*/ 159 h 215"/>
                <a:gd name="T32" fmla="*/ 63 w 73"/>
                <a:gd name="T33" fmla="*/ 160 h 215"/>
                <a:gd name="T34" fmla="*/ 63 w 73"/>
                <a:gd name="T35" fmla="*/ 168 h 215"/>
                <a:gd name="T36" fmla="*/ 64 w 73"/>
                <a:gd name="T37" fmla="*/ 186 h 215"/>
                <a:gd name="T38" fmla="*/ 65 w 73"/>
                <a:gd name="T39" fmla="*/ 197 h 215"/>
                <a:gd name="T40" fmla="*/ 65 w 73"/>
                <a:gd name="T41" fmla="*/ 208 h 215"/>
                <a:gd name="T42" fmla="*/ 61 w 73"/>
                <a:gd name="T43" fmla="*/ 215 h 215"/>
                <a:gd name="T44" fmla="*/ 55 w 73"/>
                <a:gd name="T45" fmla="*/ 208 h 215"/>
                <a:gd name="T46" fmla="*/ 53 w 73"/>
                <a:gd name="T47" fmla="*/ 204 h 215"/>
                <a:gd name="T48" fmla="*/ 48 w 73"/>
                <a:gd name="T49" fmla="*/ 186 h 215"/>
                <a:gd name="T50" fmla="*/ 48 w 73"/>
                <a:gd name="T51" fmla="*/ 178 h 215"/>
                <a:gd name="T52" fmla="*/ 45 w 73"/>
                <a:gd name="T53" fmla="*/ 147 h 215"/>
                <a:gd name="T54" fmla="*/ 33 w 73"/>
                <a:gd name="T55" fmla="*/ 153 h 215"/>
                <a:gd name="T56" fmla="*/ 18 w 73"/>
                <a:gd name="T57" fmla="*/ 161 h 215"/>
                <a:gd name="T58" fmla="*/ 11 w 73"/>
                <a:gd name="T59" fmla="*/ 163 h 215"/>
                <a:gd name="T60" fmla="*/ 4 w 73"/>
                <a:gd name="T61" fmla="*/ 155 h 215"/>
                <a:gd name="T62" fmla="*/ 0 w 73"/>
                <a:gd name="T63" fmla="*/ 147 h 215"/>
                <a:gd name="T64" fmla="*/ 0 w 73"/>
                <a:gd name="T65" fmla="*/ 138 h 215"/>
                <a:gd name="T66" fmla="*/ 0 w 73"/>
                <a:gd name="T67" fmla="*/ 127 h 215"/>
                <a:gd name="T68" fmla="*/ 8 w 73"/>
                <a:gd name="T69" fmla="*/ 112 h 215"/>
                <a:gd name="T70" fmla="*/ 12 w 73"/>
                <a:gd name="T71" fmla="*/ 90 h 215"/>
                <a:gd name="T72" fmla="*/ 12 w 73"/>
                <a:gd name="T73" fmla="*/ 73 h 215"/>
                <a:gd name="T74" fmla="*/ 13 w 73"/>
                <a:gd name="T75" fmla="*/ 64 h 215"/>
                <a:gd name="T76" fmla="*/ 18 w 73"/>
                <a:gd name="T77" fmla="*/ 47 h 215"/>
                <a:gd name="T78" fmla="*/ 24 w 73"/>
                <a:gd name="T79" fmla="*/ 41 h 215"/>
                <a:gd name="T80" fmla="*/ 32 w 73"/>
                <a:gd name="T81" fmla="*/ 39 h 215"/>
                <a:gd name="T82" fmla="*/ 38 w 73"/>
                <a:gd name="T83" fmla="*/ 47 h 215"/>
                <a:gd name="T84" fmla="*/ 28 w 73"/>
                <a:gd name="T85" fmla="*/ 62 h 215"/>
                <a:gd name="T86" fmla="*/ 31 w 73"/>
                <a:gd name="T87" fmla="*/ 81 h 215"/>
                <a:gd name="T88" fmla="*/ 31 w 73"/>
                <a:gd name="T89" fmla="*/ 89 h 215"/>
                <a:gd name="T90" fmla="*/ 30 w 73"/>
                <a:gd name="T91" fmla="*/ 99 h 215"/>
                <a:gd name="T92" fmla="*/ 48 w 73"/>
                <a:gd name="T93" fmla="*/ 115 h 215"/>
                <a:gd name="T94" fmla="*/ 50 w 73"/>
                <a:gd name="T95" fmla="*/ 115 h 215"/>
                <a:gd name="T96" fmla="*/ 51 w 73"/>
                <a:gd name="T97" fmla="*/ 109 h 215"/>
                <a:gd name="T98" fmla="*/ 55 w 73"/>
                <a:gd name="T99" fmla="*/ 79 h 215"/>
                <a:gd name="T100" fmla="*/ 53 w 73"/>
                <a:gd name="T101" fmla="*/ 35 h 215"/>
                <a:gd name="T102" fmla="*/ 60 w 73"/>
                <a:gd name="T103"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215">
                  <a:moveTo>
                    <a:pt x="65" y="0"/>
                  </a:moveTo>
                  <a:cubicBezTo>
                    <a:pt x="66" y="0"/>
                    <a:pt x="67" y="0"/>
                    <a:pt x="67" y="1"/>
                  </a:cubicBezTo>
                  <a:cubicBezTo>
                    <a:pt x="70" y="3"/>
                    <a:pt x="68" y="10"/>
                    <a:pt x="69" y="15"/>
                  </a:cubicBezTo>
                  <a:cubicBezTo>
                    <a:pt x="69" y="16"/>
                    <a:pt x="69" y="17"/>
                    <a:pt x="69" y="18"/>
                  </a:cubicBezTo>
                  <a:cubicBezTo>
                    <a:pt x="71" y="22"/>
                    <a:pt x="69" y="30"/>
                    <a:pt x="67" y="34"/>
                  </a:cubicBezTo>
                  <a:cubicBezTo>
                    <a:pt x="66" y="35"/>
                    <a:pt x="66" y="37"/>
                    <a:pt x="65" y="37"/>
                  </a:cubicBezTo>
                  <a:cubicBezTo>
                    <a:pt x="64" y="39"/>
                    <a:pt x="65" y="45"/>
                    <a:pt x="66" y="46"/>
                  </a:cubicBezTo>
                  <a:cubicBezTo>
                    <a:pt x="66" y="47"/>
                    <a:pt x="66" y="51"/>
                    <a:pt x="67" y="53"/>
                  </a:cubicBezTo>
                  <a:cubicBezTo>
                    <a:pt x="67" y="55"/>
                    <a:pt x="67" y="57"/>
                    <a:pt x="67" y="59"/>
                  </a:cubicBezTo>
                  <a:cubicBezTo>
                    <a:pt x="67" y="61"/>
                    <a:pt x="67" y="63"/>
                    <a:pt x="68" y="65"/>
                  </a:cubicBezTo>
                  <a:cubicBezTo>
                    <a:pt x="68" y="67"/>
                    <a:pt x="67" y="70"/>
                    <a:pt x="67" y="71"/>
                  </a:cubicBezTo>
                  <a:cubicBezTo>
                    <a:pt x="67" y="71"/>
                    <a:pt x="68" y="73"/>
                    <a:pt x="68" y="74"/>
                  </a:cubicBezTo>
                  <a:cubicBezTo>
                    <a:pt x="69" y="76"/>
                    <a:pt x="67" y="82"/>
                    <a:pt x="68" y="85"/>
                  </a:cubicBezTo>
                  <a:cubicBezTo>
                    <a:pt x="68" y="86"/>
                    <a:pt x="65" y="89"/>
                    <a:pt x="67" y="91"/>
                  </a:cubicBezTo>
                  <a:cubicBezTo>
                    <a:pt x="67" y="92"/>
                    <a:pt x="66" y="94"/>
                    <a:pt x="67" y="95"/>
                  </a:cubicBezTo>
                  <a:cubicBezTo>
                    <a:pt x="68" y="97"/>
                    <a:pt x="68" y="98"/>
                    <a:pt x="69" y="99"/>
                  </a:cubicBezTo>
                  <a:cubicBezTo>
                    <a:pt x="69" y="101"/>
                    <a:pt x="69" y="104"/>
                    <a:pt x="69" y="106"/>
                  </a:cubicBezTo>
                  <a:cubicBezTo>
                    <a:pt x="70" y="106"/>
                    <a:pt x="71" y="107"/>
                    <a:pt x="71" y="107"/>
                  </a:cubicBezTo>
                  <a:cubicBezTo>
                    <a:pt x="72" y="109"/>
                    <a:pt x="71" y="110"/>
                    <a:pt x="72" y="112"/>
                  </a:cubicBezTo>
                  <a:cubicBezTo>
                    <a:pt x="72" y="113"/>
                    <a:pt x="73" y="112"/>
                    <a:pt x="73" y="114"/>
                  </a:cubicBezTo>
                  <a:cubicBezTo>
                    <a:pt x="72" y="114"/>
                    <a:pt x="71" y="116"/>
                    <a:pt x="72" y="117"/>
                  </a:cubicBezTo>
                  <a:cubicBezTo>
                    <a:pt x="71" y="117"/>
                    <a:pt x="70" y="118"/>
                    <a:pt x="69" y="118"/>
                  </a:cubicBezTo>
                  <a:cubicBezTo>
                    <a:pt x="69" y="119"/>
                    <a:pt x="67" y="127"/>
                    <a:pt x="67" y="127"/>
                  </a:cubicBezTo>
                  <a:cubicBezTo>
                    <a:pt x="67" y="128"/>
                    <a:pt x="68" y="129"/>
                    <a:pt x="68" y="130"/>
                  </a:cubicBezTo>
                  <a:cubicBezTo>
                    <a:pt x="68" y="132"/>
                    <a:pt x="68" y="133"/>
                    <a:pt x="68" y="134"/>
                  </a:cubicBezTo>
                  <a:cubicBezTo>
                    <a:pt x="68" y="135"/>
                    <a:pt x="67" y="138"/>
                    <a:pt x="67" y="137"/>
                  </a:cubicBezTo>
                  <a:cubicBezTo>
                    <a:pt x="67" y="138"/>
                    <a:pt x="67" y="138"/>
                    <a:pt x="67" y="139"/>
                  </a:cubicBezTo>
                  <a:cubicBezTo>
                    <a:pt x="67" y="139"/>
                    <a:pt x="66" y="148"/>
                    <a:pt x="67" y="148"/>
                  </a:cubicBezTo>
                  <a:cubicBezTo>
                    <a:pt x="67" y="148"/>
                    <a:pt x="67" y="149"/>
                    <a:pt x="67" y="149"/>
                  </a:cubicBezTo>
                  <a:cubicBezTo>
                    <a:pt x="66" y="152"/>
                    <a:pt x="64" y="155"/>
                    <a:pt x="65" y="157"/>
                  </a:cubicBezTo>
                  <a:cubicBezTo>
                    <a:pt x="65" y="157"/>
                    <a:pt x="65" y="158"/>
                    <a:pt x="65" y="158"/>
                  </a:cubicBezTo>
                  <a:cubicBezTo>
                    <a:pt x="65" y="158"/>
                    <a:pt x="65" y="158"/>
                    <a:pt x="64" y="159"/>
                  </a:cubicBezTo>
                  <a:cubicBezTo>
                    <a:pt x="64" y="159"/>
                    <a:pt x="64" y="159"/>
                    <a:pt x="64" y="159"/>
                  </a:cubicBezTo>
                  <a:cubicBezTo>
                    <a:pt x="64" y="160"/>
                    <a:pt x="64" y="160"/>
                    <a:pt x="63" y="160"/>
                  </a:cubicBezTo>
                  <a:cubicBezTo>
                    <a:pt x="63" y="162"/>
                    <a:pt x="63" y="164"/>
                    <a:pt x="63" y="166"/>
                  </a:cubicBezTo>
                  <a:cubicBezTo>
                    <a:pt x="63" y="167"/>
                    <a:pt x="63" y="167"/>
                    <a:pt x="63" y="168"/>
                  </a:cubicBezTo>
                  <a:cubicBezTo>
                    <a:pt x="61" y="173"/>
                    <a:pt x="64" y="179"/>
                    <a:pt x="65" y="181"/>
                  </a:cubicBezTo>
                  <a:cubicBezTo>
                    <a:pt x="65" y="183"/>
                    <a:pt x="65" y="184"/>
                    <a:pt x="64" y="186"/>
                  </a:cubicBezTo>
                  <a:cubicBezTo>
                    <a:pt x="64" y="186"/>
                    <a:pt x="64" y="186"/>
                    <a:pt x="64" y="186"/>
                  </a:cubicBezTo>
                  <a:cubicBezTo>
                    <a:pt x="64" y="186"/>
                    <a:pt x="65" y="197"/>
                    <a:pt x="65" y="197"/>
                  </a:cubicBezTo>
                  <a:cubicBezTo>
                    <a:pt x="65" y="197"/>
                    <a:pt x="64" y="201"/>
                    <a:pt x="64" y="201"/>
                  </a:cubicBezTo>
                  <a:cubicBezTo>
                    <a:pt x="65" y="202"/>
                    <a:pt x="65" y="207"/>
                    <a:pt x="65" y="208"/>
                  </a:cubicBezTo>
                  <a:cubicBezTo>
                    <a:pt x="65" y="209"/>
                    <a:pt x="64" y="209"/>
                    <a:pt x="63" y="209"/>
                  </a:cubicBezTo>
                  <a:cubicBezTo>
                    <a:pt x="63" y="211"/>
                    <a:pt x="63" y="214"/>
                    <a:pt x="61" y="215"/>
                  </a:cubicBezTo>
                  <a:cubicBezTo>
                    <a:pt x="60" y="215"/>
                    <a:pt x="61" y="215"/>
                    <a:pt x="60" y="215"/>
                  </a:cubicBezTo>
                  <a:cubicBezTo>
                    <a:pt x="57" y="213"/>
                    <a:pt x="58" y="210"/>
                    <a:pt x="55" y="208"/>
                  </a:cubicBezTo>
                  <a:cubicBezTo>
                    <a:pt x="55" y="208"/>
                    <a:pt x="56" y="208"/>
                    <a:pt x="56" y="207"/>
                  </a:cubicBezTo>
                  <a:cubicBezTo>
                    <a:pt x="56" y="206"/>
                    <a:pt x="54" y="205"/>
                    <a:pt x="53" y="204"/>
                  </a:cubicBezTo>
                  <a:cubicBezTo>
                    <a:pt x="52" y="202"/>
                    <a:pt x="53" y="199"/>
                    <a:pt x="52" y="197"/>
                  </a:cubicBezTo>
                  <a:cubicBezTo>
                    <a:pt x="51" y="194"/>
                    <a:pt x="50" y="188"/>
                    <a:pt x="48" y="186"/>
                  </a:cubicBezTo>
                  <a:cubicBezTo>
                    <a:pt x="48" y="185"/>
                    <a:pt x="49" y="183"/>
                    <a:pt x="49" y="182"/>
                  </a:cubicBezTo>
                  <a:cubicBezTo>
                    <a:pt x="48" y="181"/>
                    <a:pt x="48" y="179"/>
                    <a:pt x="48" y="178"/>
                  </a:cubicBezTo>
                  <a:cubicBezTo>
                    <a:pt x="48" y="174"/>
                    <a:pt x="49" y="168"/>
                    <a:pt x="48" y="166"/>
                  </a:cubicBezTo>
                  <a:cubicBezTo>
                    <a:pt x="46" y="163"/>
                    <a:pt x="51" y="148"/>
                    <a:pt x="45" y="147"/>
                  </a:cubicBezTo>
                  <a:cubicBezTo>
                    <a:pt x="43" y="148"/>
                    <a:pt x="40" y="148"/>
                    <a:pt x="38" y="149"/>
                  </a:cubicBezTo>
                  <a:cubicBezTo>
                    <a:pt x="37" y="150"/>
                    <a:pt x="35" y="152"/>
                    <a:pt x="33" y="153"/>
                  </a:cubicBezTo>
                  <a:cubicBezTo>
                    <a:pt x="33" y="153"/>
                    <a:pt x="23" y="157"/>
                    <a:pt x="23" y="157"/>
                  </a:cubicBezTo>
                  <a:cubicBezTo>
                    <a:pt x="21" y="158"/>
                    <a:pt x="20" y="160"/>
                    <a:pt x="18" y="161"/>
                  </a:cubicBezTo>
                  <a:cubicBezTo>
                    <a:pt x="16" y="161"/>
                    <a:pt x="15" y="161"/>
                    <a:pt x="13" y="161"/>
                  </a:cubicBezTo>
                  <a:cubicBezTo>
                    <a:pt x="13" y="162"/>
                    <a:pt x="12" y="162"/>
                    <a:pt x="11" y="163"/>
                  </a:cubicBezTo>
                  <a:cubicBezTo>
                    <a:pt x="8" y="164"/>
                    <a:pt x="5" y="159"/>
                    <a:pt x="4" y="157"/>
                  </a:cubicBezTo>
                  <a:cubicBezTo>
                    <a:pt x="4" y="156"/>
                    <a:pt x="4" y="156"/>
                    <a:pt x="4" y="155"/>
                  </a:cubicBezTo>
                  <a:cubicBezTo>
                    <a:pt x="2" y="152"/>
                    <a:pt x="2" y="150"/>
                    <a:pt x="0" y="148"/>
                  </a:cubicBezTo>
                  <a:cubicBezTo>
                    <a:pt x="1" y="147"/>
                    <a:pt x="0" y="146"/>
                    <a:pt x="0" y="147"/>
                  </a:cubicBezTo>
                  <a:cubicBezTo>
                    <a:pt x="0" y="147"/>
                    <a:pt x="0" y="144"/>
                    <a:pt x="0" y="144"/>
                  </a:cubicBezTo>
                  <a:cubicBezTo>
                    <a:pt x="0" y="142"/>
                    <a:pt x="0" y="138"/>
                    <a:pt x="0" y="138"/>
                  </a:cubicBezTo>
                  <a:cubicBezTo>
                    <a:pt x="2" y="137"/>
                    <a:pt x="1" y="129"/>
                    <a:pt x="0" y="127"/>
                  </a:cubicBezTo>
                  <a:cubicBezTo>
                    <a:pt x="0" y="127"/>
                    <a:pt x="0" y="127"/>
                    <a:pt x="0" y="127"/>
                  </a:cubicBezTo>
                  <a:cubicBezTo>
                    <a:pt x="0" y="126"/>
                    <a:pt x="1" y="124"/>
                    <a:pt x="0" y="123"/>
                  </a:cubicBezTo>
                  <a:cubicBezTo>
                    <a:pt x="2" y="119"/>
                    <a:pt x="7" y="115"/>
                    <a:pt x="8" y="112"/>
                  </a:cubicBezTo>
                  <a:cubicBezTo>
                    <a:pt x="8" y="111"/>
                    <a:pt x="8" y="110"/>
                    <a:pt x="8" y="109"/>
                  </a:cubicBezTo>
                  <a:cubicBezTo>
                    <a:pt x="10" y="104"/>
                    <a:pt x="10" y="93"/>
                    <a:pt x="12" y="90"/>
                  </a:cubicBezTo>
                  <a:cubicBezTo>
                    <a:pt x="12" y="87"/>
                    <a:pt x="12" y="85"/>
                    <a:pt x="12" y="83"/>
                  </a:cubicBezTo>
                  <a:cubicBezTo>
                    <a:pt x="12" y="79"/>
                    <a:pt x="11" y="76"/>
                    <a:pt x="12" y="73"/>
                  </a:cubicBezTo>
                  <a:cubicBezTo>
                    <a:pt x="13" y="70"/>
                    <a:pt x="13" y="66"/>
                    <a:pt x="14" y="65"/>
                  </a:cubicBezTo>
                  <a:cubicBezTo>
                    <a:pt x="14" y="64"/>
                    <a:pt x="14" y="64"/>
                    <a:pt x="13" y="64"/>
                  </a:cubicBezTo>
                  <a:cubicBezTo>
                    <a:pt x="13" y="63"/>
                    <a:pt x="15" y="60"/>
                    <a:pt x="14" y="58"/>
                  </a:cubicBezTo>
                  <a:cubicBezTo>
                    <a:pt x="16" y="55"/>
                    <a:pt x="17" y="50"/>
                    <a:pt x="18" y="47"/>
                  </a:cubicBezTo>
                  <a:cubicBezTo>
                    <a:pt x="19" y="47"/>
                    <a:pt x="20" y="46"/>
                    <a:pt x="21" y="45"/>
                  </a:cubicBezTo>
                  <a:cubicBezTo>
                    <a:pt x="23" y="44"/>
                    <a:pt x="21" y="42"/>
                    <a:pt x="24" y="41"/>
                  </a:cubicBezTo>
                  <a:cubicBezTo>
                    <a:pt x="24" y="41"/>
                    <a:pt x="24" y="40"/>
                    <a:pt x="24" y="40"/>
                  </a:cubicBezTo>
                  <a:cubicBezTo>
                    <a:pt x="26" y="40"/>
                    <a:pt x="31" y="38"/>
                    <a:pt x="32" y="39"/>
                  </a:cubicBezTo>
                  <a:cubicBezTo>
                    <a:pt x="33" y="40"/>
                    <a:pt x="33" y="41"/>
                    <a:pt x="34" y="43"/>
                  </a:cubicBezTo>
                  <a:cubicBezTo>
                    <a:pt x="35" y="44"/>
                    <a:pt x="37" y="45"/>
                    <a:pt x="38" y="47"/>
                  </a:cubicBezTo>
                  <a:cubicBezTo>
                    <a:pt x="39" y="48"/>
                    <a:pt x="39" y="49"/>
                    <a:pt x="38" y="50"/>
                  </a:cubicBezTo>
                  <a:cubicBezTo>
                    <a:pt x="37" y="59"/>
                    <a:pt x="31" y="56"/>
                    <a:pt x="28" y="62"/>
                  </a:cubicBezTo>
                  <a:cubicBezTo>
                    <a:pt x="27" y="65"/>
                    <a:pt x="30" y="74"/>
                    <a:pt x="31" y="76"/>
                  </a:cubicBezTo>
                  <a:cubicBezTo>
                    <a:pt x="32" y="78"/>
                    <a:pt x="31" y="80"/>
                    <a:pt x="31" y="81"/>
                  </a:cubicBezTo>
                  <a:cubicBezTo>
                    <a:pt x="31" y="82"/>
                    <a:pt x="31" y="84"/>
                    <a:pt x="30" y="85"/>
                  </a:cubicBezTo>
                  <a:cubicBezTo>
                    <a:pt x="30" y="86"/>
                    <a:pt x="31" y="88"/>
                    <a:pt x="31" y="89"/>
                  </a:cubicBezTo>
                  <a:cubicBezTo>
                    <a:pt x="31" y="92"/>
                    <a:pt x="30" y="93"/>
                    <a:pt x="30" y="94"/>
                  </a:cubicBezTo>
                  <a:cubicBezTo>
                    <a:pt x="29" y="95"/>
                    <a:pt x="30" y="99"/>
                    <a:pt x="30" y="99"/>
                  </a:cubicBezTo>
                  <a:cubicBezTo>
                    <a:pt x="28" y="100"/>
                    <a:pt x="27" y="110"/>
                    <a:pt x="28" y="111"/>
                  </a:cubicBezTo>
                  <a:cubicBezTo>
                    <a:pt x="30" y="115"/>
                    <a:pt x="41" y="114"/>
                    <a:pt x="48" y="115"/>
                  </a:cubicBezTo>
                  <a:cubicBezTo>
                    <a:pt x="48" y="114"/>
                    <a:pt x="48" y="115"/>
                    <a:pt x="49" y="114"/>
                  </a:cubicBezTo>
                  <a:cubicBezTo>
                    <a:pt x="49" y="115"/>
                    <a:pt x="49" y="115"/>
                    <a:pt x="50" y="115"/>
                  </a:cubicBezTo>
                  <a:cubicBezTo>
                    <a:pt x="51" y="113"/>
                    <a:pt x="51" y="113"/>
                    <a:pt x="52" y="111"/>
                  </a:cubicBezTo>
                  <a:cubicBezTo>
                    <a:pt x="51" y="111"/>
                    <a:pt x="51" y="111"/>
                    <a:pt x="51" y="109"/>
                  </a:cubicBezTo>
                  <a:cubicBezTo>
                    <a:pt x="56" y="105"/>
                    <a:pt x="55" y="98"/>
                    <a:pt x="56" y="90"/>
                  </a:cubicBezTo>
                  <a:cubicBezTo>
                    <a:pt x="56" y="87"/>
                    <a:pt x="55" y="83"/>
                    <a:pt x="55" y="79"/>
                  </a:cubicBezTo>
                  <a:cubicBezTo>
                    <a:pt x="57" y="77"/>
                    <a:pt x="56" y="67"/>
                    <a:pt x="56" y="63"/>
                  </a:cubicBezTo>
                  <a:cubicBezTo>
                    <a:pt x="56" y="50"/>
                    <a:pt x="57" y="44"/>
                    <a:pt x="53" y="35"/>
                  </a:cubicBezTo>
                  <a:cubicBezTo>
                    <a:pt x="53" y="30"/>
                    <a:pt x="53" y="25"/>
                    <a:pt x="53" y="19"/>
                  </a:cubicBezTo>
                  <a:cubicBezTo>
                    <a:pt x="57" y="17"/>
                    <a:pt x="58" y="5"/>
                    <a:pt x="60" y="4"/>
                  </a:cubicBezTo>
                  <a:cubicBezTo>
                    <a:pt x="61" y="2"/>
                    <a:pt x="64" y="2"/>
                    <a:pt x="65"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3" name="Freeform 9"/>
            <p:cNvSpPr/>
            <p:nvPr/>
          </p:nvSpPr>
          <p:spPr bwMode="auto">
            <a:xfrm>
              <a:off x="1579918" y="6178459"/>
              <a:ext cx="33879" cy="192546"/>
            </a:xfrm>
            <a:custGeom>
              <a:avLst/>
              <a:gdLst>
                <a:gd name="T0" fmla="*/ 10 w 25"/>
                <a:gd name="T1" fmla="*/ 0 h 143"/>
                <a:gd name="T2" fmla="*/ 16 w 25"/>
                <a:gd name="T3" fmla="*/ 0 h 143"/>
                <a:gd name="T4" fmla="*/ 24 w 25"/>
                <a:gd name="T5" fmla="*/ 12 h 143"/>
                <a:gd name="T6" fmla="*/ 25 w 25"/>
                <a:gd name="T7" fmla="*/ 18 h 143"/>
                <a:gd name="T8" fmla="*/ 23 w 25"/>
                <a:gd name="T9" fmla="*/ 24 h 143"/>
                <a:gd name="T10" fmla="*/ 22 w 25"/>
                <a:gd name="T11" fmla="*/ 26 h 143"/>
                <a:gd name="T12" fmla="*/ 22 w 25"/>
                <a:gd name="T13" fmla="*/ 26 h 143"/>
                <a:gd name="T14" fmla="*/ 21 w 25"/>
                <a:gd name="T15" fmla="*/ 29 h 143"/>
                <a:gd name="T16" fmla="*/ 19 w 25"/>
                <a:gd name="T17" fmla="*/ 32 h 143"/>
                <a:gd name="T18" fmla="*/ 21 w 25"/>
                <a:gd name="T19" fmla="*/ 48 h 143"/>
                <a:gd name="T20" fmla="*/ 21 w 25"/>
                <a:gd name="T21" fmla="*/ 64 h 143"/>
                <a:gd name="T22" fmla="*/ 21 w 25"/>
                <a:gd name="T23" fmla="*/ 64 h 143"/>
                <a:gd name="T24" fmla="*/ 17 w 25"/>
                <a:gd name="T25" fmla="*/ 69 h 143"/>
                <a:gd name="T26" fmla="*/ 17 w 25"/>
                <a:gd name="T27" fmla="*/ 76 h 143"/>
                <a:gd name="T28" fmla="*/ 17 w 25"/>
                <a:gd name="T29" fmla="*/ 76 h 143"/>
                <a:gd name="T30" fmla="*/ 17 w 25"/>
                <a:gd name="T31" fmla="*/ 81 h 143"/>
                <a:gd name="T32" fmla="*/ 17 w 25"/>
                <a:gd name="T33" fmla="*/ 90 h 143"/>
                <a:gd name="T34" fmla="*/ 17 w 25"/>
                <a:gd name="T35" fmla="*/ 91 h 143"/>
                <a:gd name="T36" fmla="*/ 18 w 25"/>
                <a:gd name="T37" fmla="*/ 97 h 143"/>
                <a:gd name="T38" fmla="*/ 17 w 25"/>
                <a:gd name="T39" fmla="*/ 100 h 143"/>
                <a:gd name="T40" fmla="*/ 17 w 25"/>
                <a:gd name="T41" fmla="*/ 100 h 143"/>
                <a:gd name="T42" fmla="*/ 18 w 25"/>
                <a:gd name="T43" fmla="*/ 100 h 143"/>
                <a:gd name="T44" fmla="*/ 18 w 25"/>
                <a:gd name="T45" fmla="*/ 102 h 143"/>
                <a:gd name="T46" fmla="*/ 18 w 25"/>
                <a:gd name="T47" fmla="*/ 108 h 143"/>
                <a:gd name="T48" fmla="*/ 17 w 25"/>
                <a:gd name="T49" fmla="*/ 108 h 143"/>
                <a:gd name="T50" fmla="*/ 17 w 25"/>
                <a:gd name="T51" fmla="*/ 113 h 143"/>
                <a:gd name="T52" fmla="*/ 16 w 25"/>
                <a:gd name="T53" fmla="*/ 117 h 143"/>
                <a:gd name="T54" fmla="*/ 16 w 25"/>
                <a:gd name="T55" fmla="*/ 118 h 143"/>
                <a:gd name="T56" fmla="*/ 15 w 25"/>
                <a:gd name="T57" fmla="*/ 119 h 143"/>
                <a:gd name="T58" fmla="*/ 15 w 25"/>
                <a:gd name="T59" fmla="*/ 121 h 143"/>
                <a:gd name="T60" fmla="*/ 12 w 25"/>
                <a:gd name="T61" fmla="*/ 130 h 143"/>
                <a:gd name="T62" fmla="*/ 5 w 25"/>
                <a:gd name="T63" fmla="*/ 142 h 143"/>
                <a:gd name="T64" fmla="*/ 3 w 25"/>
                <a:gd name="T65" fmla="*/ 141 h 143"/>
                <a:gd name="T66" fmla="*/ 0 w 25"/>
                <a:gd name="T67" fmla="*/ 129 h 143"/>
                <a:gd name="T68" fmla="*/ 1 w 25"/>
                <a:gd name="T69" fmla="*/ 127 h 143"/>
                <a:gd name="T70" fmla="*/ 4 w 25"/>
                <a:gd name="T71" fmla="*/ 126 h 143"/>
                <a:gd name="T72" fmla="*/ 5 w 25"/>
                <a:gd name="T73" fmla="*/ 126 h 143"/>
                <a:gd name="T74" fmla="*/ 8 w 25"/>
                <a:gd name="T75" fmla="*/ 123 h 143"/>
                <a:gd name="T76" fmla="*/ 9 w 25"/>
                <a:gd name="T77" fmla="*/ 114 h 143"/>
                <a:gd name="T78" fmla="*/ 9 w 25"/>
                <a:gd name="T79" fmla="*/ 104 h 143"/>
                <a:gd name="T80" fmla="*/ 9 w 25"/>
                <a:gd name="T81" fmla="*/ 92 h 143"/>
                <a:gd name="T82" fmla="*/ 8 w 25"/>
                <a:gd name="T83" fmla="*/ 83 h 143"/>
                <a:gd name="T84" fmla="*/ 9 w 25"/>
                <a:gd name="T85" fmla="*/ 62 h 143"/>
                <a:gd name="T86" fmla="*/ 8 w 25"/>
                <a:gd name="T87" fmla="*/ 58 h 143"/>
                <a:gd name="T88" fmla="*/ 8 w 25"/>
                <a:gd name="T89" fmla="*/ 57 h 143"/>
                <a:gd name="T90" fmla="*/ 9 w 25"/>
                <a:gd name="T91" fmla="*/ 52 h 143"/>
                <a:gd name="T92" fmla="*/ 10 w 25"/>
                <a:gd name="T93" fmla="*/ 52 h 143"/>
                <a:gd name="T94" fmla="*/ 9 w 25"/>
                <a:gd name="T95" fmla="*/ 48 h 143"/>
                <a:gd name="T96" fmla="*/ 9 w 25"/>
                <a:gd name="T97" fmla="*/ 34 h 143"/>
                <a:gd name="T98" fmla="*/ 9 w 25"/>
                <a:gd name="T99" fmla="*/ 25 h 143"/>
                <a:gd name="T100" fmla="*/ 8 w 25"/>
                <a:gd name="T101" fmla="*/ 20 h 143"/>
                <a:gd name="T102" fmla="*/ 9 w 25"/>
                <a:gd name="T103" fmla="*/ 11 h 143"/>
                <a:gd name="T104" fmla="*/ 10 w 25"/>
                <a:gd name="T10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 h="143">
                  <a:moveTo>
                    <a:pt x="10" y="0"/>
                  </a:moveTo>
                  <a:cubicBezTo>
                    <a:pt x="11" y="0"/>
                    <a:pt x="16" y="0"/>
                    <a:pt x="16" y="0"/>
                  </a:cubicBezTo>
                  <a:cubicBezTo>
                    <a:pt x="20" y="0"/>
                    <a:pt x="23" y="10"/>
                    <a:pt x="24" y="12"/>
                  </a:cubicBezTo>
                  <a:cubicBezTo>
                    <a:pt x="24" y="12"/>
                    <a:pt x="24" y="17"/>
                    <a:pt x="25" y="18"/>
                  </a:cubicBezTo>
                  <a:cubicBezTo>
                    <a:pt x="23" y="19"/>
                    <a:pt x="24" y="22"/>
                    <a:pt x="23" y="24"/>
                  </a:cubicBezTo>
                  <a:cubicBezTo>
                    <a:pt x="23" y="25"/>
                    <a:pt x="22" y="25"/>
                    <a:pt x="22" y="26"/>
                  </a:cubicBezTo>
                  <a:cubicBezTo>
                    <a:pt x="22" y="26"/>
                    <a:pt x="22" y="26"/>
                    <a:pt x="22" y="26"/>
                  </a:cubicBezTo>
                  <a:cubicBezTo>
                    <a:pt x="21" y="27"/>
                    <a:pt x="21" y="28"/>
                    <a:pt x="21" y="29"/>
                  </a:cubicBezTo>
                  <a:cubicBezTo>
                    <a:pt x="20" y="30"/>
                    <a:pt x="19" y="31"/>
                    <a:pt x="19" y="32"/>
                  </a:cubicBezTo>
                  <a:cubicBezTo>
                    <a:pt x="17" y="37"/>
                    <a:pt x="20" y="46"/>
                    <a:pt x="21" y="48"/>
                  </a:cubicBezTo>
                  <a:cubicBezTo>
                    <a:pt x="22" y="49"/>
                    <a:pt x="21" y="62"/>
                    <a:pt x="21" y="64"/>
                  </a:cubicBezTo>
                  <a:cubicBezTo>
                    <a:pt x="21" y="64"/>
                    <a:pt x="21" y="64"/>
                    <a:pt x="21" y="64"/>
                  </a:cubicBezTo>
                  <a:cubicBezTo>
                    <a:pt x="20" y="66"/>
                    <a:pt x="19" y="67"/>
                    <a:pt x="17" y="69"/>
                  </a:cubicBezTo>
                  <a:cubicBezTo>
                    <a:pt x="17" y="69"/>
                    <a:pt x="17" y="76"/>
                    <a:pt x="17" y="76"/>
                  </a:cubicBezTo>
                  <a:cubicBezTo>
                    <a:pt x="17" y="76"/>
                    <a:pt x="17" y="76"/>
                    <a:pt x="17" y="76"/>
                  </a:cubicBezTo>
                  <a:cubicBezTo>
                    <a:pt x="16" y="77"/>
                    <a:pt x="17" y="81"/>
                    <a:pt x="17" y="81"/>
                  </a:cubicBezTo>
                  <a:cubicBezTo>
                    <a:pt x="17" y="82"/>
                    <a:pt x="17" y="88"/>
                    <a:pt x="17" y="90"/>
                  </a:cubicBezTo>
                  <a:cubicBezTo>
                    <a:pt x="17" y="91"/>
                    <a:pt x="18" y="91"/>
                    <a:pt x="17" y="91"/>
                  </a:cubicBezTo>
                  <a:cubicBezTo>
                    <a:pt x="16" y="93"/>
                    <a:pt x="18" y="97"/>
                    <a:pt x="18" y="97"/>
                  </a:cubicBezTo>
                  <a:cubicBezTo>
                    <a:pt x="18" y="98"/>
                    <a:pt x="18" y="99"/>
                    <a:pt x="17" y="100"/>
                  </a:cubicBezTo>
                  <a:cubicBezTo>
                    <a:pt x="17" y="100"/>
                    <a:pt x="17" y="100"/>
                    <a:pt x="17" y="100"/>
                  </a:cubicBezTo>
                  <a:cubicBezTo>
                    <a:pt x="18" y="100"/>
                    <a:pt x="18" y="100"/>
                    <a:pt x="18" y="100"/>
                  </a:cubicBezTo>
                  <a:cubicBezTo>
                    <a:pt x="18" y="101"/>
                    <a:pt x="18" y="102"/>
                    <a:pt x="18" y="102"/>
                  </a:cubicBezTo>
                  <a:cubicBezTo>
                    <a:pt x="17" y="104"/>
                    <a:pt x="18" y="106"/>
                    <a:pt x="18" y="108"/>
                  </a:cubicBezTo>
                  <a:cubicBezTo>
                    <a:pt x="18" y="108"/>
                    <a:pt x="18" y="108"/>
                    <a:pt x="17" y="108"/>
                  </a:cubicBezTo>
                  <a:cubicBezTo>
                    <a:pt x="17" y="110"/>
                    <a:pt x="17" y="112"/>
                    <a:pt x="17" y="113"/>
                  </a:cubicBezTo>
                  <a:cubicBezTo>
                    <a:pt x="17" y="115"/>
                    <a:pt x="16" y="116"/>
                    <a:pt x="16" y="117"/>
                  </a:cubicBezTo>
                  <a:cubicBezTo>
                    <a:pt x="16" y="118"/>
                    <a:pt x="16" y="118"/>
                    <a:pt x="16" y="118"/>
                  </a:cubicBezTo>
                  <a:cubicBezTo>
                    <a:pt x="15" y="118"/>
                    <a:pt x="15" y="119"/>
                    <a:pt x="15" y="119"/>
                  </a:cubicBezTo>
                  <a:cubicBezTo>
                    <a:pt x="15" y="119"/>
                    <a:pt x="15" y="120"/>
                    <a:pt x="15" y="121"/>
                  </a:cubicBezTo>
                  <a:cubicBezTo>
                    <a:pt x="16" y="126"/>
                    <a:pt x="15" y="128"/>
                    <a:pt x="12" y="130"/>
                  </a:cubicBezTo>
                  <a:cubicBezTo>
                    <a:pt x="13" y="136"/>
                    <a:pt x="10" y="143"/>
                    <a:pt x="5" y="142"/>
                  </a:cubicBezTo>
                  <a:cubicBezTo>
                    <a:pt x="4" y="142"/>
                    <a:pt x="4" y="141"/>
                    <a:pt x="3" y="141"/>
                  </a:cubicBezTo>
                  <a:cubicBezTo>
                    <a:pt x="5" y="136"/>
                    <a:pt x="3" y="132"/>
                    <a:pt x="0" y="129"/>
                  </a:cubicBezTo>
                  <a:cubicBezTo>
                    <a:pt x="1" y="128"/>
                    <a:pt x="1" y="128"/>
                    <a:pt x="1" y="127"/>
                  </a:cubicBezTo>
                  <a:cubicBezTo>
                    <a:pt x="3" y="126"/>
                    <a:pt x="3" y="127"/>
                    <a:pt x="4" y="126"/>
                  </a:cubicBezTo>
                  <a:cubicBezTo>
                    <a:pt x="4" y="126"/>
                    <a:pt x="4" y="126"/>
                    <a:pt x="5" y="126"/>
                  </a:cubicBezTo>
                  <a:cubicBezTo>
                    <a:pt x="5" y="125"/>
                    <a:pt x="7" y="125"/>
                    <a:pt x="8" y="123"/>
                  </a:cubicBezTo>
                  <a:cubicBezTo>
                    <a:pt x="9" y="120"/>
                    <a:pt x="8" y="116"/>
                    <a:pt x="9" y="114"/>
                  </a:cubicBezTo>
                  <a:cubicBezTo>
                    <a:pt x="10" y="113"/>
                    <a:pt x="9" y="105"/>
                    <a:pt x="9" y="104"/>
                  </a:cubicBezTo>
                  <a:cubicBezTo>
                    <a:pt x="9" y="104"/>
                    <a:pt x="9" y="92"/>
                    <a:pt x="9" y="92"/>
                  </a:cubicBezTo>
                  <a:cubicBezTo>
                    <a:pt x="9" y="91"/>
                    <a:pt x="8" y="86"/>
                    <a:pt x="8" y="83"/>
                  </a:cubicBezTo>
                  <a:cubicBezTo>
                    <a:pt x="10" y="76"/>
                    <a:pt x="7" y="65"/>
                    <a:pt x="9" y="62"/>
                  </a:cubicBezTo>
                  <a:cubicBezTo>
                    <a:pt x="9" y="61"/>
                    <a:pt x="9" y="58"/>
                    <a:pt x="8" y="58"/>
                  </a:cubicBezTo>
                  <a:cubicBezTo>
                    <a:pt x="8" y="58"/>
                    <a:pt x="8" y="58"/>
                    <a:pt x="8" y="57"/>
                  </a:cubicBezTo>
                  <a:cubicBezTo>
                    <a:pt x="8" y="57"/>
                    <a:pt x="9" y="52"/>
                    <a:pt x="9" y="52"/>
                  </a:cubicBezTo>
                  <a:cubicBezTo>
                    <a:pt x="9" y="52"/>
                    <a:pt x="9" y="52"/>
                    <a:pt x="10" y="52"/>
                  </a:cubicBezTo>
                  <a:cubicBezTo>
                    <a:pt x="10" y="51"/>
                    <a:pt x="9" y="49"/>
                    <a:pt x="9" y="48"/>
                  </a:cubicBezTo>
                  <a:cubicBezTo>
                    <a:pt x="12" y="44"/>
                    <a:pt x="9" y="37"/>
                    <a:pt x="9" y="34"/>
                  </a:cubicBezTo>
                  <a:cubicBezTo>
                    <a:pt x="10" y="32"/>
                    <a:pt x="9" y="27"/>
                    <a:pt x="9" y="25"/>
                  </a:cubicBezTo>
                  <a:cubicBezTo>
                    <a:pt x="9" y="24"/>
                    <a:pt x="9" y="21"/>
                    <a:pt x="8" y="20"/>
                  </a:cubicBezTo>
                  <a:cubicBezTo>
                    <a:pt x="7" y="19"/>
                    <a:pt x="9" y="14"/>
                    <a:pt x="9" y="11"/>
                  </a:cubicBezTo>
                  <a:cubicBezTo>
                    <a:pt x="8" y="5"/>
                    <a:pt x="5" y="6"/>
                    <a:pt x="10"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4" name="Freeform 10"/>
            <p:cNvSpPr>
              <a:spLocks noEditPoints="1"/>
            </p:cNvSpPr>
            <p:nvPr/>
          </p:nvSpPr>
          <p:spPr bwMode="auto">
            <a:xfrm>
              <a:off x="1616621" y="6175636"/>
              <a:ext cx="229248" cy="284584"/>
            </a:xfrm>
            <a:custGeom>
              <a:avLst/>
              <a:gdLst>
                <a:gd name="T0" fmla="*/ 167 w 171"/>
                <a:gd name="T1" fmla="*/ 161 h 211"/>
                <a:gd name="T2" fmla="*/ 143 w 171"/>
                <a:gd name="T3" fmla="*/ 165 h 211"/>
                <a:gd name="T4" fmla="*/ 111 w 171"/>
                <a:gd name="T5" fmla="*/ 167 h 211"/>
                <a:gd name="T6" fmla="*/ 85 w 171"/>
                <a:gd name="T7" fmla="*/ 159 h 211"/>
                <a:gd name="T8" fmla="*/ 84 w 171"/>
                <a:gd name="T9" fmla="*/ 147 h 211"/>
                <a:gd name="T10" fmla="*/ 109 w 171"/>
                <a:gd name="T11" fmla="*/ 141 h 211"/>
                <a:gd name="T12" fmla="*/ 137 w 171"/>
                <a:gd name="T13" fmla="*/ 128 h 211"/>
                <a:gd name="T14" fmla="*/ 105 w 171"/>
                <a:gd name="T15" fmla="*/ 123 h 211"/>
                <a:gd name="T16" fmla="*/ 108 w 171"/>
                <a:gd name="T17" fmla="*/ 102 h 211"/>
                <a:gd name="T18" fmla="*/ 139 w 171"/>
                <a:gd name="T19" fmla="*/ 103 h 211"/>
                <a:gd name="T20" fmla="*/ 124 w 171"/>
                <a:gd name="T21" fmla="*/ 90 h 211"/>
                <a:gd name="T22" fmla="*/ 101 w 171"/>
                <a:gd name="T23" fmla="*/ 90 h 211"/>
                <a:gd name="T24" fmla="*/ 80 w 171"/>
                <a:gd name="T25" fmla="*/ 79 h 211"/>
                <a:gd name="T26" fmla="*/ 49 w 171"/>
                <a:gd name="T27" fmla="*/ 91 h 211"/>
                <a:gd name="T28" fmla="*/ 20 w 171"/>
                <a:gd name="T29" fmla="*/ 54 h 211"/>
                <a:gd name="T30" fmla="*/ 35 w 171"/>
                <a:gd name="T31" fmla="*/ 43 h 211"/>
                <a:gd name="T32" fmla="*/ 54 w 171"/>
                <a:gd name="T33" fmla="*/ 33 h 211"/>
                <a:gd name="T34" fmla="*/ 88 w 171"/>
                <a:gd name="T35" fmla="*/ 30 h 211"/>
                <a:gd name="T36" fmla="*/ 86 w 171"/>
                <a:gd name="T37" fmla="*/ 44 h 211"/>
                <a:gd name="T38" fmla="*/ 47 w 171"/>
                <a:gd name="T39" fmla="*/ 60 h 211"/>
                <a:gd name="T40" fmla="*/ 49 w 171"/>
                <a:gd name="T41" fmla="*/ 67 h 211"/>
                <a:gd name="T42" fmla="*/ 67 w 171"/>
                <a:gd name="T43" fmla="*/ 69 h 211"/>
                <a:gd name="T44" fmla="*/ 99 w 171"/>
                <a:gd name="T45" fmla="*/ 68 h 211"/>
                <a:gd name="T46" fmla="*/ 133 w 171"/>
                <a:gd name="T47" fmla="*/ 67 h 211"/>
                <a:gd name="T48" fmla="*/ 149 w 171"/>
                <a:gd name="T49" fmla="*/ 61 h 211"/>
                <a:gd name="T50" fmla="*/ 125 w 171"/>
                <a:gd name="T51" fmla="*/ 57 h 211"/>
                <a:gd name="T52" fmla="*/ 94 w 171"/>
                <a:gd name="T53" fmla="*/ 56 h 211"/>
                <a:gd name="T54" fmla="*/ 108 w 171"/>
                <a:gd name="T55" fmla="*/ 38 h 211"/>
                <a:gd name="T56" fmla="*/ 91 w 171"/>
                <a:gd name="T57" fmla="*/ 8 h 211"/>
                <a:gd name="T58" fmla="*/ 75 w 171"/>
                <a:gd name="T59" fmla="*/ 3 h 211"/>
                <a:gd name="T60" fmla="*/ 67 w 171"/>
                <a:gd name="T61" fmla="*/ 0 h 211"/>
                <a:gd name="T62" fmla="*/ 56 w 171"/>
                <a:gd name="T63" fmla="*/ 14 h 211"/>
                <a:gd name="T64" fmla="*/ 47 w 171"/>
                <a:gd name="T65" fmla="*/ 21 h 211"/>
                <a:gd name="T66" fmla="*/ 36 w 171"/>
                <a:gd name="T67" fmla="*/ 28 h 211"/>
                <a:gd name="T68" fmla="*/ 17 w 171"/>
                <a:gd name="T69" fmla="*/ 37 h 211"/>
                <a:gd name="T70" fmla="*/ 0 w 171"/>
                <a:gd name="T71" fmla="*/ 47 h 211"/>
                <a:gd name="T72" fmla="*/ 10 w 171"/>
                <a:gd name="T73" fmla="*/ 52 h 211"/>
                <a:gd name="T74" fmla="*/ 13 w 171"/>
                <a:gd name="T75" fmla="*/ 64 h 211"/>
                <a:gd name="T76" fmla="*/ 15 w 171"/>
                <a:gd name="T77" fmla="*/ 87 h 211"/>
                <a:gd name="T78" fmla="*/ 15 w 171"/>
                <a:gd name="T79" fmla="*/ 106 h 211"/>
                <a:gd name="T80" fmla="*/ 14 w 171"/>
                <a:gd name="T81" fmla="*/ 130 h 211"/>
                <a:gd name="T82" fmla="*/ 12 w 171"/>
                <a:gd name="T83" fmla="*/ 149 h 211"/>
                <a:gd name="T84" fmla="*/ 10 w 171"/>
                <a:gd name="T85" fmla="*/ 183 h 211"/>
                <a:gd name="T86" fmla="*/ 10 w 171"/>
                <a:gd name="T87" fmla="*/ 196 h 211"/>
                <a:gd name="T88" fmla="*/ 18 w 171"/>
                <a:gd name="T89" fmla="*/ 205 h 211"/>
                <a:gd name="T90" fmla="*/ 37 w 171"/>
                <a:gd name="T91" fmla="*/ 195 h 211"/>
                <a:gd name="T92" fmla="*/ 55 w 171"/>
                <a:gd name="T93" fmla="*/ 191 h 211"/>
                <a:gd name="T94" fmla="*/ 67 w 171"/>
                <a:gd name="T95" fmla="*/ 191 h 211"/>
                <a:gd name="T96" fmla="*/ 79 w 171"/>
                <a:gd name="T97" fmla="*/ 192 h 211"/>
                <a:gd name="T98" fmla="*/ 114 w 171"/>
                <a:gd name="T99" fmla="*/ 195 h 211"/>
                <a:gd name="T100" fmla="*/ 147 w 171"/>
                <a:gd name="T101" fmla="*/ 202 h 211"/>
                <a:gd name="T102" fmla="*/ 70 w 171"/>
                <a:gd name="T103" fmla="*/ 155 h 211"/>
                <a:gd name="T104" fmla="*/ 32 w 171"/>
                <a:gd name="T105" fmla="*/ 172 h 211"/>
                <a:gd name="T106" fmla="*/ 23 w 171"/>
                <a:gd name="T107" fmla="*/ 160 h 211"/>
                <a:gd name="T108" fmla="*/ 32 w 171"/>
                <a:gd name="T109" fmla="*/ 146 h 211"/>
                <a:gd name="T110" fmla="*/ 67 w 171"/>
                <a:gd name="T111" fmla="*/ 141 h 211"/>
                <a:gd name="T112" fmla="*/ 70 w 171"/>
                <a:gd name="T113" fmla="*/ 124 h 211"/>
                <a:gd name="T114" fmla="*/ 54 w 171"/>
                <a:gd name="T115" fmla="*/ 129 h 211"/>
                <a:gd name="T116" fmla="*/ 25 w 171"/>
                <a:gd name="T117" fmla="*/ 121 h 211"/>
                <a:gd name="T118" fmla="*/ 42 w 171"/>
                <a:gd name="T119" fmla="*/ 105 h 211"/>
                <a:gd name="T120" fmla="*/ 69 w 171"/>
                <a:gd name="T121" fmla="*/ 103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1" h="211">
                  <a:moveTo>
                    <a:pt x="167" y="171"/>
                  </a:moveTo>
                  <a:cubicBezTo>
                    <a:pt x="167" y="168"/>
                    <a:pt x="166" y="166"/>
                    <a:pt x="167" y="165"/>
                  </a:cubicBezTo>
                  <a:cubicBezTo>
                    <a:pt x="167" y="165"/>
                    <a:pt x="168" y="162"/>
                    <a:pt x="168" y="161"/>
                  </a:cubicBezTo>
                  <a:cubicBezTo>
                    <a:pt x="168" y="161"/>
                    <a:pt x="168" y="161"/>
                    <a:pt x="167" y="161"/>
                  </a:cubicBezTo>
                  <a:cubicBezTo>
                    <a:pt x="164" y="161"/>
                    <a:pt x="163" y="162"/>
                    <a:pt x="162" y="163"/>
                  </a:cubicBezTo>
                  <a:cubicBezTo>
                    <a:pt x="161" y="164"/>
                    <a:pt x="158" y="164"/>
                    <a:pt x="158" y="164"/>
                  </a:cubicBezTo>
                  <a:cubicBezTo>
                    <a:pt x="155" y="165"/>
                    <a:pt x="154" y="161"/>
                    <a:pt x="151" y="162"/>
                  </a:cubicBezTo>
                  <a:cubicBezTo>
                    <a:pt x="148" y="163"/>
                    <a:pt x="146" y="163"/>
                    <a:pt x="143" y="165"/>
                  </a:cubicBezTo>
                  <a:cubicBezTo>
                    <a:pt x="142" y="164"/>
                    <a:pt x="140" y="164"/>
                    <a:pt x="139" y="164"/>
                  </a:cubicBezTo>
                  <a:cubicBezTo>
                    <a:pt x="138" y="164"/>
                    <a:pt x="138" y="165"/>
                    <a:pt x="137" y="166"/>
                  </a:cubicBezTo>
                  <a:cubicBezTo>
                    <a:pt x="135" y="167"/>
                    <a:pt x="133" y="164"/>
                    <a:pt x="130" y="165"/>
                  </a:cubicBezTo>
                  <a:cubicBezTo>
                    <a:pt x="124" y="166"/>
                    <a:pt x="118" y="167"/>
                    <a:pt x="111" y="167"/>
                  </a:cubicBezTo>
                  <a:cubicBezTo>
                    <a:pt x="110" y="167"/>
                    <a:pt x="109" y="168"/>
                    <a:pt x="108" y="168"/>
                  </a:cubicBezTo>
                  <a:cubicBezTo>
                    <a:pt x="105" y="168"/>
                    <a:pt x="103" y="168"/>
                    <a:pt x="100" y="168"/>
                  </a:cubicBezTo>
                  <a:cubicBezTo>
                    <a:pt x="95" y="170"/>
                    <a:pt x="88" y="169"/>
                    <a:pt x="84" y="167"/>
                  </a:cubicBezTo>
                  <a:cubicBezTo>
                    <a:pt x="84" y="165"/>
                    <a:pt x="86" y="162"/>
                    <a:pt x="85" y="159"/>
                  </a:cubicBezTo>
                  <a:cubicBezTo>
                    <a:pt x="85" y="159"/>
                    <a:pt x="84" y="158"/>
                    <a:pt x="84" y="157"/>
                  </a:cubicBezTo>
                  <a:cubicBezTo>
                    <a:pt x="83" y="156"/>
                    <a:pt x="84" y="153"/>
                    <a:pt x="84" y="152"/>
                  </a:cubicBezTo>
                  <a:cubicBezTo>
                    <a:pt x="83" y="151"/>
                    <a:pt x="84" y="149"/>
                    <a:pt x="84" y="147"/>
                  </a:cubicBezTo>
                  <a:cubicBezTo>
                    <a:pt x="84" y="147"/>
                    <a:pt x="84" y="147"/>
                    <a:pt x="84" y="147"/>
                  </a:cubicBezTo>
                  <a:cubicBezTo>
                    <a:pt x="86" y="145"/>
                    <a:pt x="87" y="142"/>
                    <a:pt x="88" y="139"/>
                  </a:cubicBezTo>
                  <a:cubicBezTo>
                    <a:pt x="92" y="137"/>
                    <a:pt x="97" y="139"/>
                    <a:pt x="100" y="140"/>
                  </a:cubicBezTo>
                  <a:cubicBezTo>
                    <a:pt x="102" y="140"/>
                    <a:pt x="103" y="140"/>
                    <a:pt x="104" y="140"/>
                  </a:cubicBezTo>
                  <a:cubicBezTo>
                    <a:pt x="104" y="140"/>
                    <a:pt x="107" y="141"/>
                    <a:pt x="109" y="141"/>
                  </a:cubicBezTo>
                  <a:cubicBezTo>
                    <a:pt x="116" y="138"/>
                    <a:pt x="131" y="140"/>
                    <a:pt x="141" y="140"/>
                  </a:cubicBezTo>
                  <a:cubicBezTo>
                    <a:pt x="142" y="139"/>
                    <a:pt x="142" y="137"/>
                    <a:pt x="144" y="136"/>
                  </a:cubicBezTo>
                  <a:cubicBezTo>
                    <a:pt x="144" y="135"/>
                    <a:pt x="144" y="135"/>
                    <a:pt x="143" y="134"/>
                  </a:cubicBezTo>
                  <a:cubicBezTo>
                    <a:pt x="142" y="133"/>
                    <a:pt x="138" y="129"/>
                    <a:pt x="137" y="128"/>
                  </a:cubicBezTo>
                  <a:cubicBezTo>
                    <a:pt x="137" y="128"/>
                    <a:pt x="137" y="128"/>
                    <a:pt x="137" y="128"/>
                  </a:cubicBezTo>
                  <a:cubicBezTo>
                    <a:pt x="135" y="128"/>
                    <a:pt x="133" y="127"/>
                    <a:pt x="132" y="126"/>
                  </a:cubicBezTo>
                  <a:cubicBezTo>
                    <a:pt x="131" y="127"/>
                    <a:pt x="121" y="124"/>
                    <a:pt x="118" y="123"/>
                  </a:cubicBezTo>
                  <a:cubicBezTo>
                    <a:pt x="113" y="123"/>
                    <a:pt x="109" y="123"/>
                    <a:pt x="105" y="123"/>
                  </a:cubicBezTo>
                  <a:cubicBezTo>
                    <a:pt x="100" y="124"/>
                    <a:pt x="91" y="125"/>
                    <a:pt x="87" y="124"/>
                  </a:cubicBezTo>
                  <a:cubicBezTo>
                    <a:pt x="85" y="117"/>
                    <a:pt x="85" y="109"/>
                    <a:pt x="88" y="103"/>
                  </a:cubicBezTo>
                  <a:cubicBezTo>
                    <a:pt x="92" y="102"/>
                    <a:pt x="98" y="101"/>
                    <a:pt x="102" y="103"/>
                  </a:cubicBezTo>
                  <a:cubicBezTo>
                    <a:pt x="102" y="103"/>
                    <a:pt x="108" y="102"/>
                    <a:pt x="108" y="102"/>
                  </a:cubicBezTo>
                  <a:cubicBezTo>
                    <a:pt x="110" y="104"/>
                    <a:pt x="119" y="103"/>
                    <a:pt x="119" y="103"/>
                  </a:cubicBezTo>
                  <a:cubicBezTo>
                    <a:pt x="120" y="103"/>
                    <a:pt x="120" y="103"/>
                    <a:pt x="120" y="103"/>
                  </a:cubicBezTo>
                  <a:cubicBezTo>
                    <a:pt x="121" y="103"/>
                    <a:pt x="121" y="103"/>
                    <a:pt x="121" y="103"/>
                  </a:cubicBezTo>
                  <a:cubicBezTo>
                    <a:pt x="127" y="103"/>
                    <a:pt x="133" y="103"/>
                    <a:pt x="139" y="103"/>
                  </a:cubicBezTo>
                  <a:cubicBezTo>
                    <a:pt x="140" y="102"/>
                    <a:pt x="141" y="102"/>
                    <a:pt x="141" y="101"/>
                  </a:cubicBezTo>
                  <a:cubicBezTo>
                    <a:pt x="141" y="97"/>
                    <a:pt x="138" y="93"/>
                    <a:pt x="135" y="91"/>
                  </a:cubicBezTo>
                  <a:cubicBezTo>
                    <a:pt x="133" y="90"/>
                    <a:pt x="131" y="92"/>
                    <a:pt x="128" y="91"/>
                  </a:cubicBezTo>
                  <a:cubicBezTo>
                    <a:pt x="128" y="91"/>
                    <a:pt x="125" y="90"/>
                    <a:pt x="124" y="90"/>
                  </a:cubicBezTo>
                  <a:cubicBezTo>
                    <a:pt x="124" y="90"/>
                    <a:pt x="123" y="89"/>
                    <a:pt x="123" y="89"/>
                  </a:cubicBezTo>
                  <a:cubicBezTo>
                    <a:pt x="122" y="89"/>
                    <a:pt x="122" y="90"/>
                    <a:pt x="122" y="90"/>
                  </a:cubicBezTo>
                  <a:cubicBezTo>
                    <a:pt x="120" y="91"/>
                    <a:pt x="118" y="89"/>
                    <a:pt x="117" y="89"/>
                  </a:cubicBezTo>
                  <a:cubicBezTo>
                    <a:pt x="116" y="89"/>
                    <a:pt x="102" y="90"/>
                    <a:pt x="101" y="90"/>
                  </a:cubicBezTo>
                  <a:cubicBezTo>
                    <a:pt x="99" y="90"/>
                    <a:pt x="90" y="91"/>
                    <a:pt x="88" y="91"/>
                  </a:cubicBezTo>
                  <a:cubicBezTo>
                    <a:pt x="85" y="89"/>
                    <a:pt x="83" y="86"/>
                    <a:pt x="82" y="84"/>
                  </a:cubicBezTo>
                  <a:cubicBezTo>
                    <a:pt x="82" y="82"/>
                    <a:pt x="82" y="80"/>
                    <a:pt x="81" y="79"/>
                  </a:cubicBezTo>
                  <a:cubicBezTo>
                    <a:pt x="80" y="79"/>
                    <a:pt x="80" y="79"/>
                    <a:pt x="80" y="79"/>
                  </a:cubicBezTo>
                  <a:cubicBezTo>
                    <a:pt x="78" y="82"/>
                    <a:pt x="75" y="83"/>
                    <a:pt x="73" y="86"/>
                  </a:cubicBezTo>
                  <a:cubicBezTo>
                    <a:pt x="72" y="87"/>
                    <a:pt x="73" y="90"/>
                    <a:pt x="72" y="91"/>
                  </a:cubicBezTo>
                  <a:cubicBezTo>
                    <a:pt x="68" y="93"/>
                    <a:pt x="59" y="90"/>
                    <a:pt x="55" y="91"/>
                  </a:cubicBezTo>
                  <a:cubicBezTo>
                    <a:pt x="54" y="91"/>
                    <a:pt x="51" y="90"/>
                    <a:pt x="49" y="91"/>
                  </a:cubicBezTo>
                  <a:cubicBezTo>
                    <a:pt x="41" y="93"/>
                    <a:pt x="34" y="93"/>
                    <a:pt x="28" y="89"/>
                  </a:cubicBezTo>
                  <a:cubicBezTo>
                    <a:pt x="26" y="88"/>
                    <a:pt x="25" y="89"/>
                    <a:pt x="24" y="86"/>
                  </a:cubicBezTo>
                  <a:cubicBezTo>
                    <a:pt x="24" y="86"/>
                    <a:pt x="24" y="78"/>
                    <a:pt x="25" y="76"/>
                  </a:cubicBezTo>
                  <a:cubicBezTo>
                    <a:pt x="26" y="67"/>
                    <a:pt x="23" y="61"/>
                    <a:pt x="20" y="54"/>
                  </a:cubicBezTo>
                  <a:cubicBezTo>
                    <a:pt x="19" y="53"/>
                    <a:pt x="21" y="50"/>
                    <a:pt x="21" y="48"/>
                  </a:cubicBezTo>
                  <a:cubicBezTo>
                    <a:pt x="22" y="48"/>
                    <a:pt x="22" y="46"/>
                    <a:pt x="23" y="45"/>
                  </a:cubicBezTo>
                  <a:cubicBezTo>
                    <a:pt x="24" y="45"/>
                    <a:pt x="27" y="45"/>
                    <a:pt x="28" y="44"/>
                  </a:cubicBezTo>
                  <a:cubicBezTo>
                    <a:pt x="30" y="43"/>
                    <a:pt x="34" y="43"/>
                    <a:pt x="35" y="43"/>
                  </a:cubicBezTo>
                  <a:cubicBezTo>
                    <a:pt x="37" y="42"/>
                    <a:pt x="46" y="38"/>
                    <a:pt x="46" y="37"/>
                  </a:cubicBezTo>
                  <a:cubicBezTo>
                    <a:pt x="47" y="37"/>
                    <a:pt x="47" y="37"/>
                    <a:pt x="48" y="37"/>
                  </a:cubicBezTo>
                  <a:cubicBezTo>
                    <a:pt x="49" y="37"/>
                    <a:pt x="50" y="34"/>
                    <a:pt x="52" y="33"/>
                  </a:cubicBezTo>
                  <a:cubicBezTo>
                    <a:pt x="53" y="33"/>
                    <a:pt x="53" y="33"/>
                    <a:pt x="54" y="33"/>
                  </a:cubicBezTo>
                  <a:cubicBezTo>
                    <a:pt x="54" y="32"/>
                    <a:pt x="54" y="32"/>
                    <a:pt x="55" y="31"/>
                  </a:cubicBezTo>
                  <a:cubicBezTo>
                    <a:pt x="56" y="31"/>
                    <a:pt x="56" y="31"/>
                    <a:pt x="57" y="30"/>
                  </a:cubicBezTo>
                  <a:cubicBezTo>
                    <a:pt x="66" y="24"/>
                    <a:pt x="76" y="24"/>
                    <a:pt x="87" y="26"/>
                  </a:cubicBezTo>
                  <a:cubicBezTo>
                    <a:pt x="87" y="27"/>
                    <a:pt x="88" y="28"/>
                    <a:pt x="88" y="30"/>
                  </a:cubicBezTo>
                  <a:cubicBezTo>
                    <a:pt x="90" y="31"/>
                    <a:pt x="91" y="32"/>
                    <a:pt x="93" y="33"/>
                  </a:cubicBezTo>
                  <a:cubicBezTo>
                    <a:pt x="92" y="34"/>
                    <a:pt x="92" y="35"/>
                    <a:pt x="92" y="36"/>
                  </a:cubicBezTo>
                  <a:cubicBezTo>
                    <a:pt x="91" y="37"/>
                    <a:pt x="88" y="38"/>
                    <a:pt x="88" y="40"/>
                  </a:cubicBezTo>
                  <a:cubicBezTo>
                    <a:pt x="87" y="41"/>
                    <a:pt x="87" y="43"/>
                    <a:pt x="86" y="44"/>
                  </a:cubicBezTo>
                  <a:cubicBezTo>
                    <a:pt x="84" y="48"/>
                    <a:pt x="78" y="55"/>
                    <a:pt x="74" y="57"/>
                  </a:cubicBezTo>
                  <a:cubicBezTo>
                    <a:pt x="71" y="58"/>
                    <a:pt x="68" y="56"/>
                    <a:pt x="65" y="57"/>
                  </a:cubicBezTo>
                  <a:cubicBezTo>
                    <a:pt x="65" y="57"/>
                    <a:pt x="58" y="57"/>
                    <a:pt x="56" y="57"/>
                  </a:cubicBezTo>
                  <a:cubicBezTo>
                    <a:pt x="53" y="58"/>
                    <a:pt x="50" y="59"/>
                    <a:pt x="47" y="60"/>
                  </a:cubicBezTo>
                  <a:cubicBezTo>
                    <a:pt x="44" y="61"/>
                    <a:pt x="41" y="59"/>
                    <a:pt x="39" y="61"/>
                  </a:cubicBezTo>
                  <a:cubicBezTo>
                    <a:pt x="38" y="62"/>
                    <a:pt x="37" y="62"/>
                    <a:pt x="36" y="63"/>
                  </a:cubicBezTo>
                  <a:cubicBezTo>
                    <a:pt x="36" y="64"/>
                    <a:pt x="37" y="65"/>
                    <a:pt x="37" y="65"/>
                  </a:cubicBezTo>
                  <a:cubicBezTo>
                    <a:pt x="39" y="66"/>
                    <a:pt x="48" y="66"/>
                    <a:pt x="49" y="67"/>
                  </a:cubicBezTo>
                  <a:cubicBezTo>
                    <a:pt x="50" y="67"/>
                    <a:pt x="51" y="69"/>
                    <a:pt x="52" y="69"/>
                  </a:cubicBezTo>
                  <a:cubicBezTo>
                    <a:pt x="54" y="71"/>
                    <a:pt x="60" y="69"/>
                    <a:pt x="62" y="69"/>
                  </a:cubicBezTo>
                  <a:cubicBezTo>
                    <a:pt x="63" y="69"/>
                    <a:pt x="63" y="69"/>
                    <a:pt x="64" y="69"/>
                  </a:cubicBezTo>
                  <a:cubicBezTo>
                    <a:pt x="65" y="69"/>
                    <a:pt x="66" y="69"/>
                    <a:pt x="67" y="69"/>
                  </a:cubicBezTo>
                  <a:cubicBezTo>
                    <a:pt x="70" y="69"/>
                    <a:pt x="73" y="67"/>
                    <a:pt x="78" y="68"/>
                  </a:cubicBezTo>
                  <a:cubicBezTo>
                    <a:pt x="81" y="69"/>
                    <a:pt x="84" y="68"/>
                    <a:pt x="88" y="68"/>
                  </a:cubicBezTo>
                  <a:cubicBezTo>
                    <a:pt x="89" y="68"/>
                    <a:pt x="91" y="68"/>
                    <a:pt x="92" y="68"/>
                  </a:cubicBezTo>
                  <a:cubicBezTo>
                    <a:pt x="94" y="69"/>
                    <a:pt x="96" y="67"/>
                    <a:pt x="99" y="68"/>
                  </a:cubicBezTo>
                  <a:cubicBezTo>
                    <a:pt x="104" y="70"/>
                    <a:pt x="120" y="68"/>
                    <a:pt x="124" y="67"/>
                  </a:cubicBezTo>
                  <a:cubicBezTo>
                    <a:pt x="125" y="67"/>
                    <a:pt x="126" y="68"/>
                    <a:pt x="127" y="68"/>
                  </a:cubicBezTo>
                  <a:cubicBezTo>
                    <a:pt x="129" y="67"/>
                    <a:pt x="130" y="67"/>
                    <a:pt x="133" y="67"/>
                  </a:cubicBezTo>
                  <a:cubicBezTo>
                    <a:pt x="133" y="67"/>
                    <a:pt x="133" y="67"/>
                    <a:pt x="133" y="67"/>
                  </a:cubicBezTo>
                  <a:cubicBezTo>
                    <a:pt x="135" y="66"/>
                    <a:pt x="141" y="66"/>
                    <a:pt x="144" y="65"/>
                  </a:cubicBezTo>
                  <a:cubicBezTo>
                    <a:pt x="148" y="64"/>
                    <a:pt x="149" y="67"/>
                    <a:pt x="151" y="63"/>
                  </a:cubicBezTo>
                  <a:cubicBezTo>
                    <a:pt x="151" y="63"/>
                    <a:pt x="151" y="63"/>
                    <a:pt x="151" y="63"/>
                  </a:cubicBezTo>
                  <a:cubicBezTo>
                    <a:pt x="150" y="62"/>
                    <a:pt x="150" y="62"/>
                    <a:pt x="149" y="61"/>
                  </a:cubicBezTo>
                  <a:cubicBezTo>
                    <a:pt x="148" y="61"/>
                    <a:pt x="148" y="61"/>
                    <a:pt x="147" y="61"/>
                  </a:cubicBezTo>
                  <a:cubicBezTo>
                    <a:pt x="146" y="61"/>
                    <a:pt x="146" y="58"/>
                    <a:pt x="145" y="58"/>
                  </a:cubicBezTo>
                  <a:cubicBezTo>
                    <a:pt x="140" y="55"/>
                    <a:pt x="132" y="56"/>
                    <a:pt x="129" y="57"/>
                  </a:cubicBezTo>
                  <a:cubicBezTo>
                    <a:pt x="129" y="58"/>
                    <a:pt x="126" y="56"/>
                    <a:pt x="125" y="57"/>
                  </a:cubicBezTo>
                  <a:cubicBezTo>
                    <a:pt x="123" y="57"/>
                    <a:pt x="124" y="56"/>
                    <a:pt x="122" y="56"/>
                  </a:cubicBezTo>
                  <a:cubicBezTo>
                    <a:pt x="121" y="55"/>
                    <a:pt x="111" y="57"/>
                    <a:pt x="110" y="57"/>
                  </a:cubicBezTo>
                  <a:cubicBezTo>
                    <a:pt x="110" y="57"/>
                    <a:pt x="96" y="56"/>
                    <a:pt x="96" y="56"/>
                  </a:cubicBezTo>
                  <a:cubicBezTo>
                    <a:pt x="95" y="56"/>
                    <a:pt x="95" y="56"/>
                    <a:pt x="94" y="56"/>
                  </a:cubicBezTo>
                  <a:cubicBezTo>
                    <a:pt x="93" y="55"/>
                    <a:pt x="92" y="54"/>
                    <a:pt x="90" y="54"/>
                  </a:cubicBezTo>
                  <a:cubicBezTo>
                    <a:pt x="90" y="53"/>
                    <a:pt x="90" y="53"/>
                    <a:pt x="90" y="53"/>
                  </a:cubicBezTo>
                  <a:cubicBezTo>
                    <a:pt x="90" y="50"/>
                    <a:pt x="99" y="43"/>
                    <a:pt x="102" y="43"/>
                  </a:cubicBezTo>
                  <a:cubicBezTo>
                    <a:pt x="105" y="42"/>
                    <a:pt x="108" y="41"/>
                    <a:pt x="108" y="38"/>
                  </a:cubicBezTo>
                  <a:cubicBezTo>
                    <a:pt x="109" y="38"/>
                    <a:pt x="111" y="37"/>
                    <a:pt x="112" y="37"/>
                  </a:cubicBezTo>
                  <a:cubicBezTo>
                    <a:pt x="113" y="36"/>
                    <a:pt x="113" y="34"/>
                    <a:pt x="113" y="33"/>
                  </a:cubicBezTo>
                  <a:cubicBezTo>
                    <a:pt x="119" y="24"/>
                    <a:pt x="103" y="13"/>
                    <a:pt x="97" y="9"/>
                  </a:cubicBezTo>
                  <a:cubicBezTo>
                    <a:pt x="97" y="9"/>
                    <a:pt x="92" y="8"/>
                    <a:pt x="91" y="8"/>
                  </a:cubicBezTo>
                  <a:cubicBezTo>
                    <a:pt x="91" y="9"/>
                    <a:pt x="90" y="8"/>
                    <a:pt x="90" y="8"/>
                  </a:cubicBezTo>
                  <a:cubicBezTo>
                    <a:pt x="89" y="7"/>
                    <a:pt x="80" y="6"/>
                    <a:pt x="80" y="5"/>
                  </a:cubicBezTo>
                  <a:cubicBezTo>
                    <a:pt x="78" y="4"/>
                    <a:pt x="79" y="3"/>
                    <a:pt x="78" y="3"/>
                  </a:cubicBezTo>
                  <a:cubicBezTo>
                    <a:pt x="77" y="3"/>
                    <a:pt x="76" y="3"/>
                    <a:pt x="75" y="3"/>
                  </a:cubicBezTo>
                  <a:cubicBezTo>
                    <a:pt x="74" y="2"/>
                    <a:pt x="73" y="1"/>
                    <a:pt x="71" y="0"/>
                  </a:cubicBezTo>
                  <a:cubicBezTo>
                    <a:pt x="71" y="0"/>
                    <a:pt x="70" y="0"/>
                    <a:pt x="70" y="0"/>
                  </a:cubicBezTo>
                  <a:cubicBezTo>
                    <a:pt x="70" y="0"/>
                    <a:pt x="69" y="1"/>
                    <a:pt x="69" y="1"/>
                  </a:cubicBezTo>
                  <a:cubicBezTo>
                    <a:pt x="68" y="1"/>
                    <a:pt x="68" y="1"/>
                    <a:pt x="67" y="0"/>
                  </a:cubicBezTo>
                  <a:cubicBezTo>
                    <a:pt x="67" y="1"/>
                    <a:pt x="62" y="1"/>
                    <a:pt x="60" y="1"/>
                  </a:cubicBezTo>
                  <a:cubicBezTo>
                    <a:pt x="59" y="2"/>
                    <a:pt x="58" y="4"/>
                    <a:pt x="56" y="5"/>
                  </a:cubicBezTo>
                  <a:cubicBezTo>
                    <a:pt x="56" y="7"/>
                    <a:pt x="56" y="10"/>
                    <a:pt x="58" y="10"/>
                  </a:cubicBezTo>
                  <a:cubicBezTo>
                    <a:pt x="57" y="12"/>
                    <a:pt x="57" y="13"/>
                    <a:pt x="56" y="14"/>
                  </a:cubicBezTo>
                  <a:cubicBezTo>
                    <a:pt x="56" y="15"/>
                    <a:pt x="51" y="17"/>
                    <a:pt x="50" y="19"/>
                  </a:cubicBezTo>
                  <a:cubicBezTo>
                    <a:pt x="50" y="19"/>
                    <a:pt x="50" y="19"/>
                    <a:pt x="50" y="19"/>
                  </a:cubicBezTo>
                  <a:cubicBezTo>
                    <a:pt x="49" y="20"/>
                    <a:pt x="48" y="19"/>
                    <a:pt x="47" y="20"/>
                  </a:cubicBezTo>
                  <a:cubicBezTo>
                    <a:pt x="47" y="20"/>
                    <a:pt x="47" y="21"/>
                    <a:pt x="47" y="21"/>
                  </a:cubicBezTo>
                  <a:cubicBezTo>
                    <a:pt x="46" y="21"/>
                    <a:pt x="44" y="21"/>
                    <a:pt x="43" y="22"/>
                  </a:cubicBezTo>
                  <a:cubicBezTo>
                    <a:pt x="43" y="23"/>
                    <a:pt x="42" y="24"/>
                    <a:pt x="41" y="24"/>
                  </a:cubicBezTo>
                  <a:cubicBezTo>
                    <a:pt x="41" y="25"/>
                    <a:pt x="37" y="25"/>
                    <a:pt x="36" y="26"/>
                  </a:cubicBezTo>
                  <a:cubicBezTo>
                    <a:pt x="36" y="27"/>
                    <a:pt x="36" y="27"/>
                    <a:pt x="36" y="28"/>
                  </a:cubicBezTo>
                  <a:cubicBezTo>
                    <a:pt x="35" y="28"/>
                    <a:pt x="30" y="30"/>
                    <a:pt x="30" y="31"/>
                  </a:cubicBezTo>
                  <a:cubicBezTo>
                    <a:pt x="29" y="32"/>
                    <a:pt x="28" y="34"/>
                    <a:pt x="27" y="34"/>
                  </a:cubicBezTo>
                  <a:cubicBezTo>
                    <a:pt x="24" y="36"/>
                    <a:pt x="22" y="37"/>
                    <a:pt x="19" y="38"/>
                  </a:cubicBezTo>
                  <a:cubicBezTo>
                    <a:pt x="17" y="38"/>
                    <a:pt x="17" y="38"/>
                    <a:pt x="17" y="37"/>
                  </a:cubicBezTo>
                  <a:cubicBezTo>
                    <a:pt x="16" y="38"/>
                    <a:pt x="9" y="42"/>
                    <a:pt x="9" y="43"/>
                  </a:cubicBezTo>
                  <a:cubicBezTo>
                    <a:pt x="6" y="43"/>
                    <a:pt x="3" y="44"/>
                    <a:pt x="1" y="46"/>
                  </a:cubicBezTo>
                  <a:cubicBezTo>
                    <a:pt x="0" y="46"/>
                    <a:pt x="0" y="46"/>
                    <a:pt x="0" y="46"/>
                  </a:cubicBezTo>
                  <a:cubicBezTo>
                    <a:pt x="0" y="46"/>
                    <a:pt x="0" y="47"/>
                    <a:pt x="0" y="47"/>
                  </a:cubicBezTo>
                  <a:cubicBezTo>
                    <a:pt x="2" y="47"/>
                    <a:pt x="2" y="47"/>
                    <a:pt x="3" y="47"/>
                  </a:cubicBezTo>
                  <a:cubicBezTo>
                    <a:pt x="4" y="48"/>
                    <a:pt x="4" y="49"/>
                    <a:pt x="4" y="49"/>
                  </a:cubicBezTo>
                  <a:cubicBezTo>
                    <a:pt x="4" y="50"/>
                    <a:pt x="8" y="51"/>
                    <a:pt x="9" y="51"/>
                  </a:cubicBezTo>
                  <a:cubicBezTo>
                    <a:pt x="10" y="51"/>
                    <a:pt x="10" y="51"/>
                    <a:pt x="10" y="52"/>
                  </a:cubicBezTo>
                  <a:cubicBezTo>
                    <a:pt x="12" y="51"/>
                    <a:pt x="13" y="50"/>
                    <a:pt x="14" y="50"/>
                  </a:cubicBezTo>
                  <a:cubicBezTo>
                    <a:pt x="14" y="50"/>
                    <a:pt x="15" y="50"/>
                    <a:pt x="15" y="50"/>
                  </a:cubicBezTo>
                  <a:cubicBezTo>
                    <a:pt x="15" y="51"/>
                    <a:pt x="15" y="50"/>
                    <a:pt x="15" y="51"/>
                  </a:cubicBezTo>
                  <a:cubicBezTo>
                    <a:pt x="15" y="56"/>
                    <a:pt x="14" y="62"/>
                    <a:pt x="13" y="64"/>
                  </a:cubicBezTo>
                  <a:cubicBezTo>
                    <a:pt x="13" y="67"/>
                    <a:pt x="13" y="69"/>
                    <a:pt x="13" y="72"/>
                  </a:cubicBezTo>
                  <a:cubicBezTo>
                    <a:pt x="12" y="75"/>
                    <a:pt x="14" y="76"/>
                    <a:pt x="14" y="78"/>
                  </a:cubicBezTo>
                  <a:cubicBezTo>
                    <a:pt x="15" y="80"/>
                    <a:pt x="14" y="84"/>
                    <a:pt x="15" y="86"/>
                  </a:cubicBezTo>
                  <a:cubicBezTo>
                    <a:pt x="15" y="86"/>
                    <a:pt x="15" y="87"/>
                    <a:pt x="15" y="87"/>
                  </a:cubicBezTo>
                  <a:cubicBezTo>
                    <a:pt x="15" y="87"/>
                    <a:pt x="13" y="96"/>
                    <a:pt x="13" y="97"/>
                  </a:cubicBezTo>
                  <a:cubicBezTo>
                    <a:pt x="14" y="98"/>
                    <a:pt x="14" y="99"/>
                    <a:pt x="15" y="99"/>
                  </a:cubicBezTo>
                  <a:cubicBezTo>
                    <a:pt x="15" y="100"/>
                    <a:pt x="14" y="103"/>
                    <a:pt x="14" y="104"/>
                  </a:cubicBezTo>
                  <a:cubicBezTo>
                    <a:pt x="14" y="104"/>
                    <a:pt x="15" y="105"/>
                    <a:pt x="15" y="106"/>
                  </a:cubicBezTo>
                  <a:cubicBezTo>
                    <a:pt x="15" y="106"/>
                    <a:pt x="14" y="110"/>
                    <a:pt x="14" y="111"/>
                  </a:cubicBezTo>
                  <a:cubicBezTo>
                    <a:pt x="14" y="111"/>
                    <a:pt x="15" y="111"/>
                    <a:pt x="15" y="112"/>
                  </a:cubicBezTo>
                  <a:cubicBezTo>
                    <a:pt x="16" y="112"/>
                    <a:pt x="14" y="115"/>
                    <a:pt x="15" y="117"/>
                  </a:cubicBezTo>
                  <a:cubicBezTo>
                    <a:pt x="16" y="120"/>
                    <a:pt x="16" y="127"/>
                    <a:pt x="14" y="130"/>
                  </a:cubicBezTo>
                  <a:cubicBezTo>
                    <a:pt x="14" y="131"/>
                    <a:pt x="15" y="133"/>
                    <a:pt x="15" y="134"/>
                  </a:cubicBezTo>
                  <a:cubicBezTo>
                    <a:pt x="14" y="134"/>
                    <a:pt x="13" y="135"/>
                    <a:pt x="14" y="136"/>
                  </a:cubicBezTo>
                  <a:cubicBezTo>
                    <a:pt x="14" y="138"/>
                    <a:pt x="13" y="138"/>
                    <a:pt x="13" y="139"/>
                  </a:cubicBezTo>
                  <a:cubicBezTo>
                    <a:pt x="14" y="143"/>
                    <a:pt x="13" y="147"/>
                    <a:pt x="12" y="149"/>
                  </a:cubicBezTo>
                  <a:cubicBezTo>
                    <a:pt x="13" y="153"/>
                    <a:pt x="12" y="157"/>
                    <a:pt x="12" y="159"/>
                  </a:cubicBezTo>
                  <a:cubicBezTo>
                    <a:pt x="12" y="161"/>
                    <a:pt x="13" y="164"/>
                    <a:pt x="11" y="165"/>
                  </a:cubicBezTo>
                  <a:cubicBezTo>
                    <a:pt x="11" y="168"/>
                    <a:pt x="13" y="172"/>
                    <a:pt x="10" y="174"/>
                  </a:cubicBezTo>
                  <a:cubicBezTo>
                    <a:pt x="12" y="177"/>
                    <a:pt x="11" y="180"/>
                    <a:pt x="10" y="183"/>
                  </a:cubicBezTo>
                  <a:cubicBezTo>
                    <a:pt x="10" y="183"/>
                    <a:pt x="10" y="183"/>
                    <a:pt x="10" y="184"/>
                  </a:cubicBezTo>
                  <a:cubicBezTo>
                    <a:pt x="11" y="184"/>
                    <a:pt x="11" y="185"/>
                    <a:pt x="11" y="186"/>
                  </a:cubicBezTo>
                  <a:cubicBezTo>
                    <a:pt x="11" y="188"/>
                    <a:pt x="10" y="189"/>
                    <a:pt x="10" y="191"/>
                  </a:cubicBezTo>
                  <a:cubicBezTo>
                    <a:pt x="10" y="192"/>
                    <a:pt x="9" y="194"/>
                    <a:pt x="10" y="196"/>
                  </a:cubicBezTo>
                  <a:cubicBezTo>
                    <a:pt x="11" y="200"/>
                    <a:pt x="12" y="206"/>
                    <a:pt x="13" y="211"/>
                  </a:cubicBezTo>
                  <a:cubicBezTo>
                    <a:pt x="14" y="211"/>
                    <a:pt x="14" y="211"/>
                    <a:pt x="14" y="211"/>
                  </a:cubicBezTo>
                  <a:cubicBezTo>
                    <a:pt x="16" y="210"/>
                    <a:pt x="15" y="210"/>
                    <a:pt x="16" y="208"/>
                  </a:cubicBezTo>
                  <a:cubicBezTo>
                    <a:pt x="16" y="207"/>
                    <a:pt x="18" y="206"/>
                    <a:pt x="18" y="205"/>
                  </a:cubicBezTo>
                  <a:cubicBezTo>
                    <a:pt x="19" y="204"/>
                    <a:pt x="19" y="203"/>
                    <a:pt x="19" y="202"/>
                  </a:cubicBezTo>
                  <a:cubicBezTo>
                    <a:pt x="21" y="200"/>
                    <a:pt x="25" y="198"/>
                    <a:pt x="27" y="196"/>
                  </a:cubicBezTo>
                  <a:cubicBezTo>
                    <a:pt x="29" y="196"/>
                    <a:pt x="33" y="196"/>
                    <a:pt x="34" y="194"/>
                  </a:cubicBezTo>
                  <a:cubicBezTo>
                    <a:pt x="36" y="194"/>
                    <a:pt x="36" y="195"/>
                    <a:pt x="37" y="195"/>
                  </a:cubicBezTo>
                  <a:cubicBezTo>
                    <a:pt x="39" y="195"/>
                    <a:pt x="39" y="194"/>
                    <a:pt x="40" y="193"/>
                  </a:cubicBezTo>
                  <a:cubicBezTo>
                    <a:pt x="43" y="192"/>
                    <a:pt x="46" y="193"/>
                    <a:pt x="48" y="191"/>
                  </a:cubicBezTo>
                  <a:cubicBezTo>
                    <a:pt x="51" y="190"/>
                    <a:pt x="51" y="193"/>
                    <a:pt x="53" y="193"/>
                  </a:cubicBezTo>
                  <a:cubicBezTo>
                    <a:pt x="54" y="192"/>
                    <a:pt x="55" y="192"/>
                    <a:pt x="55" y="191"/>
                  </a:cubicBezTo>
                  <a:cubicBezTo>
                    <a:pt x="55" y="191"/>
                    <a:pt x="56" y="191"/>
                    <a:pt x="56" y="191"/>
                  </a:cubicBezTo>
                  <a:cubicBezTo>
                    <a:pt x="56" y="192"/>
                    <a:pt x="56" y="192"/>
                    <a:pt x="56" y="192"/>
                  </a:cubicBezTo>
                  <a:cubicBezTo>
                    <a:pt x="58" y="191"/>
                    <a:pt x="64" y="190"/>
                    <a:pt x="66" y="191"/>
                  </a:cubicBezTo>
                  <a:cubicBezTo>
                    <a:pt x="66" y="191"/>
                    <a:pt x="67" y="191"/>
                    <a:pt x="67" y="191"/>
                  </a:cubicBezTo>
                  <a:cubicBezTo>
                    <a:pt x="67" y="191"/>
                    <a:pt x="67" y="191"/>
                    <a:pt x="67" y="191"/>
                  </a:cubicBezTo>
                  <a:cubicBezTo>
                    <a:pt x="68" y="191"/>
                    <a:pt x="68" y="191"/>
                    <a:pt x="68" y="191"/>
                  </a:cubicBezTo>
                  <a:cubicBezTo>
                    <a:pt x="70" y="191"/>
                    <a:pt x="71" y="191"/>
                    <a:pt x="72" y="192"/>
                  </a:cubicBezTo>
                  <a:cubicBezTo>
                    <a:pt x="73" y="191"/>
                    <a:pt x="79" y="192"/>
                    <a:pt x="79" y="192"/>
                  </a:cubicBezTo>
                  <a:cubicBezTo>
                    <a:pt x="81" y="192"/>
                    <a:pt x="90" y="192"/>
                    <a:pt x="91" y="191"/>
                  </a:cubicBezTo>
                  <a:cubicBezTo>
                    <a:pt x="93" y="191"/>
                    <a:pt x="94" y="194"/>
                    <a:pt x="97" y="193"/>
                  </a:cubicBezTo>
                  <a:cubicBezTo>
                    <a:pt x="100" y="192"/>
                    <a:pt x="108" y="195"/>
                    <a:pt x="111" y="196"/>
                  </a:cubicBezTo>
                  <a:cubicBezTo>
                    <a:pt x="112" y="196"/>
                    <a:pt x="113" y="195"/>
                    <a:pt x="114" y="195"/>
                  </a:cubicBezTo>
                  <a:cubicBezTo>
                    <a:pt x="116" y="196"/>
                    <a:pt x="117" y="197"/>
                    <a:pt x="119" y="196"/>
                  </a:cubicBezTo>
                  <a:cubicBezTo>
                    <a:pt x="122" y="195"/>
                    <a:pt x="128" y="200"/>
                    <a:pt x="130" y="200"/>
                  </a:cubicBezTo>
                  <a:cubicBezTo>
                    <a:pt x="132" y="199"/>
                    <a:pt x="142" y="200"/>
                    <a:pt x="144" y="202"/>
                  </a:cubicBezTo>
                  <a:cubicBezTo>
                    <a:pt x="145" y="202"/>
                    <a:pt x="146" y="202"/>
                    <a:pt x="147" y="202"/>
                  </a:cubicBezTo>
                  <a:cubicBezTo>
                    <a:pt x="149" y="202"/>
                    <a:pt x="152" y="204"/>
                    <a:pt x="155" y="203"/>
                  </a:cubicBezTo>
                  <a:cubicBezTo>
                    <a:pt x="160" y="201"/>
                    <a:pt x="161" y="200"/>
                    <a:pt x="166" y="197"/>
                  </a:cubicBezTo>
                  <a:cubicBezTo>
                    <a:pt x="171" y="193"/>
                    <a:pt x="166" y="176"/>
                    <a:pt x="167" y="171"/>
                  </a:cubicBezTo>
                  <a:close/>
                  <a:moveTo>
                    <a:pt x="70" y="155"/>
                  </a:moveTo>
                  <a:cubicBezTo>
                    <a:pt x="70" y="157"/>
                    <a:pt x="70" y="159"/>
                    <a:pt x="70" y="161"/>
                  </a:cubicBezTo>
                  <a:cubicBezTo>
                    <a:pt x="70" y="162"/>
                    <a:pt x="69" y="167"/>
                    <a:pt x="69" y="168"/>
                  </a:cubicBezTo>
                  <a:cubicBezTo>
                    <a:pt x="64" y="172"/>
                    <a:pt x="49" y="171"/>
                    <a:pt x="42" y="171"/>
                  </a:cubicBezTo>
                  <a:cubicBezTo>
                    <a:pt x="38" y="172"/>
                    <a:pt x="36" y="173"/>
                    <a:pt x="32" y="172"/>
                  </a:cubicBezTo>
                  <a:cubicBezTo>
                    <a:pt x="32" y="172"/>
                    <a:pt x="32" y="172"/>
                    <a:pt x="32" y="172"/>
                  </a:cubicBezTo>
                  <a:cubicBezTo>
                    <a:pt x="30" y="171"/>
                    <a:pt x="30" y="169"/>
                    <a:pt x="30" y="168"/>
                  </a:cubicBezTo>
                  <a:cubicBezTo>
                    <a:pt x="29" y="167"/>
                    <a:pt x="26" y="166"/>
                    <a:pt x="25" y="165"/>
                  </a:cubicBezTo>
                  <a:cubicBezTo>
                    <a:pt x="25" y="163"/>
                    <a:pt x="24" y="161"/>
                    <a:pt x="23" y="160"/>
                  </a:cubicBezTo>
                  <a:cubicBezTo>
                    <a:pt x="23" y="159"/>
                    <a:pt x="23" y="159"/>
                    <a:pt x="23" y="159"/>
                  </a:cubicBezTo>
                  <a:cubicBezTo>
                    <a:pt x="24" y="158"/>
                    <a:pt x="23" y="154"/>
                    <a:pt x="23" y="152"/>
                  </a:cubicBezTo>
                  <a:cubicBezTo>
                    <a:pt x="25" y="151"/>
                    <a:pt x="24" y="149"/>
                    <a:pt x="26" y="148"/>
                  </a:cubicBezTo>
                  <a:cubicBezTo>
                    <a:pt x="26" y="149"/>
                    <a:pt x="29" y="146"/>
                    <a:pt x="32" y="146"/>
                  </a:cubicBezTo>
                  <a:cubicBezTo>
                    <a:pt x="34" y="146"/>
                    <a:pt x="35" y="143"/>
                    <a:pt x="37" y="143"/>
                  </a:cubicBezTo>
                  <a:cubicBezTo>
                    <a:pt x="40" y="142"/>
                    <a:pt x="42" y="143"/>
                    <a:pt x="45" y="143"/>
                  </a:cubicBezTo>
                  <a:cubicBezTo>
                    <a:pt x="47" y="142"/>
                    <a:pt x="50" y="142"/>
                    <a:pt x="51" y="142"/>
                  </a:cubicBezTo>
                  <a:cubicBezTo>
                    <a:pt x="56" y="141"/>
                    <a:pt x="65" y="144"/>
                    <a:pt x="67" y="141"/>
                  </a:cubicBezTo>
                  <a:cubicBezTo>
                    <a:pt x="68" y="141"/>
                    <a:pt x="68" y="141"/>
                    <a:pt x="69" y="141"/>
                  </a:cubicBezTo>
                  <a:cubicBezTo>
                    <a:pt x="70" y="144"/>
                    <a:pt x="70" y="146"/>
                    <a:pt x="71" y="149"/>
                  </a:cubicBezTo>
                  <a:cubicBezTo>
                    <a:pt x="72" y="152"/>
                    <a:pt x="69" y="153"/>
                    <a:pt x="70" y="155"/>
                  </a:cubicBezTo>
                  <a:close/>
                  <a:moveTo>
                    <a:pt x="70" y="124"/>
                  </a:moveTo>
                  <a:cubicBezTo>
                    <a:pt x="70" y="123"/>
                    <a:pt x="70" y="123"/>
                    <a:pt x="70" y="123"/>
                  </a:cubicBezTo>
                  <a:cubicBezTo>
                    <a:pt x="70" y="123"/>
                    <a:pt x="70" y="124"/>
                    <a:pt x="70" y="124"/>
                  </a:cubicBezTo>
                  <a:cubicBezTo>
                    <a:pt x="70" y="124"/>
                    <a:pt x="62" y="127"/>
                    <a:pt x="62" y="127"/>
                  </a:cubicBezTo>
                  <a:cubicBezTo>
                    <a:pt x="62" y="127"/>
                    <a:pt x="55" y="128"/>
                    <a:pt x="54" y="129"/>
                  </a:cubicBezTo>
                  <a:cubicBezTo>
                    <a:pt x="54" y="129"/>
                    <a:pt x="53" y="129"/>
                    <a:pt x="53" y="129"/>
                  </a:cubicBezTo>
                  <a:cubicBezTo>
                    <a:pt x="45" y="129"/>
                    <a:pt x="37" y="132"/>
                    <a:pt x="30" y="127"/>
                  </a:cubicBezTo>
                  <a:cubicBezTo>
                    <a:pt x="30" y="127"/>
                    <a:pt x="30" y="126"/>
                    <a:pt x="30" y="126"/>
                  </a:cubicBezTo>
                  <a:cubicBezTo>
                    <a:pt x="28" y="125"/>
                    <a:pt x="28" y="124"/>
                    <a:pt x="25" y="121"/>
                  </a:cubicBezTo>
                  <a:cubicBezTo>
                    <a:pt x="26" y="120"/>
                    <a:pt x="25" y="118"/>
                    <a:pt x="25" y="118"/>
                  </a:cubicBezTo>
                  <a:cubicBezTo>
                    <a:pt x="25" y="113"/>
                    <a:pt x="29" y="110"/>
                    <a:pt x="32" y="109"/>
                  </a:cubicBezTo>
                  <a:cubicBezTo>
                    <a:pt x="33" y="108"/>
                    <a:pt x="35" y="108"/>
                    <a:pt x="36" y="108"/>
                  </a:cubicBezTo>
                  <a:cubicBezTo>
                    <a:pt x="38" y="107"/>
                    <a:pt x="40" y="106"/>
                    <a:pt x="42" y="105"/>
                  </a:cubicBezTo>
                  <a:cubicBezTo>
                    <a:pt x="43" y="105"/>
                    <a:pt x="49" y="105"/>
                    <a:pt x="49" y="104"/>
                  </a:cubicBezTo>
                  <a:cubicBezTo>
                    <a:pt x="51" y="104"/>
                    <a:pt x="58" y="105"/>
                    <a:pt x="59" y="105"/>
                  </a:cubicBezTo>
                  <a:cubicBezTo>
                    <a:pt x="61" y="105"/>
                    <a:pt x="65" y="103"/>
                    <a:pt x="68" y="104"/>
                  </a:cubicBezTo>
                  <a:cubicBezTo>
                    <a:pt x="68" y="104"/>
                    <a:pt x="69" y="103"/>
                    <a:pt x="69" y="103"/>
                  </a:cubicBezTo>
                  <a:cubicBezTo>
                    <a:pt x="69" y="103"/>
                    <a:pt x="71" y="104"/>
                    <a:pt x="71" y="104"/>
                  </a:cubicBezTo>
                  <a:cubicBezTo>
                    <a:pt x="73" y="105"/>
                    <a:pt x="72" y="110"/>
                    <a:pt x="72" y="112"/>
                  </a:cubicBezTo>
                  <a:cubicBezTo>
                    <a:pt x="71" y="115"/>
                    <a:pt x="73" y="121"/>
                    <a:pt x="70" y="124"/>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5" name="Freeform 11"/>
            <p:cNvSpPr/>
            <p:nvPr/>
          </p:nvSpPr>
          <p:spPr bwMode="auto">
            <a:xfrm>
              <a:off x="614365" y="6160955"/>
              <a:ext cx="182383" cy="300394"/>
            </a:xfrm>
            <a:custGeom>
              <a:avLst/>
              <a:gdLst>
                <a:gd name="T0" fmla="*/ 103 w 136"/>
                <a:gd name="T1" fmla="*/ 7 h 223"/>
                <a:gd name="T2" fmla="*/ 106 w 136"/>
                <a:gd name="T3" fmla="*/ 25 h 223"/>
                <a:gd name="T4" fmla="*/ 103 w 136"/>
                <a:gd name="T5" fmla="*/ 38 h 223"/>
                <a:gd name="T6" fmla="*/ 94 w 136"/>
                <a:gd name="T7" fmla="*/ 60 h 223"/>
                <a:gd name="T8" fmla="*/ 105 w 136"/>
                <a:gd name="T9" fmla="*/ 71 h 223"/>
                <a:gd name="T10" fmla="*/ 116 w 136"/>
                <a:gd name="T11" fmla="*/ 53 h 223"/>
                <a:gd name="T12" fmla="*/ 119 w 136"/>
                <a:gd name="T13" fmla="*/ 38 h 223"/>
                <a:gd name="T14" fmla="*/ 124 w 136"/>
                <a:gd name="T15" fmla="*/ 9 h 223"/>
                <a:gd name="T16" fmla="*/ 135 w 136"/>
                <a:gd name="T17" fmla="*/ 25 h 223"/>
                <a:gd name="T18" fmla="*/ 128 w 136"/>
                <a:gd name="T19" fmla="*/ 42 h 223"/>
                <a:gd name="T20" fmla="*/ 124 w 136"/>
                <a:gd name="T21" fmla="*/ 63 h 223"/>
                <a:gd name="T22" fmla="*/ 96 w 136"/>
                <a:gd name="T23" fmla="*/ 85 h 223"/>
                <a:gd name="T24" fmla="*/ 92 w 136"/>
                <a:gd name="T25" fmla="*/ 129 h 223"/>
                <a:gd name="T26" fmla="*/ 86 w 136"/>
                <a:gd name="T27" fmla="*/ 160 h 223"/>
                <a:gd name="T28" fmla="*/ 79 w 136"/>
                <a:gd name="T29" fmla="*/ 176 h 223"/>
                <a:gd name="T30" fmla="*/ 69 w 136"/>
                <a:gd name="T31" fmla="*/ 162 h 223"/>
                <a:gd name="T32" fmla="*/ 61 w 136"/>
                <a:gd name="T33" fmla="*/ 174 h 223"/>
                <a:gd name="T34" fmla="*/ 52 w 136"/>
                <a:gd name="T35" fmla="*/ 223 h 223"/>
                <a:gd name="T36" fmla="*/ 45 w 136"/>
                <a:gd name="T37" fmla="*/ 211 h 223"/>
                <a:gd name="T38" fmla="*/ 46 w 136"/>
                <a:gd name="T39" fmla="*/ 152 h 223"/>
                <a:gd name="T40" fmla="*/ 27 w 136"/>
                <a:gd name="T41" fmla="*/ 153 h 223"/>
                <a:gd name="T42" fmla="*/ 2 w 136"/>
                <a:gd name="T43" fmla="*/ 149 h 223"/>
                <a:gd name="T44" fmla="*/ 2 w 136"/>
                <a:gd name="T45" fmla="*/ 126 h 223"/>
                <a:gd name="T46" fmla="*/ 7 w 136"/>
                <a:gd name="T47" fmla="*/ 95 h 223"/>
                <a:gd name="T48" fmla="*/ 11 w 136"/>
                <a:gd name="T49" fmla="*/ 68 h 223"/>
                <a:gd name="T50" fmla="*/ 15 w 136"/>
                <a:gd name="T51" fmla="*/ 50 h 223"/>
                <a:gd name="T52" fmla="*/ 30 w 136"/>
                <a:gd name="T53" fmla="*/ 65 h 223"/>
                <a:gd name="T54" fmla="*/ 28 w 136"/>
                <a:gd name="T55" fmla="*/ 74 h 223"/>
                <a:gd name="T56" fmla="*/ 29 w 136"/>
                <a:gd name="T57" fmla="*/ 100 h 223"/>
                <a:gd name="T58" fmla="*/ 47 w 136"/>
                <a:gd name="T59" fmla="*/ 90 h 223"/>
                <a:gd name="T60" fmla="*/ 49 w 136"/>
                <a:gd name="T61" fmla="*/ 64 h 223"/>
                <a:gd name="T62" fmla="*/ 50 w 136"/>
                <a:gd name="T63" fmla="*/ 31 h 223"/>
                <a:gd name="T64" fmla="*/ 66 w 136"/>
                <a:gd name="T65" fmla="*/ 4 h 223"/>
                <a:gd name="T66" fmla="*/ 69 w 136"/>
                <a:gd name="T67" fmla="*/ 34 h 223"/>
                <a:gd name="T68" fmla="*/ 65 w 136"/>
                <a:gd name="T69" fmla="*/ 55 h 223"/>
                <a:gd name="T70" fmla="*/ 65 w 136"/>
                <a:gd name="T71" fmla="*/ 97 h 223"/>
                <a:gd name="T72" fmla="*/ 69 w 136"/>
                <a:gd name="T73" fmla="*/ 126 h 223"/>
                <a:gd name="T74" fmla="*/ 62 w 136"/>
                <a:gd name="T75" fmla="*/ 139 h 223"/>
                <a:gd name="T76" fmla="*/ 74 w 136"/>
                <a:gd name="T77" fmla="*/ 153 h 223"/>
                <a:gd name="T78" fmla="*/ 82 w 136"/>
                <a:gd name="T79" fmla="*/ 139 h 223"/>
                <a:gd name="T80" fmla="*/ 85 w 136"/>
                <a:gd name="T81" fmla="*/ 97 h 223"/>
                <a:gd name="T82" fmla="*/ 75 w 136"/>
                <a:gd name="T83" fmla="*/ 85 h 223"/>
                <a:gd name="T84" fmla="*/ 66 w 136"/>
                <a:gd name="T85" fmla="*/ 91 h 223"/>
                <a:gd name="T86" fmla="*/ 69 w 136"/>
                <a:gd name="T87" fmla="*/ 81 h 223"/>
                <a:gd name="T88" fmla="*/ 87 w 136"/>
                <a:gd name="T89" fmla="*/ 54 h 223"/>
                <a:gd name="T90" fmla="*/ 91 w 136"/>
                <a:gd name="T91" fmla="*/ 1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23">
                  <a:moveTo>
                    <a:pt x="94" y="2"/>
                  </a:moveTo>
                  <a:cubicBezTo>
                    <a:pt x="96" y="3"/>
                    <a:pt x="100" y="3"/>
                    <a:pt x="101" y="4"/>
                  </a:cubicBezTo>
                  <a:cubicBezTo>
                    <a:pt x="102" y="5"/>
                    <a:pt x="102" y="6"/>
                    <a:pt x="103" y="7"/>
                  </a:cubicBezTo>
                  <a:cubicBezTo>
                    <a:pt x="104" y="9"/>
                    <a:pt x="106" y="12"/>
                    <a:pt x="106" y="13"/>
                  </a:cubicBezTo>
                  <a:cubicBezTo>
                    <a:pt x="107" y="15"/>
                    <a:pt x="106" y="19"/>
                    <a:pt x="106" y="20"/>
                  </a:cubicBezTo>
                  <a:cubicBezTo>
                    <a:pt x="106" y="22"/>
                    <a:pt x="106" y="23"/>
                    <a:pt x="106" y="25"/>
                  </a:cubicBezTo>
                  <a:cubicBezTo>
                    <a:pt x="105" y="27"/>
                    <a:pt x="105" y="29"/>
                    <a:pt x="104" y="31"/>
                  </a:cubicBezTo>
                  <a:cubicBezTo>
                    <a:pt x="104" y="33"/>
                    <a:pt x="104" y="35"/>
                    <a:pt x="104" y="36"/>
                  </a:cubicBezTo>
                  <a:cubicBezTo>
                    <a:pt x="103" y="37"/>
                    <a:pt x="103" y="37"/>
                    <a:pt x="103" y="38"/>
                  </a:cubicBezTo>
                  <a:cubicBezTo>
                    <a:pt x="102" y="39"/>
                    <a:pt x="103" y="41"/>
                    <a:pt x="103" y="42"/>
                  </a:cubicBezTo>
                  <a:cubicBezTo>
                    <a:pt x="103" y="43"/>
                    <a:pt x="103" y="44"/>
                    <a:pt x="103" y="46"/>
                  </a:cubicBezTo>
                  <a:cubicBezTo>
                    <a:pt x="100" y="51"/>
                    <a:pt x="96" y="54"/>
                    <a:pt x="94" y="60"/>
                  </a:cubicBezTo>
                  <a:cubicBezTo>
                    <a:pt x="94" y="62"/>
                    <a:pt x="96" y="72"/>
                    <a:pt x="96" y="73"/>
                  </a:cubicBezTo>
                  <a:cubicBezTo>
                    <a:pt x="99" y="73"/>
                    <a:pt x="100" y="73"/>
                    <a:pt x="102" y="72"/>
                  </a:cubicBezTo>
                  <a:cubicBezTo>
                    <a:pt x="103" y="72"/>
                    <a:pt x="104" y="72"/>
                    <a:pt x="105" y="71"/>
                  </a:cubicBezTo>
                  <a:cubicBezTo>
                    <a:pt x="110" y="70"/>
                    <a:pt x="110" y="66"/>
                    <a:pt x="112" y="60"/>
                  </a:cubicBezTo>
                  <a:cubicBezTo>
                    <a:pt x="112" y="58"/>
                    <a:pt x="115" y="56"/>
                    <a:pt x="116" y="54"/>
                  </a:cubicBezTo>
                  <a:cubicBezTo>
                    <a:pt x="116" y="54"/>
                    <a:pt x="116" y="53"/>
                    <a:pt x="116" y="53"/>
                  </a:cubicBezTo>
                  <a:cubicBezTo>
                    <a:pt x="116" y="53"/>
                    <a:pt x="118" y="48"/>
                    <a:pt x="117" y="47"/>
                  </a:cubicBezTo>
                  <a:cubicBezTo>
                    <a:pt x="118" y="47"/>
                    <a:pt x="119" y="47"/>
                    <a:pt x="119" y="45"/>
                  </a:cubicBezTo>
                  <a:cubicBezTo>
                    <a:pt x="119" y="43"/>
                    <a:pt x="119" y="41"/>
                    <a:pt x="119" y="38"/>
                  </a:cubicBezTo>
                  <a:cubicBezTo>
                    <a:pt x="118" y="35"/>
                    <a:pt x="120" y="23"/>
                    <a:pt x="122" y="19"/>
                  </a:cubicBezTo>
                  <a:cubicBezTo>
                    <a:pt x="122" y="18"/>
                    <a:pt x="122" y="18"/>
                    <a:pt x="121" y="19"/>
                  </a:cubicBezTo>
                  <a:cubicBezTo>
                    <a:pt x="119" y="13"/>
                    <a:pt x="118" y="11"/>
                    <a:pt x="124" y="9"/>
                  </a:cubicBezTo>
                  <a:cubicBezTo>
                    <a:pt x="126" y="9"/>
                    <a:pt x="126" y="8"/>
                    <a:pt x="128" y="9"/>
                  </a:cubicBezTo>
                  <a:cubicBezTo>
                    <a:pt x="132" y="11"/>
                    <a:pt x="134" y="17"/>
                    <a:pt x="135" y="22"/>
                  </a:cubicBezTo>
                  <a:cubicBezTo>
                    <a:pt x="135" y="23"/>
                    <a:pt x="135" y="24"/>
                    <a:pt x="135" y="25"/>
                  </a:cubicBezTo>
                  <a:cubicBezTo>
                    <a:pt x="135" y="26"/>
                    <a:pt x="136" y="27"/>
                    <a:pt x="136" y="29"/>
                  </a:cubicBezTo>
                  <a:cubicBezTo>
                    <a:pt x="135" y="29"/>
                    <a:pt x="135" y="29"/>
                    <a:pt x="134" y="30"/>
                  </a:cubicBezTo>
                  <a:cubicBezTo>
                    <a:pt x="135" y="35"/>
                    <a:pt x="130" y="39"/>
                    <a:pt x="128" y="42"/>
                  </a:cubicBezTo>
                  <a:cubicBezTo>
                    <a:pt x="128" y="44"/>
                    <a:pt x="127" y="46"/>
                    <a:pt x="127" y="48"/>
                  </a:cubicBezTo>
                  <a:cubicBezTo>
                    <a:pt x="127" y="48"/>
                    <a:pt x="126" y="49"/>
                    <a:pt x="126" y="50"/>
                  </a:cubicBezTo>
                  <a:cubicBezTo>
                    <a:pt x="128" y="53"/>
                    <a:pt x="126" y="59"/>
                    <a:pt x="124" y="63"/>
                  </a:cubicBezTo>
                  <a:cubicBezTo>
                    <a:pt x="123" y="66"/>
                    <a:pt x="124" y="69"/>
                    <a:pt x="123" y="74"/>
                  </a:cubicBezTo>
                  <a:cubicBezTo>
                    <a:pt x="122" y="78"/>
                    <a:pt x="117" y="84"/>
                    <a:pt x="114" y="85"/>
                  </a:cubicBezTo>
                  <a:cubicBezTo>
                    <a:pt x="109" y="88"/>
                    <a:pt x="100" y="78"/>
                    <a:pt x="96" y="85"/>
                  </a:cubicBezTo>
                  <a:cubicBezTo>
                    <a:pt x="95" y="86"/>
                    <a:pt x="95" y="89"/>
                    <a:pt x="94" y="91"/>
                  </a:cubicBezTo>
                  <a:cubicBezTo>
                    <a:pt x="94" y="98"/>
                    <a:pt x="94" y="106"/>
                    <a:pt x="94" y="113"/>
                  </a:cubicBezTo>
                  <a:cubicBezTo>
                    <a:pt x="94" y="119"/>
                    <a:pt x="93" y="124"/>
                    <a:pt x="92" y="129"/>
                  </a:cubicBezTo>
                  <a:cubicBezTo>
                    <a:pt x="92" y="130"/>
                    <a:pt x="92" y="142"/>
                    <a:pt x="92" y="142"/>
                  </a:cubicBezTo>
                  <a:cubicBezTo>
                    <a:pt x="92" y="143"/>
                    <a:pt x="89" y="153"/>
                    <a:pt x="90" y="154"/>
                  </a:cubicBezTo>
                  <a:cubicBezTo>
                    <a:pt x="88" y="155"/>
                    <a:pt x="87" y="158"/>
                    <a:pt x="86" y="160"/>
                  </a:cubicBezTo>
                  <a:cubicBezTo>
                    <a:pt x="86" y="162"/>
                    <a:pt x="86" y="164"/>
                    <a:pt x="86" y="166"/>
                  </a:cubicBezTo>
                  <a:cubicBezTo>
                    <a:pt x="84" y="168"/>
                    <a:pt x="84" y="170"/>
                    <a:pt x="83" y="172"/>
                  </a:cubicBezTo>
                  <a:cubicBezTo>
                    <a:pt x="83" y="173"/>
                    <a:pt x="80" y="175"/>
                    <a:pt x="79" y="176"/>
                  </a:cubicBezTo>
                  <a:cubicBezTo>
                    <a:pt x="78" y="177"/>
                    <a:pt x="72" y="173"/>
                    <a:pt x="71" y="171"/>
                  </a:cubicBezTo>
                  <a:cubicBezTo>
                    <a:pt x="71" y="170"/>
                    <a:pt x="69" y="168"/>
                    <a:pt x="69" y="166"/>
                  </a:cubicBezTo>
                  <a:cubicBezTo>
                    <a:pt x="68" y="165"/>
                    <a:pt x="68" y="163"/>
                    <a:pt x="69" y="162"/>
                  </a:cubicBezTo>
                  <a:cubicBezTo>
                    <a:pt x="67" y="158"/>
                    <a:pt x="65" y="149"/>
                    <a:pt x="61" y="149"/>
                  </a:cubicBezTo>
                  <a:cubicBezTo>
                    <a:pt x="61" y="156"/>
                    <a:pt x="61" y="162"/>
                    <a:pt x="60" y="169"/>
                  </a:cubicBezTo>
                  <a:cubicBezTo>
                    <a:pt x="61" y="171"/>
                    <a:pt x="61" y="172"/>
                    <a:pt x="61" y="174"/>
                  </a:cubicBezTo>
                  <a:cubicBezTo>
                    <a:pt x="60" y="177"/>
                    <a:pt x="59" y="180"/>
                    <a:pt x="58" y="183"/>
                  </a:cubicBezTo>
                  <a:cubicBezTo>
                    <a:pt x="58" y="188"/>
                    <a:pt x="58" y="194"/>
                    <a:pt x="58" y="199"/>
                  </a:cubicBezTo>
                  <a:cubicBezTo>
                    <a:pt x="58" y="209"/>
                    <a:pt x="61" y="222"/>
                    <a:pt x="52" y="223"/>
                  </a:cubicBezTo>
                  <a:cubicBezTo>
                    <a:pt x="51" y="221"/>
                    <a:pt x="48" y="222"/>
                    <a:pt x="47" y="220"/>
                  </a:cubicBezTo>
                  <a:cubicBezTo>
                    <a:pt x="47" y="218"/>
                    <a:pt x="47" y="217"/>
                    <a:pt x="47" y="215"/>
                  </a:cubicBezTo>
                  <a:cubicBezTo>
                    <a:pt x="46" y="213"/>
                    <a:pt x="45" y="212"/>
                    <a:pt x="45" y="211"/>
                  </a:cubicBezTo>
                  <a:cubicBezTo>
                    <a:pt x="43" y="207"/>
                    <a:pt x="45" y="202"/>
                    <a:pt x="44" y="198"/>
                  </a:cubicBezTo>
                  <a:cubicBezTo>
                    <a:pt x="43" y="190"/>
                    <a:pt x="43" y="178"/>
                    <a:pt x="44" y="170"/>
                  </a:cubicBezTo>
                  <a:cubicBezTo>
                    <a:pt x="46" y="163"/>
                    <a:pt x="43" y="156"/>
                    <a:pt x="46" y="152"/>
                  </a:cubicBezTo>
                  <a:cubicBezTo>
                    <a:pt x="45" y="150"/>
                    <a:pt x="44" y="148"/>
                    <a:pt x="41" y="148"/>
                  </a:cubicBezTo>
                  <a:cubicBezTo>
                    <a:pt x="39" y="148"/>
                    <a:pt x="37" y="150"/>
                    <a:pt x="36" y="150"/>
                  </a:cubicBezTo>
                  <a:cubicBezTo>
                    <a:pt x="33" y="151"/>
                    <a:pt x="29" y="151"/>
                    <a:pt x="27" y="153"/>
                  </a:cubicBezTo>
                  <a:cubicBezTo>
                    <a:pt x="26" y="157"/>
                    <a:pt x="10" y="158"/>
                    <a:pt x="6" y="155"/>
                  </a:cubicBezTo>
                  <a:cubicBezTo>
                    <a:pt x="5" y="154"/>
                    <a:pt x="5" y="153"/>
                    <a:pt x="5" y="151"/>
                  </a:cubicBezTo>
                  <a:cubicBezTo>
                    <a:pt x="4" y="151"/>
                    <a:pt x="3" y="150"/>
                    <a:pt x="2" y="149"/>
                  </a:cubicBezTo>
                  <a:cubicBezTo>
                    <a:pt x="1" y="146"/>
                    <a:pt x="2" y="142"/>
                    <a:pt x="1" y="139"/>
                  </a:cubicBezTo>
                  <a:cubicBezTo>
                    <a:pt x="1" y="136"/>
                    <a:pt x="0" y="134"/>
                    <a:pt x="0" y="132"/>
                  </a:cubicBezTo>
                  <a:cubicBezTo>
                    <a:pt x="1" y="130"/>
                    <a:pt x="2" y="127"/>
                    <a:pt x="2" y="126"/>
                  </a:cubicBezTo>
                  <a:cubicBezTo>
                    <a:pt x="2" y="125"/>
                    <a:pt x="2" y="116"/>
                    <a:pt x="2" y="115"/>
                  </a:cubicBezTo>
                  <a:cubicBezTo>
                    <a:pt x="3" y="111"/>
                    <a:pt x="5" y="107"/>
                    <a:pt x="7" y="105"/>
                  </a:cubicBezTo>
                  <a:cubicBezTo>
                    <a:pt x="7" y="102"/>
                    <a:pt x="7" y="98"/>
                    <a:pt x="7" y="95"/>
                  </a:cubicBezTo>
                  <a:cubicBezTo>
                    <a:pt x="8" y="94"/>
                    <a:pt x="9" y="93"/>
                    <a:pt x="10" y="92"/>
                  </a:cubicBezTo>
                  <a:cubicBezTo>
                    <a:pt x="11" y="89"/>
                    <a:pt x="10" y="86"/>
                    <a:pt x="11" y="84"/>
                  </a:cubicBezTo>
                  <a:cubicBezTo>
                    <a:pt x="12" y="82"/>
                    <a:pt x="10" y="71"/>
                    <a:pt x="11" y="68"/>
                  </a:cubicBezTo>
                  <a:cubicBezTo>
                    <a:pt x="11" y="66"/>
                    <a:pt x="11" y="64"/>
                    <a:pt x="10" y="62"/>
                  </a:cubicBezTo>
                  <a:cubicBezTo>
                    <a:pt x="11" y="61"/>
                    <a:pt x="14" y="51"/>
                    <a:pt x="14" y="50"/>
                  </a:cubicBezTo>
                  <a:cubicBezTo>
                    <a:pt x="15" y="50"/>
                    <a:pt x="15" y="50"/>
                    <a:pt x="15" y="50"/>
                  </a:cubicBezTo>
                  <a:cubicBezTo>
                    <a:pt x="17" y="47"/>
                    <a:pt x="23" y="32"/>
                    <a:pt x="30" y="38"/>
                  </a:cubicBezTo>
                  <a:cubicBezTo>
                    <a:pt x="37" y="45"/>
                    <a:pt x="27" y="48"/>
                    <a:pt x="29" y="53"/>
                  </a:cubicBezTo>
                  <a:cubicBezTo>
                    <a:pt x="30" y="57"/>
                    <a:pt x="31" y="60"/>
                    <a:pt x="30" y="65"/>
                  </a:cubicBezTo>
                  <a:cubicBezTo>
                    <a:pt x="30" y="66"/>
                    <a:pt x="30" y="66"/>
                    <a:pt x="30" y="66"/>
                  </a:cubicBezTo>
                  <a:cubicBezTo>
                    <a:pt x="30" y="68"/>
                    <a:pt x="29" y="69"/>
                    <a:pt x="28" y="70"/>
                  </a:cubicBezTo>
                  <a:cubicBezTo>
                    <a:pt x="28" y="71"/>
                    <a:pt x="28" y="73"/>
                    <a:pt x="28" y="74"/>
                  </a:cubicBezTo>
                  <a:cubicBezTo>
                    <a:pt x="27" y="80"/>
                    <a:pt x="28" y="80"/>
                    <a:pt x="25" y="84"/>
                  </a:cubicBezTo>
                  <a:cubicBezTo>
                    <a:pt x="25" y="86"/>
                    <a:pt x="26" y="87"/>
                    <a:pt x="27" y="88"/>
                  </a:cubicBezTo>
                  <a:cubicBezTo>
                    <a:pt x="27" y="90"/>
                    <a:pt x="28" y="98"/>
                    <a:pt x="29" y="100"/>
                  </a:cubicBezTo>
                  <a:cubicBezTo>
                    <a:pt x="31" y="100"/>
                    <a:pt x="34" y="99"/>
                    <a:pt x="35" y="98"/>
                  </a:cubicBezTo>
                  <a:cubicBezTo>
                    <a:pt x="36" y="98"/>
                    <a:pt x="37" y="98"/>
                    <a:pt x="38" y="98"/>
                  </a:cubicBezTo>
                  <a:cubicBezTo>
                    <a:pt x="40" y="95"/>
                    <a:pt x="45" y="93"/>
                    <a:pt x="47" y="90"/>
                  </a:cubicBezTo>
                  <a:cubicBezTo>
                    <a:pt x="48" y="89"/>
                    <a:pt x="51" y="87"/>
                    <a:pt x="49" y="86"/>
                  </a:cubicBezTo>
                  <a:cubicBezTo>
                    <a:pt x="50" y="85"/>
                    <a:pt x="51" y="84"/>
                    <a:pt x="52" y="82"/>
                  </a:cubicBezTo>
                  <a:cubicBezTo>
                    <a:pt x="53" y="76"/>
                    <a:pt x="50" y="69"/>
                    <a:pt x="49" y="64"/>
                  </a:cubicBezTo>
                  <a:cubicBezTo>
                    <a:pt x="49" y="64"/>
                    <a:pt x="49" y="55"/>
                    <a:pt x="49" y="54"/>
                  </a:cubicBezTo>
                  <a:cubicBezTo>
                    <a:pt x="48" y="51"/>
                    <a:pt x="51" y="44"/>
                    <a:pt x="51" y="41"/>
                  </a:cubicBezTo>
                  <a:cubicBezTo>
                    <a:pt x="52" y="37"/>
                    <a:pt x="50" y="34"/>
                    <a:pt x="50" y="31"/>
                  </a:cubicBezTo>
                  <a:cubicBezTo>
                    <a:pt x="50" y="29"/>
                    <a:pt x="52" y="28"/>
                    <a:pt x="50" y="26"/>
                  </a:cubicBezTo>
                  <a:cubicBezTo>
                    <a:pt x="50" y="25"/>
                    <a:pt x="52" y="18"/>
                    <a:pt x="52" y="18"/>
                  </a:cubicBezTo>
                  <a:cubicBezTo>
                    <a:pt x="54" y="13"/>
                    <a:pt x="58" y="0"/>
                    <a:pt x="66" y="4"/>
                  </a:cubicBezTo>
                  <a:cubicBezTo>
                    <a:pt x="68" y="5"/>
                    <a:pt x="69" y="7"/>
                    <a:pt x="70" y="10"/>
                  </a:cubicBezTo>
                  <a:cubicBezTo>
                    <a:pt x="71" y="11"/>
                    <a:pt x="72" y="13"/>
                    <a:pt x="72" y="14"/>
                  </a:cubicBezTo>
                  <a:cubicBezTo>
                    <a:pt x="74" y="21"/>
                    <a:pt x="69" y="27"/>
                    <a:pt x="69" y="34"/>
                  </a:cubicBezTo>
                  <a:cubicBezTo>
                    <a:pt x="69" y="36"/>
                    <a:pt x="68" y="40"/>
                    <a:pt x="67" y="43"/>
                  </a:cubicBezTo>
                  <a:cubicBezTo>
                    <a:pt x="66" y="45"/>
                    <a:pt x="67" y="50"/>
                    <a:pt x="66" y="53"/>
                  </a:cubicBezTo>
                  <a:cubicBezTo>
                    <a:pt x="66" y="54"/>
                    <a:pt x="65" y="55"/>
                    <a:pt x="65" y="55"/>
                  </a:cubicBezTo>
                  <a:cubicBezTo>
                    <a:pt x="64" y="60"/>
                    <a:pt x="64" y="64"/>
                    <a:pt x="64" y="68"/>
                  </a:cubicBezTo>
                  <a:cubicBezTo>
                    <a:pt x="63" y="70"/>
                    <a:pt x="63" y="71"/>
                    <a:pt x="62" y="73"/>
                  </a:cubicBezTo>
                  <a:cubicBezTo>
                    <a:pt x="60" y="80"/>
                    <a:pt x="63" y="94"/>
                    <a:pt x="65" y="97"/>
                  </a:cubicBezTo>
                  <a:cubicBezTo>
                    <a:pt x="68" y="97"/>
                    <a:pt x="68" y="102"/>
                    <a:pt x="69" y="105"/>
                  </a:cubicBezTo>
                  <a:cubicBezTo>
                    <a:pt x="71" y="109"/>
                    <a:pt x="75" y="116"/>
                    <a:pt x="72" y="121"/>
                  </a:cubicBezTo>
                  <a:cubicBezTo>
                    <a:pt x="71" y="123"/>
                    <a:pt x="70" y="124"/>
                    <a:pt x="69" y="126"/>
                  </a:cubicBezTo>
                  <a:cubicBezTo>
                    <a:pt x="69" y="128"/>
                    <a:pt x="69" y="129"/>
                    <a:pt x="69" y="131"/>
                  </a:cubicBezTo>
                  <a:cubicBezTo>
                    <a:pt x="68" y="132"/>
                    <a:pt x="67" y="133"/>
                    <a:pt x="67" y="135"/>
                  </a:cubicBezTo>
                  <a:cubicBezTo>
                    <a:pt x="66" y="137"/>
                    <a:pt x="63" y="138"/>
                    <a:pt x="62" y="139"/>
                  </a:cubicBezTo>
                  <a:cubicBezTo>
                    <a:pt x="61" y="143"/>
                    <a:pt x="68" y="149"/>
                    <a:pt x="70" y="151"/>
                  </a:cubicBezTo>
                  <a:cubicBezTo>
                    <a:pt x="71" y="151"/>
                    <a:pt x="72" y="151"/>
                    <a:pt x="72" y="151"/>
                  </a:cubicBezTo>
                  <a:cubicBezTo>
                    <a:pt x="72" y="152"/>
                    <a:pt x="73" y="153"/>
                    <a:pt x="74" y="153"/>
                  </a:cubicBezTo>
                  <a:cubicBezTo>
                    <a:pt x="74" y="153"/>
                    <a:pt x="74" y="153"/>
                    <a:pt x="74" y="153"/>
                  </a:cubicBezTo>
                  <a:cubicBezTo>
                    <a:pt x="75" y="154"/>
                    <a:pt x="76" y="156"/>
                    <a:pt x="78" y="155"/>
                  </a:cubicBezTo>
                  <a:cubicBezTo>
                    <a:pt x="78" y="150"/>
                    <a:pt x="81" y="144"/>
                    <a:pt x="82" y="139"/>
                  </a:cubicBezTo>
                  <a:cubicBezTo>
                    <a:pt x="83" y="135"/>
                    <a:pt x="83" y="121"/>
                    <a:pt x="83" y="114"/>
                  </a:cubicBezTo>
                  <a:cubicBezTo>
                    <a:pt x="82" y="111"/>
                    <a:pt x="84" y="107"/>
                    <a:pt x="85" y="105"/>
                  </a:cubicBezTo>
                  <a:cubicBezTo>
                    <a:pt x="85" y="102"/>
                    <a:pt x="85" y="100"/>
                    <a:pt x="85" y="97"/>
                  </a:cubicBezTo>
                  <a:cubicBezTo>
                    <a:pt x="86" y="96"/>
                    <a:pt x="86" y="94"/>
                    <a:pt x="86" y="93"/>
                  </a:cubicBezTo>
                  <a:cubicBezTo>
                    <a:pt x="87" y="90"/>
                    <a:pt x="85" y="86"/>
                    <a:pt x="85" y="84"/>
                  </a:cubicBezTo>
                  <a:cubicBezTo>
                    <a:pt x="82" y="83"/>
                    <a:pt x="77" y="83"/>
                    <a:pt x="75" y="85"/>
                  </a:cubicBezTo>
                  <a:cubicBezTo>
                    <a:pt x="73" y="86"/>
                    <a:pt x="74" y="87"/>
                    <a:pt x="72" y="88"/>
                  </a:cubicBezTo>
                  <a:cubicBezTo>
                    <a:pt x="70" y="89"/>
                    <a:pt x="70" y="87"/>
                    <a:pt x="69" y="89"/>
                  </a:cubicBezTo>
                  <a:cubicBezTo>
                    <a:pt x="69" y="90"/>
                    <a:pt x="67" y="91"/>
                    <a:pt x="66" y="91"/>
                  </a:cubicBezTo>
                  <a:cubicBezTo>
                    <a:pt x="65" y="91"/>
                    <a:pt x="64" y="91"/>
                    <a:pt x="64" y="90"/>
                  </a:cubicBezTo>
                  <a:cubicBezTo>
                    <a:pt x="63" y="88"/>
                    <a:pt x="64" y="87"/>
                    <a:pt x="64" y="85"/>
                  </a:cubicBezTo>
                  <a:cubicBezTo>
                    <a:pt x="66" y="85"/>
                    <a:pt x="67" y="83"/>
                    <a:pt x="69" y="81"/>
                  </a:cubicBezTo>
                  <a:cubicBezTo>
                    <a:pt x="70" y="81"/>
                    <a:pt x="71" y="81"/>
                    <a:pt x="71" y="81"/>
                  </a:cubicBezTo>
                  <a:cubicBezTo>
                    <a:pt x="76" y="80"/>
                    <a:pt x="82" y="80"/>
                    <a:pt x="85" y="76"/>
                  </a:cubicBezTo>
                  <a:cubicBezTo>
                    <a:pt x="84" y="72"/>
                    <a:pt x="86" y="59"/>
                    <a:pt x="87" y="54"/>
                  </a:cubicBezTo>
                  <a:cubicBezTo>
                    <a:pt x="87" y="52"/>
                    <a:pt x="87" y="49"/>
                    <a:pt x="87" y="47"/>
                  </a:cubicBezTo>
                  <a:cubicBezTo>
                    <a:pt x="88" y="40"/>
                    <a:pt x="86" y="30"/>
                    <a:pt x="87" y="24"/>
                  </a:cubicBezTo>
                  <a:cubicBezTo>
                    <a:pt x="87" y="20"/>
                    <a:pt x="90" y="16"/>
                    <a:pt x="91" y="12"/>
                  </a:cubicBezTo>
                  <a:cubicBezTo>
                    <a:pt x="89" y="10"/>
                    <a:pt x="89" y="8"/>
                    <a:pt x="89" y="4"/>
                  </a:cubicBezTo>
                  <a:cubicBezTo>
                    <a:pt x="90" y="3"/>
                    <a:pt x="93" y="3"/>
                    <a:pt x="94" y="2"/>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6" name="Freeform 12"/>
            <p:cNvSpPr/>
            <p:nvPr/>
          </p:nvSpPr>
          <p:spPr bwMode="auto">
            <a:xfrm>
              <a:off x="788842" y="6168860"/>
              <a:ext cx="158102" cy="103896"/>
            </a:xfrm>
            <a:custGeom>
              <a:avLst/>
              <a:gdLst>
                <a:gd name="T0" fmla="*/ 47 w 118"/>
                <a:gd name="T1" fmla="*/ 0 h 77"/>
                <a:gd name="T2" fmla="*/ 52 w 118"/>
                <a:gd name="T3" fmla="*/ 3 h 77"/>
                <a:gd name="T4" fmla="*/ 53 w 118"/>
                <a:gd name="T5" fmla="*/ 4 h 77"/>
                <a:gd name="T6" fmla="*/ 65 w 118"/>
                <a:gd name="T7" fmla="*/ 8 h 77"/>
                <a:gd name="T8" fmla="*/ 71 w 118"/>
                <a:gd name="T9" fmla="*/ 9 h 77"/>
                <a:gd name="T10" fmla="*/ 74 w 118"/>
                <a:gd name="T11" fmla="*/ 11 h 77"/>
                <a:gd name="T12" fmla="*/ 88 w 118"/>
                <a:gd name="T13" fmla="*/ 19 h 77"/>
                <a:gd name="T14" fmla="*/ 88 w 118"/>
                <a:gd name="T15" fmla="*/ 38 h 77"/>
                <a:gd name="T16" fmla="*/ 79 w 118"/>
                <a:gd name="T17" fmla="*/ 48 h 77"/>
                <a:gd name="T18" fmla="*/ 65 w 118"/>
                <a:gd name="T19" fmla="*/ 57 h 77"/>
                <a:gd name="T20" fmla="*/ 70 w 118"/>
                <a:gd name="T21" fmla="*/ 59 h 77"/>
                <a:gd name="T22" fmla="*/ 86 w 118"/>
                <a:gd name="T23" fmla="*/ 60 h 77"/>
                <a:gd name="T24" fmla="*/ 93 w 118"/>
                <a:gd name="T25" fmla="*/ 59 h 77"/>
                <a:gd name="T26" fmla="*/ 113 w 118"/>
                <a:gd name="T27" fmla="*/ 64 h 77"/>
                <a:gd name="T28" fmla="*/ 116 w 118"/>
                <a:gd name="T29" fmla="*/ 75 h 77"/>
                <a:gd name="T30" fmla="*/ 101 w 118"/>
                <a:gd name="T31" fmla="*/ 75 h 77"/>
                <a:gd name="T32" fmla="*/ 88 w 118"/>
                <a:gd name="T33" fmla="*/ 76 h 77"/>
                <a:gd name="T34" fmla="*/ 76 w 118"/>
                <a:gd name="T35" fmla="*/ 75 h 77"/>
                <a:gd name="T36" fmla="*/ 50 w 118"/>
                <a:gd name="T37" fmla="*/ 75 h 77"/>
                <a:gd name="T38" fmla="*/ 44 w 118"/>
                <a:gd name="T39" fmla="*/ 75 h 77"/>
                <a:gd name="T40" fmla="*/ 34 w 118"/>
                <a:gd name="T41" fmla="*/ 77 h 77"/>
                <a:gd name="T42" fmla="*/ 23 w 118"/>
                <a:gd name="T43" fmla="*/ 75 h 77"/>
                <a:gd name="T44" fmla="*/ 16 w 118"/>
                <a:gd name="T45" fmla="*/ 69 h 77"/>
                <a:gd name="T46" fmla="*/ 18 w 118"/>
                <a:gd name="T47" fmla="*/ 65 h 77"/>
                <a:gd name="T48" fmla="*/ 56 w 118"/>
                <a:gd name="T49" fmla="*/ 54 h 77"/>
                <a:gd name="T50" fmla="*/ 61 w 118"/>
                <a:gd name="T51" fmla="*/ 48 h 77"/>
                <a:gd name="T52" fmla="*/ 68 w 118"/>
                <a:gd name="T53" fmla="*/ 42 h 77"/>
                <a:gd name="T54" fmla="*/ 60 w 118"/>
                <a:gd name="T55" fmla="*/ 29 h 77"/>
                <a:gd name="T56" fmla="*/ 50 w 118"/>
                <a:gd name="T57" fmla="*/ 26 h 77"/>
                <a:gd name="T58" fmla="*/ 48 w 118"/>
                <a:gd name="T59" fmla="*/ 25 h 77"/>
                <a:gd name="T60" fmla="*/ 40 w 118"/>
                <a:gd name="T61" fmla="*/ 31 h 77"/>
                <a:gd name="T62" fmla="*/ 20 w 118"/>
                <a:gd name="T63" fmla="*/ 47 h 77"/>
                <a:gd name="T64" fmla="*/ 9 w 118"/>
                <a:gd name="T65" fmla="*/ 53 h 77"/>
                <a:gd name="T66" fmla="*/ 3 w 118"/>
                <a:gd name="T67" fmla="*/ 53 h 77"/>
                <a:gd name="T68" fmla="*/ 0 w 118"/>
                <a:gd name="T69" fmla="*/ 48 h 77"/>
                <a:gd name="T70" fmla="*/ 18 w 118"/>
                <a:gd name="T71" fmla="*/ 33 h 77"/>
                <a:gd name="T72" fmla="*/ 21 w 118"/>
                <a:gd name="T73" fmla="*/ 30 h 77"/>
                <a:gd name="T74" fmla="*/ 24 w 118"/>
                <a:gd name="T75" fmla="*/ 29 h 77"/>
                <a:gd name="T76" fmla="*/ 26 w 118"/>
                <a:gd name="T77" fmla="*/ 27 h 77"/>
                <a:gd name="T78" fmla="*/ 34 w 118"/>
                <a:gd name="T79" fmla="*/ 14 h 77"/>
                <a:gd name="T80" fmla="*/ 31 w 118"/>
                <a:gd name="T81"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77">
                  <a:moveTo>
                    <a:pt x="38" y="0"/>
                  </a:moveTo>
                  <a:cubicBezTo>
                    <a:pt x="42" y="1"/>
                    <a:pt x="44" y="0"/>
                    <a:pt x="47" y="0"/>
                  </a:cubicBezTo>
                  <a:cubicBezTo>
                    <a:pt x="49" y="1"/>
                    <a:pt x="50" y="2"/>
                    <a:pt x="51" y="3"/>
                  </a:cubicBezTo>
                  <a:cubicBezTo>
                    <a:pt x="52" y="3"/>
                    <a:pt x="52" y="3"/>
                    <a:pt x="52" y="3"/>
                  </a:cubicBezTo>
                  <a:cubicBezTo>
                    <a:pt x="53" y="3"/>
                    <a:pt x="52" y="4"/>
                    <a:pt x="53" y="4"/>
                  </a:cubicBezTo>
                  <a:cubicBezTo>
                    <a:pt x="53" y="4"/>
                    <a:pt x="53" y="4"/>
                    <a:pt x="53" y="4"/>
                  </a:cubicBezTo>
                  <a:cubicBezTo>
                    <a:pt x="55" y="4"/>
                    <a:pt x="61" y="6"/>
                    <a:pt x="62" y="6"/>
                  </a:cubicBezTo>
                  <a:cubicBezTo>
                    <a:pt x="63" y="6"/>
                    <a:pt x="64" y="8"/>
                    <a:pt x="65" y="8"/>
                  </a:cubicBezTo>
                  <a:cubicBezTo>
                    <a:pt x="66" y="8"/>
                    <a:pt x="70" y="9"/>
                    <a:pt x="70" y="9"/>
                  </a:cubicBezTo>
                  <a:cubicBezTo>
                    <a:pt x="70" y="9"/>
                    <a:pt x="70" y="9"/>
                    <a:pt x="71" y="9"/>
                  </a:cubicBezTo>
                  <a:cubicBezTo>
                    <a:pt x="71" y="9"/>
                    <a:pt x="72" y="10"/>
                    <a:pt x="72" y="11"/>
                  </a:cubicBezTo>
                  <a:cubicBezTo>
                    <a:pt x="73" y="11"/>
                    <a:pt x="73" y="10"/>
                    <a:pt x="74" y="11"/>
                  </a:cubicBezTo>
                  <a:cubicBezTo>
                    <a:pt x="75" y="12"/>
                    <a:pt x="76" y="13"/>
                    <a:pt x="78" y="14"/>
                  </a:cubicBezTo>
                  <a:cubicBezTo>
                    <a:pt x="80" y="15"/>
                    <a:pt x="86" y="16"/>
                    <a:pt x="88" y="19"/>
                  </a:cubicBezTo>
                  <a:cubicBezTo>
                    <a:pt x="89" y="21"/>
                    <a:pt x="88" y="30"/>
                    <a:pt x="88" y="31"/>
                  </a:cubicBezTo>
                  <a:cubicBezTo>
                    <a:pt x="88" y="33"/>
                    <a:pt x="88" y="36"/>
                    <a:pt x="88" y="38"/>
                  </a:cubicBezTo>
                  <a:cubicBezTo>
                    <a:pt x="87" y="40"/>
                    <a:pt x="86" y="43"/>
                    <a:pt x="84" y="44"/>
                  </a:cubicBezTo>
                  <a:cubicBezTo>
                    <a:pt x="82" y="46"/>
                    <a:pt x="80" y="45"/>
                    <a:pt x="79" y="48"/>
                  </a:cubicBezTo>
                  <a:cubicBezTo>
                    <a:pt x="77" y="48"/>
                    <a:pt x="65" y="53"/>
                    <a:pt x="65" y="57"/>
                  </a:cubicBezTo>
                  <a:cubicBezTo>
                    <a:pt x="65" y="57"/>
                    <a:pt x="65" y="57"/>
                    <a:pt x="65" y="57"/>
                  </a:cubicBezTo>
                  <a:cubicBezTo>
                    <a:pt x="65" y="58"/>
                    <a:pt x="65" y="58"/>
                    <a:pt x="66" y="59"/>
                  </a:cubicBezTo>
                  <a:cubicBezTo>
                    <a:pt x="66" y="59"/>
                    <a:pt x="70" y="59"/>
                    <a:pt x="70" y="59"/>
                  </a:cubicBezTo>
                  <a:cubicBezTo>
                    <a:pt x="72" y="60"/>
                    <a:pt x="81" y="57"/>
                    <a:pt x="85" y="59"/>
                  </a:cubicBezTo>
                  <a:cubicBezTo>
                    <a:pt x="85" y="59"/>
                    <a:pt x="86" y="59"/>
                    <a:pt x="86" y="60"/>
                  </a:cubicBezTo>
                  <a:cubicBezTo>
                    <a:pt x="92" y="59"/>
                    <a:pt x="92" y="59"/>
                    <a:pt x="92" y="59"/>
                  </a:cubicBezTo>
                  <a:cubicBezTo>
                    <a:pt x="92" y="59"/>
                    <a:pt x="92" y="59"/>
                    <a:pt x="93" y="59"/>
                  </a:cubicBezTo>
                  <a:cubicBezTo>
                    <a:pt x="94" y="61"/>
                    <a:pt x="100" y="62"/>
                    <a:pt x="102" y="60"/>
                  </a:cubicBezTo>
                  <a:cubicBezTo>
                    <a:pt x="105" y="61"/>
                    <a:pt x="110" y="61"/>
                    <a:pt x="113" y="64"/>
                  </a:cubicBezTo>
                  <a:cubicBezTo>
                    <a:pt x="114" y="65"/>
                    <a:pt x="116" y="69"/>
                    <a:pt x="118" y="71"/>
                  </a:cubicBezTo>
                  <a:cubicBezTo>
                    <a:pt x="117" y="72"/>
                    <a:pt x="116" y="74"/>
                    <a:pt x="116" y="75"/>
                  </a:cubicBezTo>
                  <a:cubicBezTo>
                    <a:pt x="114" y="76"/>
                    <a:pt x="108" y="76"/>
                    <a:pt x="106" y="75"/>
                  </a:cubicBezTo>
                  <a:cubicBezTo>
                    <a:pt x="104" y="75"/>
                    <a:pt x="103" y="75"/>
                    <a:pt x="101" y="75"/>
                  </a:cubicBezTo>
                  <a:cubicBezTo>
                    <a:pt x="101" y="75"/>
                    <a:pt x="100" y="74"/>
                    <a:pt x="99" y="75"/>
                  </a:cubicBezTo>
                  <a:cubicBezTo>
                    <a:pt x="97" y="76"/>
                    <a:pt x="90" y="76"/>
                    <a:pt x="88" y="76"/>
                  </a:cubicBezTo>
                  <a:cubicBezTo>
                    <a:pt x="87" y="76"/>
                    <a:pt x="83" y="75"/>
                    <a:pt x="82" y="76"/>
                  </a:cubicBezTo>
                  <a:cubicBezTo>
                    <a:pt x="81" y="76"/>
                    <a:pt x="78" y="74"/>
                    <a:pt x="76" y="75"/>
                  </a:cubicBezTo>
                  <a:cubicBezTo>
                    <a:pt x="74" y="75"/>
                    <a:pt x="65" y="74"/>
                    <a:pt x="61" y="75"/>
                  </a:cubicBezTo>
                  <a:cubicBezTo>
                    <a:pt x="60" y="75"/>
                    <a:pt x="53" y="74"/>
                    <a:pt x="50" y="75"/>
                  </a:cubicBezTo>
                  <a:cubicBezTo>
                    <a:pt x="49" y="75"/>
                    <a:pt x="48" y="75"/>
                    <a:pt x="47" y="76"/>
                  </a:cubicBezTo>
                  <a:cubicBezTo>
                    <a:pt x="46" y="75"/>
                    <a:pt x="45" y="75"/>
                    <a:pt x="44" y="75"/>
                  </a:cubicBezTo>
                  <a:cubicBezTo>
                    <a:pt x="43" y="76"/>
                    <a:pt x="42" y="76"/>
                    <a:pt x="41" y="77"/>
                  </a:cubicBezTo>
                  <a:cubicBezTo>
                    <a:pt x="40" y="77"/>
                    <a:pt x="34" y="77"/>
                    <a:pt x="34" y="77"/>
                  </a:cubicBezTo>
                  <a:cubicBezTo>
                    <a:pt x="33" y="77"/>
                    <a:pt x="33" y="77"/>
                    <a:pt x="32" y="76"/>
                  </a:cubicBezTo>
                  <a:cubicBezTo>
                    <a:pt x="32" y="76"/>
                    <a:pt x="24" y="74"/>
                    <a:pt x="23" y="75"/>
                  </a:cubicBezTo>
                  <a:cubicBezTo>
                    <a:pt x="22" y="74"/>
                    <a:pt x="21" y="74"/>
                    <a:pt x="19" y="72"/>
                  </a:cubicBezTo>
                  <a:cubicBezTo>
                    <a:pt x="17" y="72"/>
                    <a:pt x="18" y="70"/>
                    <a:pt x="16" y="69"/>
                  </a:cubicBezTo>
                  <a:cubicBezTo>
                    <a:pt x="16" y="68"/>
                    <a:pt x="16" y="68"/>
                    <a:pt x="16" y="67"/>
                  </a:cubicBezTo>
                  <a:cubicBezTo>
                    <a:pt x="17" y="67"/>
                    <a:pt x="17" y="66"/>
                    <a:pt x="18" y="65"/>
                  </a:cubicBezTo>
                  <a:cubicBezTo>
                    <a:pt x="23" y="67"/>
                    <a:pt x="40" y="61"/>
                    <a:pt x="44" y="58"/>
                  </a:cubicBezTo>
                  <a:cubicBezTo>
                    <a:pt x="47" y="59"/>
                    <a:pt x="53" y="56"/>
                    <a:pt x="56" y="54"/>
                  </a:cubicBezTo>
                  <a:cubicBezTo>
                    <a:pt x="56" y="53"/>
                    <a:pt x="56" y="52"/>
                    <a:pt x="57" y="51"/>
                  </a:cubicBezTo>
                  <a:cubicBezTo>
                    <a:pt x="58" y="50"/>
                    <a:pt x="60" y="49"/>
                    <a:pt x="61" y="48"/>
                  </a:cubicBezTo>
                  <a:cubicBezTo>
                    <a:pt x="62" y="48"/>
                    <a:pt x="62" y="47"/>
                    <a:pt x="62" y="46"/>
                  </a:cubicBezTo>
                  <a:cubicBezTo>
                    <a:pt x="64" y="45"/>
                    <a:pt x="66" y="43"/>
                    <a:pt x="68" y="42"/>
                  </a:cubicBezTo>
                  <a:cubicBezTo>
                    <a:pt x="70" y="40"/>
                    <a:pt x="71" y="38"/>
                    <a:pt x="72" y="37"/>
                  </a:cubicBezTo>
                  <a:cubicBezTo>
                    <a:pt x="69" y="31"/>
                    <a:pt x="62" y="32"/>
                    <a:pt x="60" y="29"/>
                  </a:cubicBezTo>
                  <a:cubicBezTo>
                    <a:pt x="59" y="29"/>
                    <a:pt x="58" y="28"/>
                    <a:pt x="58" y="28"/>
                  </a:cubicBezTo>
                  <a:cubicBezTo>
                    <a:pt x="54" y="26"/>
                    <a:pt x="53" y="29"/>
                    <a:pt x="50" y="26"/>
                  </a:cubicBezTo>
                  <a:cubicBezTo>
                    <a:pt x="50" y="25"/>
                    <a:pt x="50" y="26"/>
                    <a:pt x="50" y="25"/>
                  </a:cubicBezTo>
                  <a:cubicBezTo>
                    <a:pt x="49" y="25"/>
                    <a:pt x="49" y="25"/>
                    <a:pt x="48" y="25"/>
                  </a:cubicBezTo>
                  <a:cubicBezTo>
                    <a:pt x="47" y="27"/>
                    <a:pt x="44" y="29"/>
                    <a:pt x="42" y="30"/>
                  </a:cubicBezTo>
                  <a:cubicBezTo>
                    <a:pt x="41" y="30"/>
                    <a:pt x="41" y="31"/>
                    <a:pt x="40" y="31"/>
                  </a:cubicBezTo>
                  <a:cubicBezTo>
                    <a:pt x="40" y="35"/>
                    <a:pt x="35" y="36"/>
                    <a:pt x="32" y="37"/>
                  </a:cubicBezTo>
                  <a:cubicBezTo>
                    <a:pt x="27" y="40"/>
                    <a:pt x="24" y="44"/>
                    <a:pt x="20" y="47"/>
                  </a:cubicBezTo>
                  <a:cubicBezTo>
                    <a:pt x="19" y="48"/>
                    <a:pt x="18" y="47"/>
                    <a:pt x="17" y="48"/>
                  </a:cubicBezTo>
                  <a:cubicBezTo>
                    <a:pt x="14" y="49"/>
                    <a:pt x="11" y="50"/>
                    <a:pt x="9" y="53"/>
                  </a:cubicBezTo>
                  <a:cubicBezTo>
                    <a:pt x="7" y="53"/>
                    <a:pt x="7" y="53"/>
                    <a:pt x="6" y="52"/>
                  </a:cubicBezTo>
                  <a:cubicBezTo>
                    <a:pt x="5" y="52"/>
                    <a:pt x="4" y="53"/>
                    <a:pt x="3" y="53"/>
                  </a:cubicBezTo>
                  <a:cubicBezTo>
                    <a:pt x="2" y="53"/>
                    <a:pt x="2" y="53"/>
                    <a:pt x="1" y="52"/>
                  </a:cubicBezTo>
                  <a:cubicBezTo>
                    <a:pt x="1" y="51"/>
                    <a:pt x="0" y="48"/>
                    <a:pt x="0" y="48"/>
                  </a:cubicBezTo>
                  <a:cubicBezTo>
                    <a:pt x="3" y="45"/>
                    <a:pt x="13" y="41"/>
                    <a:pt x="14" y="38"/>
                  </a:cubicBezTo>
                  <a:cubicBezTo>
                    <a:pt x="15" y="38"/>
                    <a:pt x="17" y="34"/>
                    <a:pt x="18" y="33"/>
                  </a:cubicBezTo>
                  <a:cubicBezTo>
                    <a:pt x="19" y="33"/>
                    <a:pt x="19" y="33"/>
                    <a:pt x="20" y="32"/>
                  </a:cubicBezTo>
                  <a:cubicBezTo>
                    <a:pt x="21" y="32"/>
                    <a:pt x="20" y="31"/>
                    <a:pt x="21" y="30"/>
                  </a:cubicBezTo>
                  <a:cubicBezTo>
                    <a:pt x="21" y="30"/>
                    <a:pt x="23" y="30"/>
                    <a:pt x="24" y="29"/>
                  </a:cubicBezTo>
                  <a:cubicBezTo>
                    <a:pt x="24" y="29"/>
                    <a:pt x="24" y="29"/>
                    <a:pt x="24" y="29"/>
                  </a:cubicBezTo>
                  <a:cubicBezTo>
                    <a:pt x="23" y="28"/>
                    <a:pt x="24" y="28"/>
                    <a:pt x="25" y="27"/>
                  </a:cubicBezTo>
                  <a:cubicBezTo>
                    <a:pt x="25" y="27"/>
                    <a:pt x="25" y="27"/>
                    <a:pt x="26" y="27"/>
                  </a:cubicBezTo>
                  <a:cubicBezTo>
                    <a:pt x="26" y="25"/>
                    <a:pt x="30" y="23"/>
                    <a:pt x="31" y="22"/>
                  </a:cubicBezTo>
                  <a:cubicBezTo>
                    <a:pt x="32" y="19"/>
                    <a:pt x="33" y="16"/>
                    <a:pt x="34" y="14"/>
                  </a:cubicBezTo>
                  <a:cubicBezTo>
                    <a:pt x="34" y="14"/>
                    <a:pt x="34" y="13"/>
                    <a:pt x="34" y="13"/>
                  </a:cubicBezTo>
                  <a:cubicBezTo>
                    <a:pt x="35" y="10"/>
                    <a:pt x="30" y="7"/>
                    <a:pt x="31" y="3"/>
                  </a:cubicBezTo>
                  <a:cubicBezTo>
                    <a:pt x="32" y="2"/>
                    <a:pt x="38" y="0"/>
                    <a:pt x="38"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7" name="Freeform 13"/>
            <p:cNvSpPr>
              <a:spLocks noEditPoints="1"/>
            </p:cNvSpPr>
            <p:nvPr/>
          </p:nvSpPr>
          <p:spPr bwMode="auto">
            <a:xfrm>
              <a:off x="772467" y="6252428"/>
              <a:ext cx="209486" cy="203839"/>
            </a:xfrm>
            <a:custGeom>
              <a:avLst/>
              <a:gdLst>
                <a:gd name="T0" fmla="*/ 150 w 156"/>
                <a:gd name="T1" fmla="*/ 104 h 151"/>
                <a:gd name="T2" fmla="*/ 142 w 156"/>
                <a:gd name="T3" fmla="*/ 107 h 151"/>
                <a:gd name="T4" fmla="*/ 118 w 156"/>
                <a:gd name="T5" fmla="*/ 108 h 151"/>
                <a:gd name="T6" fmla="*/ 95 w 156"/>
                <a:gd name="T7" fmla="*/ 111 h 151"/>
                <a:gd name="T8" fmla="*/ 83 w 156"/>
                <a:gd name="T9" fmla="*/ 110 h 151"/>
                <a:gd name="T10" fmla="*/ 72 w 156"/>
                <a:gd name="T11" fmla="*/ 107 h 151"/>
                <a:gd name="T12" fmla="*/ 91 w 156"/>
                <a:gd name="T13" fmla="*/ 86 h 151"/>
                <a:gd name="T14" fmla="*/ 125 w 156"/>
                <a:gd name="T15" fmla="*/ 82 h 151"/>
                <a:gd name="T16" fmla="*/ 126 w 156"/>
                <a:gd name="T17" fmla="*/ 73 h 151"/>
                <a:gd name="T18" fmla="*/ 112 w 156"/>
                <a:gd name="T19" fmla="*/ 64 h 151"/>
                <a:gd name="T20" fmla="*/ 98 w 156"/>
                <a:gd name="T21" fmla="*/ 64 h 151"/>
                <a:gd name="T22" fmla="*/ 74 w 156"/>
                <a:gd name="T23" fmla="*/ 64 h 151"/>
                <a:gd name="T24" fmla="*/ 75 w 156"/>
                <a:gd name="T25" fmla="*/ 51 h 151"/>
                <a:gd name="T26" fmla="*/ 122 w 156"/>
                <a:gd name="T27" fmla="*/ 47 h 151"/>
                <a:gd name="T28" fmla="*/ 122 w 156"/>
                <a:gd name="T29" fmla="*/ 37 h 151"/>
                <a:gd name="T30" fmla="*/ 84 w 156"/>
                <a:gd name="T31" fmla="*/ 31 h 151"/>
                <a:gd name="T32" fmla="*/ 70 w 156"/>
                <a:gd name="T33" fmla="*/ 28 h 151"/>
                <a:gd name="T34" fmla="*/ 63 w 156"/>
                <a:gd name="T35" fmla="*/ 22 h 151"/>
                <a:gd name="T36" fmla="*/ 45 w 156"/>
                <a:gd name="T37" fmla="*/ 33 h 151"/>
                <a:gd name="T38" fmla="*/ 19 w 156"/>
                <a:gd name="T39" fmla="*/ 31 h 151"/>
                <a:gd name="T40" fmla="*/ 20 w 156"/>
                <a:gd name="T41" fmla="*/ 20 h 151"/>
                <a:gd name="T42" fmla="*/ 18 w 156"/>
                <a:gd name="T43" fmla="*/ 5 h 151"/>
                <a:gd name="T44" fmla="*/ 11 w 156"/>
                <a:gd name="T45" fmla="*/ 0 h 151"/>
                <a:gd name="T46" fmla="*/ 8 w 156"/>
                <a:gd name="T47" fmla="*/ 27 h 151"/>
                <a:gd name="T48" fmla="*/ 8 w 156"/>
                <a:gd name="T49" fmla="*/ 41 h 151"/>
                <a:gd name="T50" fmla="*/ 5 w 156"/>
                <a:gd name="T51" fmla="*/ 68 h 151"/>
                <a:gd name="T52" fmla="*/ 5 w 156"/>
                <a:gd name="T53" fmla="*/ 82 h 151"/>
                <a:gd name="T54" fmla="*/ 1 w 156"/>
                <a:gd name="T55" fmla="*/ 119 h 151"/>
                <a:gd name="T56" fmla="*/ 5 w 156"/>
                <a:gd name="T57" fmla="*/ 150 h 151"/>
                <a:gd name="T58" fmla="*/ 11 w 156"/>
                <a:gd name="T59" fmla="*/ 148 h 151"/>
                <a:gd name="T60" fmla="*/ 13 w 156"/>
                <a:gd name="T61" fmla="*/ 143 h 151"/>
                <a:gd name="T62" fmla="*/ 25 w 156"/>
                <a:gd name="T63" fmla="*/ 137 h 151"/>
                <a:gd name="T64" fmla="*/ 39 w 156"/>
                <a:gd name="T65" fmla="*/ 134 h 151"/>
                <a:gd name="T66" fmla="*/ 58 w 156"/>
                <a:gd name="T67" fmla="*/ 134 h 151"/>
                <a:gd name="T68" fmla="*/ 82 w 156"/>
                <a:gd name="T69" fmla="*/ 135 h 151"/>
                <a:gd name="T70" fmla="*/ 113 w 156"/>
                <a:gd name="T71" fmla="*/ 142 h 151"/>
                <a:gd name="T72" fmla="*/ 131 w 156"/>
                <a:gd name="T73" fmla="*/ 147 h 151"/>
                <a:gd name="T74" fmla="*/ 147 w 156"/>
                <a:gd name="T75" fmla="*/ 143 h 151"/>
                <a:gd name="T76" fmla="*/ 153 w 156"/>
                <a:gd name="T77" fmla="*/ 133 h 151"/>
                <a:gd name="T78" fmla="*/ 56 w 156"/>
                <a:gd name="T79" fmla="*/ 109 h 151"/>
                <a:gd name="T80" fmla="*/ 46 w 156"/>
                <a:gd name="T81" fmla="*/ 112 h 151"/>
                <a:gd name="T82" fmla="*/ 20 w 156"/>
                <a:gd name="T83" fmla="*/ 114 h 151"/>
                <a:gd name="T84" fmla="*/ 28 w 156"/>
                <a:gd name="T85" fmla="*/ 92 h 151"/>
                <a:gd name="T86" fmla="*/ 44 w 156"/>
                <a:gd name="T87" fmla="*/ 87 h 151"/>
                <a:gd name="T88" fmla="*/ 60 w 156"/>
                <a:gd name="T89" fmla="*/ 60 h 151"/>
                <a:gd name="T90" fmla="*/ 43 w 156"/>
                <a:gd name="T91" fmla="*/ 67 h 151"/>
                <a:gd name="T92" fmla="*/ 20 w 156"/>
                <a:gd name="T93" fmla="*/ 71 h 151"/>
                <a:gd name="T94" fmla="*/ 46 w 156"/>
                <a:gd name="T95" fmla="*/ 51 h 151"/>
                <a:gd name="T96" fmla="*/ 59 w 156"/>
                <a:gd name="T97" fmla="*/ 4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151">
                  <a:moveTo>
                    <a:pt x="156" y="123"/>
                  </a:moveTo>
                  <a:cubicBezTo>
                    <a:pt x="156" y="122"/>
                    <a:pt x="155" y="117"/>
                    <a:pt x="155" y="117"/>
                  </a:cubicBezTo>
                  <a:cubicBezTo>
                    <a:pt x="154" y="115"/>
                    <a:pt x="149" y="107"/>
                    <a:pt x="150" y="104"/>
                  </a:cubicBezTo>
                  <a:cubicBezTo>
                    <a:pt x="149" y="103"/>
                    <a:pt x="149" y="103"/>
                    <a:pt x="147" y="103"/>
                  </a:cubicBezTo>
                  <a:cubicBezTo>
                    <a:pt x="147" y="105"/>
                    <a:pt x="145" y="106"/>
                    <a:pt x="143" y="108"/>
                  </a:cubicBezTo>
                  <a:cubicBezTo>
                    <a:pt x="142" y="108"/>
                    <a:pt x="142" y="108"/>
                    <a:pt x="142" y="107"/>
                  </a:cubicBezTo>
                  <a:cubicBezTo>
                    <a:pt x="142" y="106"/>
                    <a:pt x="141" y="106"/>
                    <a:pt x="141" y="106"/>
                  </a:cubicBezTo>
                  <a:cubicBezTo>
                    <a:pt x="139" y="109"/>
                    <a:pt x="123" y="105"/>
                    <a:pt x="120" y="109"/>
                  </a:cubicBezTo>
                  <a:cubicBezTo>
                    <a:pt x="119" y="109"/>
                    <a:pt x="119" y="109"/>
                    <a:pt x="118" y="108"/>
                  </a:cubicBezTo>
                  <a:cubicBezTo>
                    <a:pt x="115" y="110"/>
                    <a:pt x="105" y="112"/>
                    <a:pt x="103" y="110"/>
                  </a:cubicBezTo>
                  <a:cubicBezTo>
                    <a:pt x="103" y="110"/>
                    <a:pt x="102" y="111"/>
                    <a:pt x="102" y="111"/>
                  </a:cubicBezTo>
                  <a:cubicBezTo>
                    <a:pt x="102" y="110"/>
                    <a:pt x="96" y="111"/>
                    <a:pt x="95" y="111"/>
                  </a:cubicBezTo>
                  <a:cubicBezTo>
                    <a:pt x="94" y="110"/>
                    <a:pt x="89" y="110"/>
                    <a:pt x="88" y="110"/>
                  </a:cubicBezTo>
                  <a:cubicBezTo>
                    <a:pt x="87" y="110"/>
                    <a:pt x="87" y="111"/>
                    <a:pt x="86" y="111"/>
                  </a:cubicBezTo>
                  <a:cubicBezTo>
                    <a:pt x="85" y="111"/>
                    <a:pt x="84" y="110"/>
                    <a:pt x="83" y="110"/>
                  </a:cubicBezTo>
                  <a:cubicBezTo>
                    <a:pt x="83" y="110"/>
                    <a:pt x="82" y="111"/>
                    <a:pt x="81" y="111"/>
                  </a:cubicBezTo>
                  <a:cubicBezTo>
                    <a:pt x="81" y="111"/>
                    <a:pt x="81" y="111"/>
                    <a:pt x="80" y="111"/>
                  </a:cubicBezTo>
                  <a:cubicBezTo>
                    <a:pt x="78" y="109"/>
                    <a:pt x="75" y="109"/>
                    <a:pt x="72" y="107"/>
                  </a:cubicBezTo>
                  <a:cubicBezTo>
                    <a:pt x="74" y="101"/>
                    <a:pt x="76" y="97"/>
                    <a:pt x="75" y="89"/>
                  </a:cubicBezTo>
                  <a:cubicBezTo>
                    <a:pt x="76" y="89"/>
                    <a:pt x="76" y="88"/>
                    <a:pt x="77" y="87"/>
                  </a:cubicBezTo>
                  <a:cubicBezTo>
                    <a:pt x="78" y="87"/>
                    <a:pt x="90" y="86"/>
                    <a:pt x="91" y="86"/>
                  </a:cubicBezTo>
                  <a:cubicBezTo>
                    <a:pt x="97" y="87"/>
                    <a:pt x="109" y="90"/>
                    <a:pt x="113" y="87"/>
                  </a:cubicBezTo>
                  <a:cubicBezTo>
                    <a:pt x="115" y="87"/>
                    <a:pt x="117" y="88"/>
                    <a:pt x="119" y="88"/>
                  </a:cubicBezTo>
                  <a:cubicBezTo>
                    <a:pt x="121" y="87"/>
                    <a:pt x="124" y="84"/>
                    <a:pt x="125" y="82"/>
                  </a:cubicBezTo>
                  <a:cubicBezTo>
                    <a:pt x="126" y="80"/>
                    <a:pt x="124" y="77"/>
                    <a:pt x="126" y="76"/>
                  </a:cubicBezTo>
                  <a:cubicBezTo>
                    <a:pt x="125" y="75"/>
                    <a:pt x="126" y="75"/>
                    <a:pt x="125" y="75"/>
                  </a:cubicBezTo>
                  <a:cubicBezTo>
                    <a:pt x="125" y="74"/>
                    <a:pt x="125" y="73"/>
                    <a:pt x="126" y="73"/>
                  </a:cubicBezTo>
                  <a:cubicBezTo>
                    <a:pt x="128" y="70"/>
                    <a:pt x="118" y="66"/>
                    <a:pt x="117" y="65"/>
                  </a:cubicBezTo>
                  <a:cubicBezTo>
                    <a:pt x="117" y="65"/>
                    <a:pt x="117" y="65"/>
                    <a:pt x="117" y="65"/>
                  </a:cubicBezTo>
                  <a:cubicBezTo>
                    <a:pt x="116" y="65"/>
                    <a:pt x="113" y="64"/>
                    <a:pt x="112" y="64"/>
                  </a:cubicBezTo>
                  <a:cubicBezTo>
                    <a:pt x="100" y="64"/>
                    <a:pt x="100" y="64"/>
                    <a:pt x="100" y="64"/>
                  </a:cubicBezTo>
                  <a:cubicBezTo>
                    <a:pt x="100" y="64"/>
                    <a:pt x="99" y="64"/>
                    <a:pt x="99" y="64"/>
                  </a:cubicBezTo>
                  <a:cubicBezTo>
                    <a:pt x="98" y="64"/>
                    <a:pt x="99" y="64"/>
                    <a:pt x="98" y="64"/>
                  </a:cubicBezTo>
                  <a:cubicBezTo>
                    <a:pt x="88" y="63"/>
                    <a:pt x="88" y="63"/>
                    <a:pt x="88" y="63"/>
                  </a:cubicBezTo>
                  <a:cubicBezTo>
                    <a:pt x="87" y="64"/>
                    <a:pt x="84" y="65"/>
                    <a:pt x="83" y="65"/>
                  </a:cubicBezTo>
                  <a:cubicBezTo>
                    <a:pt x="80" y="66"/>
                    <a:pt x="78" y="64"/>
                    <a:pt x="74" y="64"/>
                  </a:cubicBezTo>
                  <a:cubicBezTo>
                    <a:pt x="73" y="61"/>
                    <a:pt x="71" y="60"/>
                    <a:pt x="73" y="57"/>
                  </a:cubicBezTo>
                  <a:cubicBezTo>
                    <a:pt x="73" y="56"/>
                    <a:pt x="73" y="55"/>
                    <a:pt x="73" y="54"/>
                  </a:cubicBezTo>
                  <a:cubicBezTo>
                    <a:pt x="74" y="53"/>
                    <a:pt x="75" y="52"/>
                    <a:pt x="75" y="51"/>
                  </a:cubicBezTo>
                  <a:cubicBezTo>
                    <a:pt x="77" y="51"/>
                    <a:pt x="83" y="50"/>
                    <a:pt x="84" y="50"/>
                  </a:cubicBezTo>
                  <a:cubicBezTo>
                    <a:pt x="90" y="53"/>
                    <a:pt x="116" y="51"/>
                    <a:pt x="122" y="48"/>
                  </a:cubicBezTo>
                  <a:cubicBezTo>
                    <a:pt x="121" y="48"/>
                    <a:pt x="122" y="47"/>
                    <a:pt x="122" y="47"/>
                  </a:cubicBezTo>
                  <a:cubicBezTo>
                    <a:pt x="124" y="44"/>
                    <a:pt x="123" y="42"/>
                    <a:pt x="124" y="39"/>
                  </a:cubicBezTo>
                  <a:cubicBezTo>
                    <a:pt x="124" y="39"/>
                    <a:pt x="124" y="39"/>
                    <a:pt x="124" y="39"/>
                  </a:cubicBezTo>
                  <a:cubicBezTo>
                    <a:pt x="123" y="38"/>
                    <a:pt x="122" y="38"/>
                    <a:pt x="122" y="37"/>
                  </a:cubicBezTo>
                  <a:cubicBezTo>
                    <a:pt x="121" y="36"/>
                    <a:pt x="122" y="35"/>
                    <a:pt x="121" y="34"/>
                  </a:cubicBezTo>
                  <a:cubicBezTo>
                    <a:pt x="118" y="33"/>
                    <a:pt x="112" y="34"/>
                    <a:pt x="110" y="33"/>
                  </a:cubicBezTo>
                  <a:cubicBezTo>
                    <a:pt x="105" y="30"/>
                    <a:pt x="87" y="30"/>
                    <a:pt x="84" y="31"/>
                  </a:cubicBezTo>
                  <a:cubicBezTo>
                    <a:pt x="79" y="33"/>
                    <a:pt x="76" y="31"/>
                    <a:pt x="73" y="31"/>
                  </a:cubicBezTo>
                  <a:cubicBezTo>
                    <a:pt x="72" y="30"/>
                    <a:pt x="71" y="29"/>
                    <a:pt x="70" y="29"/>
                  </a:cubicBezTo>
                  <a:cubicBezTo>
                    <a:pt x="70" y="29"/>
                    <a:pt x="70" y="29"/>
                    <a:pt x="70" y="28"/>
                  </a:cubicBezTo>
                  <a:cubicBezTo>
                    <a:pt x="69" y="27"/>
                    <a:pt x="68" y="26"/>
                    <a:pt x="68" y="24"/>
                  </a:cubicBezTo>
                  <a:cubicBezTo>
                    <a:pt x="67" y="23"/>
                    <a:pt x="66" y="22"/>
                    <a:pt x="65" y="22"/>
                  </a:cubicBezTo>
                  <a:cubicBezTo>
                    <a:pt x="64" y="22"/>
                    <a:pt x="64" y="22"/>
                    <a:pt x="63" y="22"/>
                  </a:cubicBezTo>
                  <a:cubicBezTo>
                    <a:pt x="62" y="24"/>
                    <a:pt x="59" y="27"/>
                    <a:pt x="57" y="30"/>
                  </a:cubicBezTo>
                  <a:cubicBezTo>
                    <a:pt x="58" y="31"/>
                    <a:pt x="53" y="32"/>
                    <a:pt x="52" y="32"/>
                  </a:cubicBezTo>
                  <a:cubicBezTo>
                    <a:pt x="51" y="31"/>
                    <a:pt x="47" y="33"/>
                    <a:pt x="45" y="33"/>
                  </a:cubicBezTo>
                  <a:cubicBezTo>
                    <a:pt x="45" y="32"/>
                    <a:pt x="42" y="32"/>
                    <a:pt x="41" y="33"/>
                  </a:cubicBezTo>
                  <a:cubicBezTo>
                    <a:pt x="36" y="34"/>
                    <a:pt x="27" y="35"/>
                    <a:pt x="23" y="35"/>
                  </a:cubicBezTo>
                  <a:cubicBezTo>
                    <a:pt x="23" y="34"/>
                    <a:pt x="20" y="31"/>
                    <a:pt x="19" y="31"/>
                  </a:cubicBezTo>
                  <a:cubicBezTo>
                    <a:pt x="19" y="30"/>
                    <a:pt x="19" y="29"/>
                    <a:pt x="19" y="28"/>
                  </a:cubicBezTo>
                  <a:cubicBezTo>
                    <a:pt x="20" y="25"/>
                    <a:pt x="20" y="23"/>
                    <a:pt x="20" y="20"/>
                  </a:cubicBezTo>
                  <a:cubicBezTo>
                    <a:pt x="20" y="21"/>
                    <a:pt x="20" y="20"/>
                    <a:pt x="20" y="20"/>
                  </a:cubicBezTo>
                  <a:cubicBezTo>
                    <a:pt x="20" y="19"/>
                    <a:pt x="21" y="16"/>
                    <a:pt x="21" y="14"/>
                  </a:cubicBezTo>
                  <a:cubicBezTo>
                    <a:pt x="20" y="13"/>
                    <a:pt x="20" y="13"/>
                    <a:pt x="19" y="12"/>
                  </a:cubicBezTo>
                  <a:cubicBezTo>
                    <a:pt x="18" y="9"/>
                    <a:pt x="19" y="7"/>
                    <a:pt x="18" y="5"/>
                  </a:cubicBezTo>
                  <a:cubicBezTo>
                    <a:pt x="18" y="5"/>
                    <a:pt x="18" y="5"/>
                    <a:pt x="18" y="5"/>
                  </a:cubicBezTo>
                  <a:cubicBezTo>
                    <a:pt x="17" y="4"/>
                    <a:pt x="14" y="2"/>
                    <a:pt x="13" y="0"/>
                  </a:cubicBezTo>
                  <a:cubicBezTo>
                    <a:pt x="12" y="0"/>
                    <a:pt x="12" y="0"/>
                    <a:pt x="11" y="0"/>
                  </a:cubicBezTo>
                  <a:cubicBezTo>
                    <a:pt x="10" y="2"/>
                    <a:pt x="12" y="5"/>
                    <a:pt x="11" y="8"/>
                  </a:cubicBezTo>
                  <a:cubicBezTo>
                    <a:pt x="8" y="13"/>
                    <a:pt x="8" y="19"/>
                    <a:pt x="7" y="24"/>
                  </a:cubicBezTo>
                  <a:cubicBezTo>
                    <a:pt x="7" y="25"/>
                    <a:pt x="8" y="26"/>
                    <a:pt x="8" y="27"/>
                  </a:cubicBezTo>
                  <a:cubicBezTo>
                    <a:pt x="8" y="27"/>
                    <a:pt x="8" y="32"/>
                    <a:pt x="8" y="32"/>
                  </a:cubicBezTo>
                  <a:cubicBezTo>
                    <a:pt x="8" y="32"/>
                    <a:pt x="8" y="33"/>
                    <a:pt x="8" y="34"/>
                  </a:cubicBezTo>
                  <a:cubicBezTo>
                    <a:pt x="7" y="37"/>
                    <a:pt x="8" y="39"/>
                    <a:pt x="8" y="41"/>
                  </a:cubicBezTo>
                  <a:cubicBezTo>
                    <a:pt x="9" y="44"/>
                    <a:pt x="7" y="46"/>
                    <a:pt x="7" y="48"/>
                  </a:cubicBezTo>
                  <a:cubicBezTo>
                    <a:pt x="6" y="50"/>
                    <a:pt x="8" y="54"/>
                    <a:pt x="7" y="55"/>
                  </a:cubicBezTo>
                  <a:cubicBezTo>
                    <a:pt x="5" y="60"/>
                    <a:pt x="6" y="64"/>
                    <a:pt x="5" y="68"/>
                  </a:cubicBezTo>
                  <a:cubicBezTo>
                    <a:pt x="6" y="69"/>
                    <a:pt x="6" y="70"/>
                    <a:pt x="6" y="71"/>
                  </a:cubicBezTo>
                  <a:cubicBezTo>
                    <a:pt x="6" y="71"/>
                    <a:pt x="6" y="71"/>
                    <a:pt x="6" y="71"/>
                  </a:cubicBezTo>
                  <a:cubicBezTo>
                    <a:pt x="5" y="74"/>
                    <a:pt x="4" y="79"/>
                    <a:pt x="5" y="82"/>
                  </a:cubicBezTo>
                  <a:cubicBezTo>
                    <a:pt x="5" y="90"/>
                    <a:pt x="3" y="97"/>
                    <a:pt x="5" y="100"/>
                  </a:cubicBezTo>
                  <a:cubicBezTo>
                    <a:pt x="5" y="102"/>
                    <a:pt x="2" y="106"/>
                    <a:pt x="2" y="108"/>
                  </a:cubicBezTo>
                  <a:cubicBezTo>
                    <a:pt x="3" y="113"/>
                    <a:pt x="1" y="118"/>
                    <a:pt x="1" y="119"/>
                  </a:cubicBezTo>
                  <a:cubicBezTo>
                    <a:pt x="0" y="126"/>
                    <a:pt x="1" y="139"/>
                    <a:pt x="2" y="142"/>
                  </a:cubicBezTo>
                  <a:cubicBezTo>
                    <a:pt x="2" y="142"/>
                    <a:pt x="4" y="144"/>
                    <a:pt x="4" y="144"/>
                  </a:cubicBezTo>
                  <a:cubicBezTo>
                    <a:pt x="5" y="145"/>
                    <a:pt x="4" y="148"/>
                    <a:pt x="5" y="150"/>
                  </a:cubicBezTo>
                  <a:cubicBezTo>
                    <a:pt x="5" y="150"/>
                    <a:pt x="6" y="150"/>
                    <a:pt x="6" y="151"/>
                  </a:cubicBezTo>
                  <a:cubicBezTo>
                    <a:pt x="7" y="151"/>
                    <a:pt x="8" y="150"/>
                    <a:pt x="10" y="150"/>
                  </a:cubicBezTo>
                  <a:cubicBezTo>
                    <a:pt x="10" y="149"/>
                    <a:pt x="11" y="149"/>
                    <a:pt x="11" y="148"/>
                  </a:cubicBezTo>
                  <a:cubicBezTo>
                    <a:pt x="11" y="147"/>
                    <a:pt x="11" y="146"/>
                    <a:pt x="11" y="145"/>
                  </a:cubicBezTo>
                  <a:cubicBezTo>
                    <a:pt x="11" y="145"/>
                    <a:pt x="11" y="145"/>
                    <a:pt x="11" y="145"/>
                  </a:cubicBezTo>
                  <a:cubicBezTo>
                    <a:pt x="12" y="144"/>
                    <a:pt x="13" y="144"/>
                    <a:pt x="13" y="143"/>
                  </a:cubicBezTo>
                  <a:cubicBezTo>
                    <a:pt x="14" y="142"/>
                    <a:pt x="13" y="141"/>
                    <a:pt x="14" y="141"/>
                  </a:cubicBezTo>
                  <a:cubicBezTo>
                    <a:pt x="15" y="138"/>
                    <a:pt x="21" y="139"/>
                    <a:pt x="21" y="139"/>
                  </a:cubicBezTo>
                  <a:cubicBezTo>
                    <a:pt x="23" y="138"/>
                    <a:pt x="24" y="137"/>
                    <a:pt x="25" y="137"/>
                  </a:cubicBezTo>
                  <a:cubicBezTo>
                    <a:pt x="26" y="137"/>
                    <a:pt x="27" y="138"/>
                    <a:pt x="28" y="137"/>
                  </a:cubicBezTo>
                  <a:cubicBezTo>
                    <a:pt x="30" y="136"/>
                    <a:pt x="32" y="135"/>
                    <a:pt x="33" y="134"/>
                  </a:cubicBezTo>
                  <a:cubicBezTo>
                    <a:pt x="35" y="134"/>
                    <a:pt x="38" y="134"/>
                    <a:pt x="39" y="134"/>
                  </a:cubicBezTo>
                  <a:cubicBezTo>
                    <a:pt x="41" y="133"/>
                    <a:pt x="50" y="134"/>
                    <a:pt x="51" y="134"/>
                  </a:cubicBezTo>
                  <a:cubicBezTo>
                    <a:pt x="51" y="134"/>
                    <a:pt x="52" y="134"/>
                    <a:pt x="52" y="134"/>
                  </a:cubicBezTo>
                  <a:cubicBezTo>
                    <a:pt x="53" y="133"/>
                    <a:pt x="58" y="134"/>
                    <a:pt x="58" y="134"/>
                  </a:cubicBezTo>
                  <a:cubicBezTo>
                    <a:pt x="59" y="134"/>
                    <a:pt x="63" y="134"/>
                    <a:pt x="64" y="134"/>
                  </a:cubicBezTo>
                  <a:cubicBezTo>
                    <a:pt x="68" y="134"/>
                    <a:pt x="69" y="134"/>
                    <a:pt x="73" y="135"/>
                  </a:cubicBezTo>
                  <a:cubicBezTo>
                    <a:pt x="74" y="135"/>
                    <a:pt x="81" y="135"/>
                    <a:pt x="82" y="135"/>
                  </a:cubicBezTo>
                  <a:cubicBezTo>
                    <a:pt x="84" y="137"/>
                    <a:pt x="87" y="137"/>
                    <a:pt x="89" y="139"/>
                  </a:cubicBezTo>
                  <a:cubicBezTo>
                    <a:pt x="90" y="137"/>
                    <a:pt x="101" y="140"/>
                    <a:pt x="103" y="140"/>
                  </a:cubicBezTo>
                  <a:cubicBezTo>
                    <a:pt x="107" y="139"/>
                    <a:pt x="112" y="142"/>
                    <a:pt x="113" y="142"/>
                  </a:cubicBezTo>
                  <a:cubicBezTo>
                    <a:pt x="116" y="141"/>
                    <a:pt x="116" y="143"/>
                    <a:pt x="117" y="144"/>
                  </a:cubicBezTo>
                  <a:cubicBezTo>
                    <a:pt x="119" y="144"/>
                    <a:pt x="120" y="144"/>
                    <a:pt x="121" y="144"/>
                  </a:cubicBezTo>
                  <a:cubicBezTo>
                    <a:pt x="125" y="146"/>
                    <a:pt x="127" y="147"/>
                    <a:pt x="131" y="147"/>
                  </a:cubicBezTo>
                  <a:cubicBezTo>
                    <a:pt x="133" y="148"/>
                    <a:pt x="138" y="148"/>
                    <a:pt x="138" y="148"/>
                  </a:cubicBezTo>
                  <a:cubicBezTo>
                    <a:pt x="139" y="147"/>
                    <a:pt x="143" y="146"/>
                    <a:pt x="144" y="146"/>
                  </a:cubicBezTo>
                  <a:cubicBezTo>
                    <a:pt x="145" y="145"/>
                    <a:pt x="146" y="144"/>
                    <a:pt x="147" y="143"/>
                  </a:cubicBezTo>
                  <a:cubicBezTo>
                    <a:pt x="147" y="143"/>
                    <a:pt x="147" y="142"/>
                    <a:pt x="147" y="142"/>
                  </a:cubicBezTo>
                  <a:cubicBezTo>
                    <a:pt x="147" y="141"/>
                    <a:pt x="150" y="140"/>
                    <a:pt x="150" y="140"/>
                  </a:cubicBezTo>
                  <a:cubicBezTo>
                    <a:pt x="152" y="138"/>
                    <a:pt x="151" y="135"/>
                    <a:pt x="153" y="133"/>
                  </a:cubicBezTo>
                  <a:cubicBezTo>
                    <a:pt x="154" y="132"/>
                    <a:pt x="155" y="132"/>
                    <a:pt x="155" y="130"/>
                  </a:cubicBezTo>
                  <a:cubicBezTo>
                    <a:pt x="154" y="129"/>
                    <a:pt x="156" y="124"/>
                    <a:pt x="156" y="123"/>
                  </a:cubicBezTo>
                  <a:close/>
                  <a:moveTo>
                    <a:pt x="56" y="109"/>
                  </a:moveTo>
                  <a:cubicBezTo>
                    <a:pt x="54" y="111"/>
                    <a:pt x="52" y="110"/>
                    <a:pt x="49" y="111"/>
                  </a:cubicBezTo>
                  <a:cubicBezTo>
                    <a:pt x="49" y="111"/>
                    <a:pt x="48" y="111"/>
                    <a:pt x="47" y="111"/>
                  </a:cubicBezTo>
                  <a:cubicBezTo>
                    <a:pt x="47" y="111"/>
                    <a:pt x="47" y="111"/>
                    <a:pt x="46" y="112"/>
                  </a:cubicBezTo>
                  <a:cubicBezTo>
                    <a:pt x="45" y="112"/>
                    <a:pt x="43" y="112"/>
                    <a:pt x="42" y="112"/>
                  </a:cubicBezTo>
                  <a:cubicBezTo>
                    <a:pt x="40" y="112"/>
                    <a:pt x="39" y="112"/>
                    <a:pt x="37" y="112"/>
                  </a:cubicBezTo>
                  <a:cubicBezTo>
                    <a:pt x="33" y="114"/>
                    <a:pt x="25" y="114"/>
                    <a:pt x="20" y="114"/>
                  </a:cubicBezTo>
                  <a:cubicBezTo>
                    <a:pt x="20" y="114"/>
                    <a:pt x="19" y="113"/>
                    <a:pt x="19" y="112"/>
                  </a:cubicBezTo>
                  <a:cubicBezTo>
                    <a:pt x="18" y="111"/>
                    <a:pt x="18" y="98"/>
                    <a:pt x="19" y="97"/>
                  </a:cubicBezTo>
                  <a:cubicBezTo>
                    <a:pt x="19" y="97"/>
                    <a:pt x="28" y="92"/>
                    <a:pt x="28" y="92"/>
                  </a:cubicBezTo>
                  <a:cubicBezTo>
                    <a:pt x="29" y="92"/>
                    <a:pt x="29" y="92"/>
                    <a:pt x="30" y="92"/>
                  </a:cubicBezTo>
                  <a:cubicBezTo>
                    <a:pt x="31" y="91"/>
                    <a:pt x="32" y="90"/>
                    <a:pt x="34" y="89"/>
                  </a:cubicBezTo>
                  <a:cubicBezTo>
                    <a:pt x="36" y="88"/>
                    <a:pt x="42" y="89"/>
                    <a:pt x="44" y="87"/>
                  </a:cubicBezTo>
                  <a:cubicBezTo>
                    <a:pt x="48" y="88"/>
                    <a:pt x="55" y="87"/>
                    <a:pt x="59" y="89"/>
                  </a:cubicBezTo>
                  <a:cubicBezTo>
                    <a:pt x="61" y="95"/>
                    <a:pt x="59" y="107"/>
                    <a:pt x="56" y="109"/>
                  </a:cubicBezTo>
                  <a:close/>
                  <a:moveTo>
                    <a:pt x="60" y="60"/>
                  </a:moveTo>
                  <a:cubicBezTo>
                    <a:pt x="60" y="62"/>
                    <a:pt x="60" y="64"/>
                    <a:pt x="59" y="64"/>
                  </a:cubicBezTo>
                  <a:cubicBezTo>
                    <a:pt x="57" y="66"/>
                    <a:pt x="53" y="68"/>
                    <a:pt x="49" y="67"/>
                  </a:cubicBezTo>
                  <a:cubicBezTo>
                    <a:pt x="48" y="67"/>
                    <a:pt x="45" y="67"/>
                    <a:pt x="43" y="67"/>
                  </a:cubicBezTo>
                  <a:cubicBezTo>
                    <a:pt x="42" y="67"/>
                    <a:pt x="40" y="68"/>
                    <a:pt x="39" y="68"/>
                  </a:cubicBezTo>
                  <a:cubicBezTo>
                    <a:pt x="38" y="68"/>
                    <a:pt x="37" y="68"/>
                    <a:pt x="36" y="68"/>
                  </a:cubicBezTo>
                  <a:cubicBezTo>
                    <a:pt x="29" y="70"/>
                    <a:pt x="27" y="71"/>
                    <a:pt x="20" y="71"/>
                  </a:cubicBezTo>
                  <a:cubicBezTo>
                    <a:pt x="15" y="59"/>
                    <a:pt x="24" y="56"/>
                    <a:pt x="33" y="51"/>
                  </a:cubicBezTo>
                  <a:cubicBezTo>
                    <a:pt x="35" y="50"/>
                    <a:pt x="38" y="52"/>
                    <a:pt x="40" y="52"/>
                  </a:cubicBezTo>
                  <a:cubicBezTo>
                    <a:pt x="42" y="51"/>
                    <a:pt x="44" y="52"/>
                    <a:pt x="46" y="51"/>
                  </a:cubicBezTo>
                  <a:cubicBezTo>
                    <a:pt x="47" y="51"/>
                    <a:pt x="49" y="49"/>
                    <a:pt x="50" y="49"/>
                  </a:cubicBezTo>
                  <a:cubicBezTo>
                    <a:pt x="51" y="48"/>
                    <a:pt x="53" y="49"/>
                    <a:pt x="54" y="48"/>
                  </a:cubicBezTo>
                  <a:cubicBezTo>
                    <a:pt x="56" y="48"/>
                    <a:pt x="57" y="49"/>
                    <a:pt x="59" y="49"/>
                  </a:cubicBezTo>
                  <a:cubicBezTo>
                    <a:pt x="62" y="52"/>
                    <a:pt x="61" y="55"/>
                    <a:pt x="60" y="6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8" name="Freeform 14"/>
            <p:cNvSpPr>
              <a:spLocks noEditPoints="1"/>
            </p:cNvSpPr>
            <p:nvPr/>
          </p:nvSpPr>
          <p:spPr bwMode="auto">
            <a:xfrm>
              <a:off x="1879184" y="6167731"/>
              <a:ext cx="368717" cy="153585"/>
            </a:xfrm>
            <a:custGeom>
              <a:avLst/>
              <a:gdLst>
                <a:gd name="T0" fmla="*/ 262 w 275"/>
                <a:gd name="T1" fmla="*/ 71 h 114"/>
                <a:gd name="T2" fmla="*/ 242 w 275"/>
                <a:gd name="T3" fmla="*/ 70 h 114"/>
                <a:gd name="T4" fmla="*/ 227 w 275"/>
                <a:gd name="T5" fmla="*/ 69 h 114"/>
                <a:gd name="T6" fmla="*/ 178 w 275"/>
                <a:gd name="T7" fmla="*/ 63 h 114"/>
                <a:gd name="T8" fmla="*/ 186 w 275"/>
                <a:gd name="T9" fmla="*/ 34 h 114"/>
                <a:gd name="T10" fmla="*/ 121 w 275"/>
                <a:gd name="T11" fmla="*/ 40 h 114"/>
                <a:gd name="T12" fmla="*/ 96 w 275"/>
                <a:gd name="T13" fmla="*/ 36 h 114"/>
                <a:gd name="T14" fmla="*/ 104 w 275"/>
                <a:gd name="T15" fmla="*/ 28 h 114"/>
                <a:gd name="T16" fmla="*/ 126 w 275"/>
                <a:gd name="T17" fmla="*/ 32 h 114"/>
                <a:gd name="T18" fmla="*/ 144 w 275"/>
                <a:gd name="T19" fmla="*/ 31 h 114"/>
                <a:gd name="T20" fmla="*/ 178 w 275"/>
                <a:gd name="T21" fmla="*/ 29 h 114"/>
                <a:gd name="T22" fmla="*/ 208 w 275"/>
                <a:gd name="T23" fmla="*/ 40 h 114"/>
                <a:gd name="T24" fmla="*/ 229 w 275"/>
                <a:gd name="T25" fmla="*/ 34 h 114"/>
                <a:gd name="T26" fmla="*/ 217 w 275"/>
                <a:gd name="T27" fmla="*/ 20 h 114"/>
                <a:gd name="T28" fmla="*/ 198 w 275"/>
                <a:gd name="T29" fmla="*/ 17 h 114"/>
                <a:gd name="T30" fmla="*/ 161 w 275"/>
                <a:gd name="T31" fmla="*/ 15 h 114"/>
                <a:gd name="T32" fmla="*/ 146 w 275"/>
                <a:gd name="T33" fmla="*/ 9 h 114"/>
                <a:gd name="T34" fmla="*/ 118 w 275"/>
                <a:gd name="T35" fmla="*/ 1 h 114"/>
                <a:gd name="T36" fmla="*/ 96 w 275"/>
                <a:gd name="T37" fmla="*/ 15 h 114"/>
                <a:gd name="T38" fmla="*/ 56 w 275"/>
                <a:gd name="T39" fmla="*/ 19 h 114"/>
                <a:gd name="T40" fmla="*/ 40 w 275"/>
                <a:gd name="T41" fmla="*/ 32 h 114"/>
                <a:gd name="T42" fmla="*/ 30 w 275"/>
                <a:gd name="T43" fmla="*/ 53 h 114"/>
                <a:gd name="T44" fmla="*/ 36 w 275"/>
                <a:gd name="T45" fmla="*/ 63 h 114"/>
                <a:gd name="T46" fmla="*/ 50 w 275"/>
                <a:gd name="T47" fmla="*/ 61 h 114"/>
                <a:gd name="T48" fmla="*/ 58 w 275"/>
                <a:gd name="T49" fmla="*/ 34 h 114"/>
                <a:gd name="T50" fmla="*/ 87 w 275"/>
                <a:gd name="T51" fmla="*/ 54 h 114"/>
                <a:gd name="T52" fmla="*/ 52 w 275"/>
                <a:gd name="T53" fmla="*/ 69 h 114"/>
                <a:gd name="T54" fmla="*/ 0 w 275"/>
                <a:gd name="T55" fmla="*/ 80 h 114"/>
                <a:gd name="T56" fmla="*/ 46 w 275"/>
                <a:gd name="T57" fmla="*/ 86 h 114"/>
                <a:gd name="T58" fmla="*/ 56 w 275"/>
                <a:gd name="T59" fmla="*/ 97 h 114"/>
                <a:gd name="T60" fmla="*/ 49 w 275"/>
                <a:gd name="T61" fmla="*/ 113 h 114"/>
                <a:gd name="T62" fmla="*/ 73 w 275"/>
                <a:gd name="T63" fmla="*/ 98 h 114"/>
                <a:gd name="T64" fmla="*/ 112 w 275"/>
                <a:gd name="T65" fmla="*/ 98 h 114"/>
                <a:gd name="T66" fmla="*/ 150 w 275"/>
                <a:gd name="T67" fmla="*/ 99 h 114"/>
                <a:gd name="T68" fmla="*/ 175 w 275"/>
                <a:gd name="T69" fmla="*/ 100 h 114"/>
                <a:gd name="T70" fmla="*/ 213 w 275"/>
                <a:gd name="T71" fmla="*/ 103 h 114"/>
                <a:gd name="T72" fmla="*/ 185 w 275"/>
                <a:gd name="T73" fmla="*/ 88 h 114"/>
                <a:gd name="T74" fmla="*/ 189 w 275"/>
                <a:gd name="T75" fmla="*/ 78 h 114"/>
                <a:gd name="T76" fmla="*/ 215 w 275"/>
                <a:gd name="T77" fmla="*/ 83 h 114"/>
                <a:gd name="T78" fmla="*/ 232 w 275"/>
                <a:gd name="T79" fmla="*/ 89 h 114"/>
                <a:gd name="T80" fmla="*/ 259 w 275"/>
                <a:gd name="T81" fmla="*/ 91 h 114"/>
                <a:gd name="T82" fmla="*/ 273 w 275"/>
                <a:gd name="T83" fmla="*/ 80 h 114"/>
                <a:gd name="T84" fmla="*/ 115 w 275"/>
                <a:gd name="T85" fmla="*/ 80 h 114"/>
                <a:gd name="T86" fmla="*/ 91 w 275"/>
                <a:gd name="T87" fmla="*/ 88 h 114"/>
                <a:gd name="T88" fmla="*/ 85 w 275"/>
                <a:gd name="T89" fmla="*/ 80 h 114"/>
                <a:gd name="T90" fmla="*/ 114 w 275"/>
                <a:gd name="T91" fmla="*/ 74 h 114"/>
                <a:gd name="T92" fmla="*/ 125 w 275"/>
                <a:gd name="T93" fmla="*/ 60 h 114"/>
                <a:gd name="T94" fmla="*/ 98 w 275"/>
                <a:gd name="T95" fmla="*/ 63 h 114"/>
                <a:gd name="T96" fmla="*/ 118 w 275"/>
                <a:gd name="T97" fmla="*/ 52 h 114"/>
                <a:gd name="T98" fmla="*/ 125 w 275"/>
                <a:gd name="T99" fmla="*/ 60 h 114"/>
                <a:gd name="T100" fmla="*/ 150 w 275"/>
                <a:gd name="T101" fmla="*/ 84 h 114"/>
                <a:gd name="T102" fmla="*/ 132 w 275"/>
                <a:gd name="T103" fmla="*/ 76 h 114"/>
                <a:gd name="T104" fmla="*/ 161 w 275"/>
                <a:gd name="T105" fmla="*/ 75 h 114"/>
                <a:gd name="T106" fmla="*/ 140 w 275"/>
                <a:gd name="T107" fmla="*/ 61 h 114"/>
                <a:gd name="T108" fmla="*/ 167 w 275"/>
                <a:gd name="T109" fmla="*/ 5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5" h="114">
                  <a:moveTo>
                    <a:pt x="271" y="73"/>
                  </a:moveTo>
                  <a:cubicBezTo>
                    <a:pt x="271" y="73"/>
                    <a:pt x="271" y="73"/>
                    <a:pt x="270" y="72"/>
                  </a:cubicBezTo>
                  <a:cubicBezTo>
                    <a:pt x="270" y="72"/>
                    <a:pt x="267" y="73"/>
                    <a:pt x="267" y="74"/>
                  </a:cubicBezTo>
                  <a:cubicBezTo>
                    <a:pt x="265" y="73"/>
                    <a:pt x="263" y="72"/>
                    <a:pt x="262" y="71"/>
                  </a:cubicBezTo>
                  <a:cubicBezTo>
                    <a:pt x="261" y="71"/>
                    <a:pt x="261" y="71"/>
                    <a:pt x="261" y="71"/>
                  </a:cubicBezTo>
                  <a:cubicBezTo>
                    <a:pt x="259" y="72"/>
                    <a:pt x="252" y="68"/>
                    <a:pt x="251" y="68"/>
                  </a:cubicBezTo>
                  <a:cubicBezTo>
                    <a:pt x="249" y="69"/>
                    <a:pt x="247" y="70"/>
                    <a:pt x="244" y="70"/>
                  </a:cubicBezTo>
                  <a:cubicBezTo>
                    <a:pt x="244" y="69"/>
                    <a:pt x="243" y="71"/>
                    <a:pt x="242" y="70"/>
                  </a:cubicBezTo>
                  <a:cubicBezTo>
                    <a:pt x="241" y="70"/>
                    <a:pt x="238" y="68"/>
                    <a:pt x="236" y="68"/>
                  </a:cubicBezTo>
                  <a:cubicBezTo>
                    <a:pt x="235" y="69"/>
                    <a:pt x="234" y="69"/>
                    <a:pt x="233" y="70"/>
                  </a:cubicBezTo>
                  <a:cubicBezTo>
                    <a:pt x="233" y="70"/>
                    <a:pt x="232" y="69"/>
                    <a:pt x="232" y="69"/>
                  </a:cubicBezTo>
                  <a:cubicBezTo>
                    <a:pt x="231" y="68"/>
                    <a:pt x="229" y="70"/>
                    <a:pt x="227" y="69"/>
                  </a:cubicBezTo>
                  <a:cubicBezTo>
                    <a:pt x="222" y="66"/>
                    <a:pt x="216" y="68"/>
                    <a:pt x="209" y="68"/>
                  </a:cubicBezTo>
                  <a:cubicBezTo>
                    <a:pt x="207" y="66"/>
                    <a:pt x="203" y="68"/>
                    <a:pt x="202" y="67"/>
                  </a:cubicBezTo>
                  <a:cubicBezTo>
                    <a:pt x="198" y="64"/>
                    <a:pt x="190" y="67"/>
                    <a:pt x="185" y="64"/>
                  </a:cubicBezTo>
                  <a:cubicBezTo>
                    <a:pt x="183" y="66"/>
                    <a:pt x="178" y="63"/>
                    <a:pt x="178" y="63"/>
                  </a:cubicBezTo>
                  <a:cubicBezTo>
                    <a:pt x="176" y="63"/>
                    <a:pt x="177" y="60"/>
                    <a:pt x="178" y="58"/>
                  </a:cubicBezTo>
                  <a:cubicBezTo>
                    <a:pt x="179" y="56"/>
                    <a:pt x="190" y="48"/>
                    <a:pt x="192" y="48"/>
                  </a:cubicBezTo>
                  <a:cubicBezTo>
                    <a:pt x="193" y="45"/>
                    <a:pt x="193" y="38"/>
                    <a:pt x="190" y="36"/>
                  </a:cubicBezTo>
                  <a:cubicBezTo>
                    <a:pt x="189" y="35"/>
                    <a:pt x="186" y="34"/>
                    <a:pt x="186" y="34"/>
                  </a:cubicBezTo>
                  <a:cubicBezTo>
                    <a:pt x="185" y="34"/>
                    <a:pt x="174" y="39"/>
                    <a:pt x="174" y="40"/>
                  </a:cubicBezTo>
                  <a:cubicBezTo>
                    <a:pt x="163" y="39"/>
                    <a:pt x="149" y="41"/>
                    <a:pt x="141" y="40"/>
                  </a:cubicBezTo>
                  <a:cubicBezTo>
                    <a:pt x="138" y="39"/>
                    <a:pt x="129" y="41"/>
                    <a:pt x="127" y="40"/>
                  </a:cubicBezTo>
                  <a:cubicBezTo>
                    <a:pt x="125" y="40"/>
                    <a:pt x="123" y="40"/>
                    <a:pt x="121" y="40"/>
                  </a:cubicBezTo>
                  <a:cubicBezTo>
                    <a:pt x="120" y="40"/>
                    <a:pt x="118" y="41"/>
                    <a:pt x="116" y="40"/>
                  </a:cubicBezTo>
                  <a:cubicBezTo>
                    <a:pt x="113" y="40"/>
                    <a:pt x="108" y="40"/>
                    <a:pt x="105" y="39"/>
                  </a:cubicBezTo>
                  <a:cubicBezTo>
                    <a:pt x="104" y="40"/>
                    <a:pt x="103" y="40"/>
                    <a:pt x="102" y="40"/>
                  </a:cubicBezTo>
                  <a:cubicBezTo>
                    <a:pt x="100" y="38"/>
                    <a:pt x="98" y="37"/>
                    <a:pt x="96" y="36"/>
                  </a:cubicBezTo>
                  <a:cubicBezTo>
                    <a:pt x="92" y="34"/>
                    <a:pt x="87" y="35"/>
                    <a:pt x="85" y="32"/>
                  </a:cubicBezTo>
                  <a:cubicBezTo>
                    <a:pt x="85" y="32"/>
                    <a:pt x="85" y="32"/>
                    <a:pt x="85" y="31"/>
                  </a:cubicBezTo>
                  <a:cubicBezTo>
                    <a:pt x="84" y="30"/>
                    <a:pt x="91" y="28"/>
                    <a:pt x="93" y="29"/>
                  </a:cubicBezTo>
                  <a:cubicBezTo>
                    <a:pt x="93" y="29"/>
                    <a:pt x="102" y="29"/>
                    <a:pt x="104" y="28"/>
                  </a:cubicBezTo>
                  <a:cubicBezTo>
                    <a:pt x="106" y="28"/>
                    <a:pt x="108" y="26"/>
                    <a:pt x="111" y="27"/>
                  </a:cubicBezTo>
                  <a:cubicBezTo>
                    <a:pt x="113" y="27"/>
                    <a:pt x="115" y="29"/>
                    <a:pt x="118" y="30"/>
                  </a:cubicBezTo>
                  <a:cubicBezTo>
                    <a:pt x="120" y="30"/>
                    <a:pt x="122" y="28"/>
                    <a:pt x="125" y="29"/>
                  </a:cubicBezTo>
                  <a:cubicBezTo>
                    <a:pt x="125" y="30"/>
                    <a:pt x="125" y="31"/>
                    <a:pt x="126" y="32"/>
                  </a:cubicBezTo>
                  <a:cubicBezTo>
                    <a:pt x="126" y="33"/>
                    <a:pt x="128" y="31"/>
                    <a:pt x="128" y="32"/>
                  </a:cubicBezTo>
                  <a:cubicBezTo>
                    <a:pt x="129" y="33"/>
                    <a:pt x="129" y="33"/>
                    <a:pt x="130" y="33"/>
                  </a:cubicBezTo>
                  <a:cubicBezTo>
                    <a:pt x="130" y="33"/>
                    <a:pt x="130" y="33"/>
                    <a:pt x="130" y="33"/>
                  </a:cubicBezTo>
                  <a:cubicBezTo>
                    <a:pt x="134" y="31"/>
                    <a:pt x="140" y="33"/>
                    <a:pt x="144" y="31"/>
                  </a:cubicBezTo>
                  <a:cubicBezTo>
                    <a:pt x="143" y="30"/>
                    <a:pt x="148" y="31"/>
                    <a:pt x="148" y="31"/>
                  </a:cubicBezTo>
                  <a:cubicBezTo>
                    <a:pt x="151" y="29"/>
                    <a:pt x="153" y="28"/>
                    <a:pt x="157" y="29"/>
                  </a:cubicBezTo>
                  <a:cubicBezTo>
                    <a:pt x="158" y="29"/>
                    <a:pt x="163" y="26"/>
                    <a:pt x="165" y="28"/>
                  </a:cubicBezTo>
                  <a:cubicBezTo>
                    <a:pt x="169" y="29"/>
                    <a:pt x="177" y="28"/>
                    <a:pt x="178" y="29"/>
                  </a:cubicBezTo>
                  <a:cubicBezTo>
                    <a:pt x="179" y="29"/>
                    <a:pt x="192" y="28"/>
                    <a:pt x="195" y="27"/>
                  </a:cubicBezTo>
                  <a:cubicBezTo>
                    <a:pt x="196" y="27"/>
                    <a:pt x="198" y="28"/>
                    <a:pt x="199" y="28"/>
                  </a:cubicBezTo>
                  <a:cubicBezTo>
                    <a:pt x="205" y="28"/>
                    <a:pt x="212" y="28"/>
                    <a:pt x="213" y="35"/>
                  </a:cubicBezTo>
                  <a:cubicBezTo>
                    <a:pt x="211" y="37"/>
                    <a:pt x="209" y="39"/>
                    <a:pt x="208" y="40"/>
                  </a:cubicBezTo>
                  <a:cubicBezTo>
                    <a:pt x="205" y="45"/>
                    <a:pt x="208" y="56"/>
                    <a:pt x="209" y="61"/>
                  </a:cubicBezTo>
                  <a:cubicBezTo>
                    <a:pt x="212" y="62"/>
                    <a:pt x="217" y="59"/>
                    <a:pt x="220" y="56"/>
                  </a:cubicBezTo>
                  <a:cubicBezTo>
                    <a:pt x="221" y="57"/>
                    <a:pt x="224" y="52"/>
                    <a:pt x="224" y="51"/>
                  </a:cubicBezTo>
                  <a:cubicBezTo>
                    <a:pt x="227" y="48"/>
                    <a:pt x="231" y="40"/>
                    <a:pt x="229" y="34"/>
                  </a:cubicBezTo>
                  <a:cubicBezTo>
                    <a:pt x="228" y="32"/>
                    <a:pt x="226" y="31"/>
                    <a:pt x="225" y="30"/>
                  </a:cubicBezTo>
                  <a:cubicBezTo>
                    <a:pt x="225" y="29"/>
                    <a:pt x="224" y="28"/>
                    <a:pt x="224" y="27"/>
                  </a:cubicBezTo>
                  <a:cubicBezTo>
                    <a:pt x="223" y="26"/>
                    <a:pt x="221" y="24"/>
                    <a:pt x="221" y="23"/>
                  </a:cubicBezTo>
                  <a:cubicBezTo>
                    <a:pt x="219" y="22"/>
                    <a:pt x="219" y="21"/>
                    <a:pt x="217" y="20"/>
                  </a:cubicBezTo>
                  <a:cubicBezTo>
                    <a:pt x="216" y="21"/>
                    <a:pt x="209" y="16"/>
                    <a:pt x="206" y="18"/>
                  </a:cubicBezTo>
                  <a:cubicBezTo>
                    <a:pt x="206" y="18"/>
                    <a:pt x="205" y="18"/>
                    <a:pt x="205" y="18"/>
                  </a:cubicBezTo>
                  <a:cubicBezTo>
                    <a:pt x="203" y="18"/>
                    <a:pt x="201" y="17"/>
                    <a:pt x="198" y="17"/>
                  </a:cubicBezTo>
                  <a:cubicBezTo>
                    <a:pt x="198" y="17"/>
                    <a:pt x="198" y="17"/>
                    <a:pt x="198" y="17"/>
                  </a:cubicBezTo>
                  <a:cubicBezTo>
                    <a:pt x="197" y="16"/>
                    <a:pt x="187" y="15"/>
                    <a:pt x="184" y="14"/>
                  </a:cubicBezTo>
                  <a:cubicBezTo>
                    <a:pt x="178" y="13"/>
                    <a:pt x="174" y="16"/>
                    <a:pt x="170" y="16"/>
                  </a:cubicBezTo>
                  <a:cubicBezTo>
                    <a:pt x="169" y="16"/>
                    <a:pt x="166" y="18"/>
                    <a:pt x="165" y="17"/>
                  </a:cubicBezTo>
                  <a:cubicBezTo>
                    <a:pt x="164" y="17"/>
                    <a:pt x="161" y="15"/>
                    <a:pt x="161" y="15"/>
                  </a:cubicBezTo>
                  <a:cubicBezTo>
                    <a:pt x="160" y="15"/>
                    <a:pt x="160" y="16"/>
                    <a:pt x="159" y="15"/>
                  </a:cubicBezTo>
                  <a:cubicBezTo>
                    <a:pt x="158" y="15"/>
                    <a:pt x="156" y="14"/>
                    <a:pt x="155" y="13"/>
                  </a:cubicBezTo>
                  <a:cubicBezTo>
                    <a:pt x="155" y="13"/>
                    <a:pt x="150" y="13"/>
                    <a:pt x="150" y="12"/>
                  </a:cubicBezTo>
                  <a:cubicBezTo>
                    <a:pt x="149" y="11"/>
                    <a:pt x="147" y="9"/>
                    <a:pt x="146" y="9"/>
                  </a:cubicBezTo>
                  <a:cubicBezTo>
                    <a:pt x="143" y="8"/>
                    <a:pt x="139" y="7"/>
                    <a:pt x="137" y="5"/>
                  </a:cubicBezTo>
                  <a:cubicBezTo>
                    <a:pt x="137" y="5"/>
                    <a:pt x="136" y="4"/>
                    <a:pt x="136" y="4"/>
                  </a:cubicBezTo>
                  <a:cubicBezTo>
                    <a:pt x="132" y="2"/>
                    <a:pt x="129" y="5"/>
                    <a:pt x="125" y="3"/>
                  </a:cubicBezTo>
                  <a:cubicBezTo>
                    <a:pt x="126" y="3"/>
                    <a:pt x="118" y="1"/>
                    <a:pt x="118" y="1"/>
                  </a:cubicBezTo>
                  <a:cubicBezTo>
                    <a:pt x="117" y="0"/>
                    <a:pt x="117" y="0"/>
                    <a:pt x="116" y="0"/>
                  </a:cubicBezTo>
                  <a:cubicBezTo>
                    <a:pt x="116" y="1"/>
                    <a:pt x="114" y="1"/>
                    <a:pt x="113" y="2"/>
                  </a:cubicBezTo>
                  <a:cubicBezTo>
                    <a:pt x="113" y="2"/>
                    <a:pt x="112" y="8"/>
                    <a:pt x="110" y="9"/>
                  </a:cubicBezTo>
                  <a:cubicBezTo>
                    <a:pt x="105" y="11"/>
                    <a:pt x="101" y="13"/>
                    <a:pt x="96" y="15"/>
                  </a:cubicBezTo>
                  <a:cubicBezTo>
                    <a:pt x="94" y="15"/>
                    <a:pt x="92" y="16"/>
                    <a:pt x="90" y="16"/>
                  </a:cubicBezTo>
                  <a:cubicBezTo>
                    <a:pt x="87" y="18"/>
                    <a:pt x="83" y="17"/>
                    <a:pt x="79" y="18"/>
                  </a:cubicBezTo>
                  <a:cubicBezTo>
                    <a:pt x="78" y="19"/>
                    <a:pt x="76" y="18"/>
                    <a:pt x="75" y="18"/>
                  </a:cubicBezTo>
                  <a:cubicBezTo>
                    <a:pt x="69" y="19"/>
                    <a:pt x="63" y="16"/>
                    <a:pt x="56" y="19"/>
                  </a:cubicBezTo>
                  <a:cubicBezTo>
                    <a:pt x="53" y="20"/>
                    <a:pt x="50" y="22"/>
                    <a:pt x="48" y="24"/>
                  </a:cubicBezTo>
                  <a:cubicBezTo>
                    <a:pt x="48" y="25"/>
                    <a:pt x="47" y="26"/>
                    <a:pt x="47" y="27"/>
                  </a:cubicBezTo>
                  <a:cubicBezTo>
                    <a:pt x="45" y="28"/>
                    <a:pt x="44" y="30"/>
                    <a:pt x="42" y="32"/>
                  </a:cubicBezTo>
                  <a:cubicBezTo>
                    <a:pt x="41" y="32"/>
                    <a:pt x="40" y="32"/>
                    <a:pt x="40" y="32"/>
                  </a:cubicBezTo>
                  <a:cubicBezTo>
                    <a:pt x="39" y="33"/>
                    <a:pt x="36" y="36"/>
                    <a:pt x="36" y="38"/>
                  </a:cubicBezTo>
                  <a:cubicBezTo>
                    <a:pt x="36" y="38"/>
                    <a:pt x="36" y="39"/>
                    <a:pt x="36" y="39"/>
                  </a:cubicBezTo>
                  <a:cubicBezTo>
                    <a:pt x="34" y="42"/>
                    <a:pt x="31" y="44"/>
                    <a:pt x="30" y="47"/>
                  </a:cubicBezTo>
                  <a:cubicBezTo>
                    <a:pt x="30" y="49"/>
                    <a:pt x="30" y="51"/>
                    <a:pt x="30" y="53"/>
                  </a:cubicBezTo>
                  <a:cubicBezTo>
                    <a:pt x="29" y="54"/>
                    <a:pt x="29" y="55"/>
                    <a:pt x="29" y="57"/>
                  </a:cubicBezTo>
                  <a:cubicBezTo>
                    <a:pt x="30" y="57"/>
                    <a:pt x="30" y="58"/>
                    <a:pt x="30" y="59"/>
                  </a:cubicBezTo>
                  <a:cubicBezTo>
                    <a:pt x="31" y="59"/>
                    <a:pt x="31" y="59"/>
                    <a:pt x="31" y="59"/>
                  </a:cubicBezTo>
                  <a:cubicBezTo>
                    <a:pt x="34" y="60"/>
                    <a:pt x="34" y="61"/>
                    <a:pt x="36" y="63"/>
                  </a:cubicBezTo>
                  <a:cubicBezTo>
                    <a:pt x="37" y="62"/>
                    <a:pt x="42" y="65"/>
                    <a:pt x="43" y="65"/>
                  </a:cubicBezTo>
                  <a:cubicBezTo>
                    <a:pt x="45" y="66"/>
                    <a:pt x="48" y="64"/>
                    <a:pt x="49" y="62"/>
                  </a:cubicBezTo>
                  <a:cubicBezTo>
                    <a:pt x="50" y="62"/>
                    <a:pt x="50" y="62"/>
                    <a:pt x="50" y="61"/>
                  </a:cubicBezTo>
                  <a:cubicBezTo>
                    <a:pt x="50" y="61"/>
                    <a:pt x="50" y="61"/>
                    <a:pt x="50" y="61"/>
                  </a:cubicBezTo>
                  <a:cubicBezTo>
                    <a:pt x="50" y="61"/>
                    <a:pt x="50" y="61"/>
                    <a:pt x="50" y="61"/>
                  </a:cubicBezTo>
                  <a:cubicBezTo>
                    <a:pt x="50" y="61"/>
                    <a:pt x="52" y="56"/>
                    <a:pt x="52" y="56"/>
                  </a:cubicBezTo>
                  <a:cubicBezTo>
                    <a:pt x="52" y="55"/>
                    <a:pt x="52" y="54"/>
                    <a:pt x="52" y="53"/>
                  </a:cubicBezTo>
                  <a:cubicBezTo>
                    <a:pt x="56" y="47"/>
                    <a:pt x="56" y="40"/>
                    <a:pt x="58" y="34"/>
                  </a:cubicBezTo>
                  <a:cubicBezTo>
                    <a:pt x="61" y="33"/>
                    <a:pt x="70" y="31"/>
                    <a:pt x="73" y="32"/>
                  </a:cubicBezTo>
                  <a:cubicBezTo>
                    <a:pt x="77" y="34"/>
                    <a:pt x="85" y="45"/>
                    <a:pt x="85" y="51"/>
                  </a:cubicBezTo>
                  <a:cubicBezTo>
                    <a:pt x="86" y="52"/>
                    <a:pt x="86" y="53"/>
                    <a:pt x="87" y="54"/>
                  </a:cubicBezTo>
                  <a:cubicBezTo>
                    <a:pt x="87" y="54"/>
                    <a:pt x="87" y="54"/>
                    <a:pt x="87" y="54"/>
                  </a:cubicBezTo>
                  <a:cubicBezTo>
                    <a:pt x="86" y="54"/>
                    <a:pt x="84" y="60"/>
                    <a:pt x="83" y="61"/>
                  </a:cubicBezTo>
                  <a:cubicBezTo>
                    <a:pt x="81" y="63"/>
                    <a:pt x="73" y="66"/>
                    <a:pt x="69" y="66"/>
                  </a:cubicBezTo>
                  <a:cubicBezTo>
                    <a:pt x="65" y="65"/>
                    <a:pt x="60" y="67"/>
                    <a:pt x="56" y="67"/>
                  </a:cubicBezTo>
                  <a:cubicBezTo>
                    <a:pt x="54" y="67"/>
                    <a:pt x="53" y="68"/>
                    <a:pt x="52" y="69"/>
                  </a:cubicBezTo>
                  <a:cubicBezTo>
                    <a:pt x="40" y="69"/>
                    <a:pt x="27" y="70"/>
                    <a:pt x="15" y="75"/>
                  </a:cubicBezTo>
                  <a:cubicBezTo>
                    <a:pt x="14" y="76"/>
                    <a:pt x="12" y="75"/>
                    <a:pt x="12" y="75"/>
                  </a:cubicBezTo>
                  <a:cubicBezTo>
                    <a:pt x="9" y="76"/>
                    <a:pt x="7" y="75"/>
                    <a:pt x="5" y="76"/>
                  </a:cubicBezTo>
                  <a:cubicBezTo>
                    <a:pt x="3" y="77"/>
                    <a:pt x="2" y="79"/>
                    <a:pt x="0" y="80"/>
                  </a:cubicBezTo>
                  <a:cubicBezTo>
                    <a:pt x="0" y="91"/>
                    <a:pt x="3" y="91"/>
                    <a:pt x="7" y="97"/>
                  </a:cubicBezTo>
                  <a:cubicBezTo>
                    <a:pt x="17" y="97"/>
                    <a:pt x="21" y="95"/>
                    <a:pt x="30" y="91"/>
                  </a:cubicBezTo>
                  <a:cubicBezTo>
                    <a:pt x="31" y="90"/>
                    <a:pt x="33" y="91"/>
                    <a:pt x="34" y="91"/>
                  </a:cubicBezTo>
                  <a:cubicBezTo>
                    <a:pt x="38" y="89"/>
                    <a:pt x="42" y="88"/>
                    <a:pt x="46" y="86"/>
                  </a:cubicBezTo>
                  <a:cubicBezTo>
                    <a:pt x="48" y="85"/>
                    <a:pt x="57" y="79"/>
                    <a:pt x="59" y="82"/>
                  </a:cubicBezTo>
                  <a:cubicBezTo>
                    <a:pt x="60" y="81"/>
                    <a:pt x="67" y="80"/>
                    <a:pt x="69" y="80"/>
                  </a:cubicBezTo>
                  <a:cubicBezTo>
                    <a:pt x="69" y="80"/>
                    <a:pt x="68" y="80"/>
                    <a:pt x="69" y="80"/>
                  </a:cubicBezTo>
                  <a:cubicBezTo>
                    <a:pt x="69" y="84"/>
                    <a:pt x="59" y="95"/>
                    <a:pt x="56" y="97"/>
                  </a:cubicBezTo>
                  <a:cubicBezTo>
                    <a:pt x="55" y="97"/>
                    <a:pt x="55" y="100"/>
                    <a:pt x="53" y="101"/>
                  </a:cubicBezTo>
                  <a:cubicBezTo>
                    <a:pt x="53" y="102"/>
                    <a:pt x="54" y="103"/>
                    <a:pt x="53" y="105"/>
                  </a:cubicBezTo>
                  <a:cubicBezTo>
                    <a:pt x="53" y="106"/>
                    <a:pt x="52" y="106"/>
                    <a:pt x="51" y="107"/>
                  </a:cubicBezTo>
                  <a:cubicBezTo>
                    <a:pt x="50" y="108"/>
                    <a:pt x="50" y="111"/>
                    <a:pt x="49" y="113"/>
                  </a:cubicBezTo>
                  <a:cubicBezTo>
                    <a:pt x="49" y="113"/>
                    <a:pt x="49" y="114"/>
                    <a:pt x="50" y="114"/>
                  </a:cubicBezTo>
                  <a:cubicBezTo>
                    <a:pt x="50" y="114"/>
                    <a:pt x="54" y="112"/>
                    <a:pt x="55" y="112"/>
                  </a:cubicBezTo>
                  <a:cubicBezTo>
                    <a:pt x="57" y="110"/>
                    <a:pt x="71" y="99"/>
                    <a:pt x="71" y="99"/>
                  </a:cubicBezTo>
                  <a:cubicBezTo>
                    <a:pt x="72" y="98"/>
                    <a:pt x="72" y="98"/>
                    <a:pt x="73" y="98"/>
                  </a:cubicBezTo>
                  <a:cubicBezTo>
                    <a:pt x="79" y="103"/>
                    <a:pt x="86" y="102"/>
                    <a:pt x="93" y="100"/>
                  </a:cubicBezTo>
                  <a:cubicBezTo>
                    <a:pt x="95" y="99"/>
                    <a:pt x="100" y="100"/>
                    <a:pt x="101" y="100"/>
                  </a:cubicBezTo>
                  <a:cubicBezTo>
                    <a:pt x="101" y="99"/>
                    <a:pt x="107" y="99"/>
                    <a:pt x="107" y="99"/>
                  </a:cubicBezTo>
                  <a:cubicBezTo>
                    <a:pt x="108" y="100"/>
                    <a:pt x="110" y="97"/>
                    <a:pt x="112" y="98"/>
                  </a:cubicBezTo>
                  <a:cubicBezTo>
                    <a:pt x="123" y="99"/>
                    <a:pt x="123" y="99"/>
                    <a:pt x="123" y="99"/>
                  </a:cubicBezTo>
                  <a:cubicBezTo>
                    <a:pt x="124" y="98"/>
                    <a:pt x="130" y="97"/>
                    <a:pt x="130" y="97"/>
                  </a:cubicBezTo>
                  <a:cubicBezTo>
                    <a:pt x="132" y="97"/>
                    <a:pt x="134" y="97"/>
                    <a:pt x="136" y="97"/>
                  </a:cubicBezTo>
                  <a:cubicBezTo>
                    <a:pt x="139" y="99"/>
                    <a:pt x="149" y="97"/>
                    <a:pt x="150" y="99"/>
                  </a:cubicBezTo>
                  <a:cubicBezTo>
                    <a:pt x="150" y="98"/>
                    <a:pt x="155" y="98"/>
                    <a:pt x="156" y="99"/>
                  </a:cubicBezTo>
                  <a:cubicBezTo>
                    <a:pt x="156" y="99"/>
                    <a:pt x="159" y="98"/>
                    <a:pt x="160" y="99"/>
                  </a:cubicBezTo>
                  <a:cubicBezTo>
                    <a:pt x="160" y="99"/>
                    <a:pt x="161" y="99"/>
                    <a:pt x="161" y="99"/>
                  </a:cubicBezTo>
                  <a:cubicBezTo>
                    <a:pt x="162" y="99"/>
                    <a:pt x="173" y="99"/>
                    <a:pt x="175" y="100"/>
                  </a:cubicBezTo>
                  <a:cubicBezTo>
                    <a:pt x="175" y="100"/>
                    <a:pt x="177" y="99"/>
                    <a:pt x="179" y="100"/>
                  </a:cubicBezTo>
                  <a:cubicBezTo>
                    <a:pt x="186" y="103"/>
                    <a:pt x="194" y="103"/>
                    <a:pt x="202" y="104"/>
                  </a:cubicBezTo>
                  <a:cubicBezTo>
                    <a:pt x="203" y="105"/>
                    <a:pt x="204" y="103"/>
                    <a:pt x="207" y="104"/>
                  </a:cubicBezTo>
                  <a:cubicBezTo>
                    <a:pt x="208" y="103"/>
                    <a:pt x="211" y="103"/>
                    <a:pt x="213" y="103"/>
                  </a:cubicBezTo>
                  <a:cubicBezTo>
                    <a:pt x="214" y="101"/>
                    <a:pt x="213" y="98"/>
                    <a:pt x="213" y="96"/>
                  </a:cubicBezTo>
                  <a:cubicBezTo>
                    <a:pt x="208" y="93"/>
                    <a:pt x="204" y="88"/>
                    <a:pt x="196" y="90"/>
                  </a:cubicBezTo>
                  <a:cubicBezTo>
                    <a:pt x="196" y="89"/>
                    <a:pt x="191" y="88"/>
                    <a:pt x="190" y="88"/>
                  </a:cubicBezTo>
                  <a:cubicBezTo>
                    <a:pt x="188" y="88"/>
                    <a:pt x="187" y="88"/>
                    <a:pt x="185" y="88"/>
                  </a:cubicBezTo>
                  <a:cubicBezTo>
                    <a:pt x="180" y="85"/>
                    <a:pt x="172" y="86"/>
                    <a:pt x="165" y="85"/>
                  </a:cubicBezTo>
                  <a:cubicBezTo>
                    <a:pt x="164" y="82"/>
                    <a:pt x="168" y="81"/>
                    <a:pt x="169" y="79"/>
                  </a:cubicBezTo>
                  <a:cubicBezTo>
                    <a:pt x="168" y="78"/>
                    <a:pt x="170" y="77"/>
                    <a:pt x="170" y="76"/>
                  </a:cubicBezTo>
                  <a:cubicBezTo>
                    <a:pt x="176" y="76"/>
                    <a:pt x="184" y="74"/>
                    <a:pt x="189" y="78"/>
                  </a:cubicBezTo>
                  <a:cubicBezTo>
                    <a:pt x="190" y="76"/>
                    <a:pt x="197" y="80"/>
                    <a:pt x="198" y="80"/>
                  </a:cubicBezTo>
                  <a:cubicBezTo>
                    <a:pt x="200" y="79"/>
                    <a:pt x="203" y="81"/>
                    <a:pt x="204" y="82"/>
                  </a:cubicBezTo>
                  <a:cubicBezTo>
                    <a:pt x="206" y="79"/>
                    <a:pt x="210" y="83"/>
                    <a:pt x="213" y="83"/>
                  </a:cubicBezTo>
                  <a:cubicBezTo>
                    <a:pt x="214" y="83"/>
                    <a:pt x="214" y="83"/>
                    <a:pt x="215" y="83"/>
                  </a:cubicBezTo>
                  <a:cubicBezTo>
                    <a:pt x="216" y="84"/>
                    <a:pt x="216" y="85"/>
                    <a:pt x="217" y="86"/>
                  </a:cubicBezTo>
                  <a:cubicBezTo>
                    <a:pt x="218" y="85"/>
                    <a:pt x="221" y="87"/>
                    <a:pt x="222" y="87"/>
                  </a:cubicBezTo>
                  <a:cubicBezTo>
                    <a:pt x="223" y="87"/>
                    <a:pt x="227" y="88"/>
                    <a:pt x="228" y="89"/>
                  </a:cubicBezTo>
                  <a:cubicBezTo>
                    <a:pt x="229" y="89"/>
                    <a:pt x="231" y="89"/>
                    <a:pt x="232" y="89"/>
                  </a:cubicBezTo>
                  <a:cubicBezTo>
                    <a:pt x="233" y="89"/>
                    <a:pt x="234" y="90"/>
                    <a:pt x="235" y="90"/>
                  </a:cubicBezTo>
                  <a:cubicBezTo>
                    <a:pt x="236" y="90"/>
                    <a:pt x="235" y="90"/>
                    <a:pt x="235" y="90"/>
                  </a:cubicBezTo>
                  <a:cubicBezTo>
                    <a:pt x="239" y="91"/>
                    <a:pt x="253" y="93"/>
                    <a:pt x="255" y="90"/>
                  </a:cubicBezTo>
                  <a:cubicBezTo>
                    <a:pt x="257" y="91"/>
                    <a:pt x="258" y="91"/>
                    <a:pt x="259" y="91"/>
                  </a:cubicBezTo>
                  <a:cubicBezTo>
                    <a:pt x="259" y="90"/>
                    <a:pt x="260" y="89"/>
                    <a:pt x="261" y="88"/>
                  </a:cubicBezTo>
                  <a:cubicBezTo>
                    <a:pt x="263" y="87"/>
                    <a:pt x="268" y="87"/>
                    <a:pt x="270" y="85"/>
                  </a:cubicBezTo>
                  <a:cubicBezTo>
                    <a:pt x="270" y="84"/>
                    <a:pt x="271" y="83"/>
                    <a:pt x="271" y="82"/>
                  </a:cubicBezTo>
                  <a:cubicBezTo>
                    <a:pt x="272" y="81"/>
                    <a:pt x="273" y="81"/>
                    <a:pt x="273" y="80"/>
                  </a:cubicBezTo>
                  <a:cubicBezTo>
                    <a:pt x="275" y="77"/>
                    <a:pt x="271" y="75"/>
                    <a:pt x="271" y="73"/>
                  </a:cubicBezTo>
                  <a:close/>
                  <a:moveTo>
                    <a:pt x="119" y="76"/>
                  </a:moveTo>
                  <a:cubicBezTo>
                    <a:pt x="119" y="76"/>
                    <a:pt x="119" y="76"/>
                    <a:pt x="119" y="77"/>
                  </a:cubicBezTo>
                  <a:cubicBezTo>
                    <a:pt x="118" y="78"/>
                    <a:pt x="117" y="79"/>
                    <a:pt x="115" y="80"/>
                  </a:cubicBezTo>
                  <a:cubicBezTo>
                    <a:pt x="115" y="81"/>
                    <a:pt x="115" y="82"/>
                    <a:pt x="115" y="83"/>
                  </a:cubicBezTo>
                  <a:cubicBezTo>
                    <a:pt x="114" y="84"/>
                    <a:pt x="112" y="84"/>
                    <a:pt x="111" y="85"/>
                  </a:cubicBezTo>
                  <a:cubicBezTo>
                    <a:pt x="110" y="85"/>
                    <a:pt x="110" y="85"/>
                    <a:pt x="109" y="85"/>
                  </a:cubicBezTo>
                  <a:cubicBezTo>
                    <a:pt x="109" y="85"/>
                    <a:pt x="93" y="87"/>
                    <a:pt x="91" y="88"/>
                  </a:cubicBezTo>
                  <a:cubicBezTo>
                    <a:pt x="89" y="89"/>
                    <a:pt x="87" y="88"/>
                    <a:pt x="87" y="88"/>
                  </a:cubicBezTo>
                  <a:cubicBezTo>
                    <a:pt x="85" y="89"/>
                    <a:pt x="83" y="89"/>
                    <a:pt x="81" y="90"/>
                  </a:cubicBezTo>
                  <a:cubicBezTo>
                    <a:pt x="80" y="90"/>
                    <a:pt x="80" y="90"/>
                    <a:pt x="79" y="89"/>
                  </a:cubicBezTo>
                  <a:cubicBezTo>
                    <a:pt x="79" y="88"/>
                    <a:pt x="84" y="82"/>
                    <a:pt x="85" y="80"/>
                  </a:cubicBezTo>
                  <a:cubicBezTo>
                    <a:pt x="90" y="81"/>
                    <a:pt x="95" y="78"/>
                    <a:pt x="98" y="76"/>
                  </a:cubicBezTo>
                  <a:cubicBezTo>
                    <a:pt x="98" y="76"/>
                    <a:pt x="101" y="77"/>
                    <a:pt x="101" y="77"/>
                  </a:cubicBezTo>
                  <a:cubicBezTo>
                    <a:pt x="101" y="76"/>
                    <a:pt x="105" y="75"/>
                    <a:pt x="105" y="75"/>
                  </a:cubicBezTo>
                  <a:cubicBezTo>
                    <a:pt x="108" y="74"/>
                    <a:pt x="113" y="76"/>
                    <a:pt x="114" y="74"/>
                  </a:cubicBezTo>
                  <a:cubicBezTo>
                    <a:pt x="115" y="74"/>
                    <a:pt x="115" y="74"/>
                    <a:pt x="115" y="75"/>
                  </a:cubicBezTo>
                  <a:cubicBezTo>
                    <a:pt x="117" y="74"/>
                    <a:pt x="118" y="75"/>
                    <a:pt x="119" y="75"/>
                  </a:cubicBezTo>
                  <a:cubicBezTo>
                    <a:pt x="119" y="76"/>
                    <a:pt x="119" y="76"/>
                    <a:pt x="119" y="76"/>
                  </a:cubicBezTo>
                  <a:close/>
                  <a:moveTo>
                    <a:pt x="125" y="60"/>
                  </a:moveTo>
                  <a:cubicBezTo>
                    <a:pt x="124" y="61"/>
                    <a:pt x="122" y="63"/>
                    <a:pt x="120" y="63"/>
                  </a:cubicBezTo>
                  <a:cubicBezTo>
                    <a:pt x="120" y="62"/>
                    <a:pt x="120" y="62"/>
                    <a:pt x="120" y="63"/>
                  </a:cubicBezTo>
                  <a:cubicBezTo>
                    <a:pt x="116" y="64"/>
                    <a:pt x="110" y="60"/>
                    <a:pt x="106" y="62"/>
                  </a:cubicBezTo>
                  <a:cubicBezTo>
                    <a:pt x="104" y="63"/>
                    <a:pt x="100" y="64"/>
                    <a:pt x="98" y="63"/>
                  </a:cubicBezTo>
                  <a:cubicBezTo>
                    <a:pt x="97" y="63"/>
                    <a:pt x="97" y="63"/>
                    <a:pt x="97" y="63"/>
                  </a:cubicBezTo>
                  <a:cubicBezTo>
                    <a:pt x="97" y="60"/>
                    <a:pt x="97" y="60"/>
                    <a:pt x="98" y="58"/>
                  </a:cubicBezTo>
                  <a:cubicBezTo>
                    <a:pt x="102" y="56"/>
                    <a:pt x="112" y="51"/>
                    <a:pt x="117" y="53"/>
                  </a:cubicBezTo>
                  <a:cubicBezTo>
                    <a:pt x="118" y="53"/>
                    <a:pt x="118" y="52"/>
                    <a:pt x="118" y="52"/>
                  </a:cubicBezTo>
                  <a:cubicBezTo>
                    <a:pt x="122" y="53"/>
                    <a:pt x="125" y="54"/>
                    <a:pt x="127" y="54"/>
                  </a:cubicBezTo>
                  <a:cubicBezTo>
                    <a:pt x="127" y="54"/>
                    <a:pt x="128" y="55"/>
                    <a:pt x="128" y="55"/>
                  </a:cubicBezTo>
                  <a:cubicBezTo>
                    <a:pt x="128" y="57"/>
                    <a:pt x="127" y="59"/>
                    <a:pt x="125" y="60"/>
                  </a:cubicBezTo>
                  <a:cubicBezTo>
                    <a:pt x="125" y="60"/>
                    <a:pt x="125" y="60"/>
                    <a:pt x="125" y="60"/>
                  </a:cubicBezTo>
                  <a:close/>
                  <a:moveTo>
                    <a:pt x="161" y="75"/>
                  </a:moveTo>
                  <a:cubicBezTo>
                    <a:pt x="159" y="77"/>
                    <a:pt x="158" y="79"/>
                    <a:pt x="157" y="81"/>
                  </a:cubicBezTo>
                  <a:cubicBezTo>
                    <a:pt x="157" y="82"/>
                    <a:pt x="157" y="82"/>
                    <a:pt x="158" y="83"/>
                  </a:cubicBezTo>
                  <a:cubicBezTo>
                    <a:pt x="157" y="86"/>
                    <a:pt x="152" y="85"/>
                    <a:pt x="150" y="84"/>
                  </a:cubicBezTo>
                  <a:cubicBezTo>
                    <a:pt x="149" y="84"/>
                    <a:pt x="148" y="85"/>
                    <a:pt x="147" y="85"/>
                  </a:cubicBezTo>
                  <a:cubicBezTo>
                    <a:pt x="147" y="85"/>
                    <a:pt x="129" y="85"/>
                    <a:pt x="126" y="83"/>
                  </a:cubicBezTo>
                  <a:cubicBezTo>
                    <a:pt x="126" y="81"/>
                    <a:pt x="129" y="79"/>
                    <a:pt x="131" y="78"/>
                  </a:cubicBezTo>
                  <a:cubicBezTo>
                    <a:pt x="132" y="77"/>
                    <a:pt x="131" y="76"/>
                    <a:pt x="132" y="76"/>
                  </a:cubicBezTo>
                  <a:cubicBezTo>
                    <a:pt x="134" y="74"/>
                    <a:pt x="149" y="73"/>
                    <a:pt x="152" y="73"/>
                  </a:cubicBezTo>
                  <a:cubicBezTo>
                    <a:pt x="152" y="73"/>
                    <a:pt x="152" y="73"/>
                    <a:pt x="152" y="73"/>
                  </a:cubicBezTo>
                  <a:cubicBezTo>
                    <a:pt x="156" y="73"/>
                    <a:pt x="158" y="73"/>
                    <a:pt x="161" y="74"/>
                  </a:cubicBezTo>
                  <a:cubicBezTo>
                    <a:pt x="161" y="74"/>
                    <a:pt x="161" y="75"/>
                    <a:pt x="161" y="75"/>
                  </a:cubicBezTo>
                  <a:close/>
                  <a:moveTo>
                    <a:pt x="168" y="56"/>
                  </a:moveTo>
                  <a:cubicBezTo>
                    <a:pt x="169" y="56"/>
                    <a:pt x="166" y="61"/>
                    <a:pt x="165" y="61"/>
                  </a:cubicBezTo>
                  <a:cubicBezTo>
                    <a:pt x="163" y="60"/>
                    <a:pt x="152" y="62"/>
                    <a:pt x="149" y="62"/>
                  </a:cubicBezTo>
                  <a:cubicBezTo>
                    <a:pt x="146" y="63"/>
                    <a:pt x="141" y="60"/>
                    <a:pt x="140" y="61"/>
                  </a:cubicBezTo>
                  <a:cubicBezTo>
                    <a:pt x="139" y="61"/>
                    <a:pt x="139" y="61"/>
                    <a:pt x="138" y="61"/>
                  </a:cubicBezTo>
                  <a:cubicBezTo>
                    <a:pt x="138" y="60"/>
                    <a:pt x="138" y="60"/>
                    <a:pt x="138" y="59"/>
                  </a:cubicBezTo>
                  <a:cubicBezTo>
                    <a:pt x="140" y="57"/>
                    <a:pt x="144" y="56"/>
                    <a:pt x="145" y="53"/>
                  </a:cubicBezTo>
                  <a:cubicBezTo>
                    <a:pt x="150" y="50"/>
                    <a:pt x="162" y="55"/>
                    <a:pt x="167" y="51"/>
                  </a:cubicBezTo>
                  <a:cubicBezTo>
                    <a:pt x="168" y="51"/>
                    <a:pt x="168" y="51"/>
                    <a:pt x="170" y="51"/>
                  </a:cubicBezTo>
                  <a:cubicBezTo>
                    <a:pt x="170" y="52"/>
                    <a:pt x="171" y="52"/>
                    <a:pt x="171" y="52"/>
                  </a:cubicBezTo>
                  <a:cubicBezTo>
                    <a:pt x="171" y="55"/>
                    <a:pt x="170" y="55"/>
                    <a:pt x="168" y="56"/>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9" name="Freeform 15"/>
            <p:cNvSpPr>
              <a:spLocks noEditPoints="1"/>
            </p:cNvSpPr>
            <p:nvPr/>
          </p:nvSpPr>
          <p:spPr bwMode="auto">
            <a:xfrm>
              <a:off x="1968963" y="6306635"/>
              <a:ext cx="195934" cy="152456"/>
            </a:xfrm>
            <a:custGeom>
              <a:avLst/>
              <a:gdLst>
                <a:gd name="T0" fmla="*/ 142 w 146"/>
                <a:gd name="T1" fmla="*/ 77 h 113"/>
                <a:gd name="T2" fmla="*/ 130 w 146"/>
                <a:gd name="T3" fmla="*/ 78 h 113"/>
                <a:gd name="T4" fmla="*/ 120 w 146"/>
                <a:gd name="T5" fmla="*/ 74 h 113"/>
                <a:gd name="T6" fmla="*/ 108 w 146"/>
                <a:gd name="T7" fmla="*/ 55 h 113"/>
                <a:gd name="T8" fmla="*/ 107 w 146"/>
                <a:gd name="T9" fmla="*/ 38 h 113"/>
                <a:gd name="T10" fmla="*/ 108 w 146"/>
                <a:gd name="T11" fmla="*/ 23 h 113"/>
                <a:gd name="T12" fmla="*/ 113 w 146"/>
                <a:gd name="T13" fmla="*/ 8 h 113"/>
                <a:gd name="T14" fmla="*/ 79 w 146"/>
                <a:gd name="T15" fmla="*/ 2 h 113"/>
                <a:gd name="T16" fmla="*/ 62 w 146"/>
                <a:gd name="T17" fmla="*/ 2 h 113"/>
                <a:gd name="T18" fmla="*/ 41 w 146"/>
                <a:gd name="T19" fmla="*/ 4 h 113"/>
                <a:gd name="T20" fmla="*/ 23 w 146"/>
                <a:gd name="T21" fmla="*/ 7 h 113"/>
                <a:gd name="T22" fmla="*/ 9 w 146"/>
                <a:gd name="T23" fmla="*/ 21 h 113"/>
                <a:gd name="T24" fmla="*/ 12 w 146"/>
                <a:gd name="T25" fmla="*/ 41 h 113"/>
                <a:gd name="T26" fmla="*/ 9 w 146"/>
                <a:gd name="T27" fmla="*/ 68 h 113"/>
                <a:gd name="T28" fmla="*/ 11 w 146"/>
                <a:gd name="T29" fmla="*/ 81 h 113"/>
                <a:gd name="T30" fmla="*/ 20 w 146"/>
                <a:gd name="T31" fmla="*/ 87 h 113"/>
                <a:gd name="T32" fmla="*/ 30 w 146"/>
                <a:gd name="T33" fmla="*/ 87 h 113"/>
                <a:gd name="T34" fmla="*/ 33 w 146"/>
                <a:gd name="T35" fmla="*/ 87 h 113"/>
                <a:gd name="T36" fmla="*/ 43 w 146"/>
                <a:gd name="T37" fmla="*/ 86 h 113"/>
                <a:gd name="T38" fmla="*/ 57 w 146"/>
                <a:gd name="T39" fmla="*/ 85 h 113"/>
                <a:gd name="T40" fmla="*/ 63 w 146"/>
                <a:gd name="T41" fmla="*/ 85 h 113"/>
                <a:gd name="T42" fmla="*/ 71 w 146"/>
                <a:gd name="T43" fmla="*/ 85 h 113"/>
                <a:gd name="T44" fmla="*/ 76 w 146"/>
                <a:gd name="T45" fmla="*/ 84 h 113"/>
                <a:gd name="T46" fmla="*/ 101 w 146"/>
                <a:gd name="T47" fmla="*/ 87 h 113"/>
                <a:gd name="T48" fmla="*/ 107 w 146"/>
                <a:gd name="T49" fmla="*/ 97 h 113"/>
                <a:gd name="T50" fmla="*/ 118 w 146"/>
                <a:gd name="T51" fmla="*/ 112 h 113"/>
                <a:gd name="T52" fmla="*/ 145 w 146"/>
                <a:gd name="T53" fmla="*/ 88 h 113"/>
                <a:gd name="T54" fmla="*/ 48 w 146"/>
                <a:gd name="T55" fmla="*/ 71 h 113"/>
                <a:gd name="T56" fmla="*/ 35 w 146"/>
                <a:gd name="T57" fmla="*/ 73 h 113"/>
                <a:gd name="T58" fmla="*/ 17 w 146"/>
                <a:gd name="T59" fmla="*/ 77 h 113"/>
                <a:gd name="T60" fmla="*/ 46 w 146"/>
                <a:gd name="T61" fmla="*/ 62 h 113"/>
                <a:gd name="T62" fmla="*/ 69 w 146"/>
                <a:gd name="T63" fmla="*/ 61 h 113"/>
                <a:gd name="T64" fmla="*/ 95 w 146"/>
                <a:gd name="T65" fmla="*/ 61 h 113"/>
                <a:gd name="T66" fmla="*/ 57 w 146"/>
                <a:gd name="T67" fmla="*/ 46 h 113"/>
                <a:gd name="T68" fmla="*/ 42 w 146"/>
                <a:gd name="T69" fmla="*/ 48 h 113"/>
                <a:gd name="T70" fmla="*/ 26 w 146"/>
                <a:gd name="T71" fmla="*/ 44 h 113"/>
                <a:gd name="T72" fmla="*/ 43 w 146"/>
                <a:gd name="T73" fmla="*/ 39 h 113"/>
                <a:gd name="T74" fmla="*/ 54 w 146"/>
                <a:gd name="T75" fmla="*/ 39 h 113"/>
                <a:gd name="T76" fmla="*/ 84 w 146"/>
                <a:gd name="T77" fmla="*/ 39 h 113"/>
                <a:gd name="T78" fmla="*/ 92 w 146"/>
                <a:gd name="T79" fmla="*/ 48 h 113"/>
                <a:gd name="T80" fmla="*/ 66 w 146"/>
                <a:gd name="T81" fmla="*/ 25 h 113"/>
                <a:gd name="T82" fmla="*/ 54 w 146"/>
                <a:gd name="T83" fmla="*/ 25 h 113"/>
                <a:gd name="T84" fmla="*/ 30 w 146"/>
                <a:gd name="T85" fmla="*/ 29 h 113"/>
                <a:gd name="T86" fmla="*/ 31 w 146"/>
                <a:gd name="T87" fmla="*/ 21 h 113"/>
                <a:gd name="T88" fmla="*/ 46 w 146"/>
                <a:gd name="T89" fmla="*/ 18 h 113"/>
                <a:gd name="T90" fmla="*/ 67 w 146"/>
                <a:gd name="T91" fmla="*/ 18 h 113"/>
                <a:gd name="T92" fmla="*/ 80 w 146"/>
                <a:gd name="T93" fmla="*/ 16 h 113"/>
                <a:gd name="T94" fmla="*/ 95 w 146"/>
                <a:gd name="T95" fmla="*/ 18 h 113"/>
                <a:gd name="T96" fmla="*/ 97 w 146"/>
                <a:gd name="T97" fmla="*/ 2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 h="113">
                  <a:moveTo>
                    <a:pt x="145" y="88"/>
                  </a:moveTo>
                  <a:cubicBezTo>
                    <a:pt x="143" y="84"/>
                    <a:pt x="140" y="83"/>
                    <a:pt x="142" y="78"/>
                  </a:cubicBezTo>
                  <a:cubicBezTo>
                    <a:pt x="142" y="77"/>
                    <a:pt x="142" y="78"/>
                    <a:pt x="142" y="77"/>
                  </a:cubicBezTo>
                  <a:cubicBezTo>
                    <a:pt x="139" y="77"/>
                    <a:pt x="138" y="80"/>
                    <a:pt x="137" y="81"/>
                  </a:cubicBezTo>
                  <a:cubicBezTo>
                    <a:pt x="135" y="81"/>
                    <a:pt x="135" y="81"/>
                    <a:pt x="135" y="81"/>
                  </a:cubicBezTo>
                  <a:cubicBezTo>
                    <a:pt x="133" y="81"/>
                    <a:pt x="132" y="79"/>
                    <a:pt x="130" y="78"/>
                  </a:cubicBezTo>
                  <a:cubicBezTo>
                    <a:pt x="128" y="76"/>
                    <a:pt x="126" y="77"/>
                    <a:pt x="123" y="75"/>
                  </a:cubicBezTo>
                  <a:cubicBezTo>
                    <a:pt x="123" y="75"/>
                    <a:pt x="122" y="75"/>
                    <a:pt x="122" y="76"/>
                  </a:cubicBezTo>
                  <a:cubicBezTo>
                    <a:pt x="122" y="76"/>
                    <a:pt x="120" y="74"/>
                    <a:pt x="120" y="74"/>
                  </a:cubicBezTo>
                  <a:cubicBezTo>
                    <a:pt x="118" y="74"/>
                    <a:pt x="115" y="75"/>
                    <a:pt x="114" y="75"/>
                  </a:cubicBezTo>
                  <a:cubicBezTo>
                    <a:pt x="112" y="74"/>
                    <a:pt x="111" y="72"/>
                    <a:pt x="108" y="71"/>
                  </a:cubicBezTo>
                  <a:cubicBezTo>
                    <a:pt x="106" y="68"/>
                    <a:pt x="107" y="59"/>
                    <a:pt x="108" y="55"/>
                  </a:cubicBezTo>
                  <a:cubicBezTo>
                    <a:pt x="107" y="53"/>
                    <a:pt x="107" y="50"/>
                    <a:pt x="107" y="48"/>
                  </a:cubicBezTo>
                  <a:cubicBezTo>
                    <a:pt x="107" y="47"/>
                    <a:pt x="107" y="47"/>
                    <a:pt x="107" y="46"/>
                  </a:cubicBezTo>
                  <a:cubicBezTo>
                    <a:pt x="108" y="45"/>
                    <a:pt x="108" y="39"/>
                    <a:pt x="107" y="38"/>
                  </a:cubicBezTo>
                  <a:cubicBezTo>
                    <a:pt x="108" y="37"/>
                    <a:pt x="108" y="37"/>
                    <a:pt x="109" y="36"/>
                  </a:cubicBezTo>
                  <a:cubicBezTo>
                    <a:pt x="109" y="34"/>
                    <a:pt x="108" y="33"/>
                    <a:pt x="108" y="32"/>
                  </a:cubicBezTo>
                  <a:cubicBezTo>
                    <a:pt x="109" y="31"/>
                    <a:pt x="107" y="24"/>
                    <a:pt x="108" y="23"/>
                  </a:cubicBezTo>
                  <a:cubicBezTo>
                    <a:pt x="108" y="22"/>
                    <a:pt x="110" y="21"/>
                    <a:pt x="110" y="21"/>
                  </a:cubicBezTo>
                  <a:cubicBezTo>
                    <a:pt x="110" y="21"/>
                    <a:pt x="111" y="18"/>
                    <a:pt x="112" y="18"/>
                  </a:cubicBezTo>
                  <a:cubicBezTo>
                    <a:pt x="115" y="15"/>
                    <a:pt x="114" y="11"/>
                    <a:pt x="113" y="8"/>
                  </a:cubicBezTo>
                  <a:cubicBezTo>
                    <a:pt x="112" y="7"/>
                    <a:pt x="111" y="6"/>
                    <a:pt x="110" y="5"/>
                  </a:cubicBezTo>
                  <a:cubicBezTo>
                    <a:pt x="107" y="4"/>
                    <a:pt x="102" y="3"/>
                    <a:pt x="97" y="2"/>
                  </a:cubicBezTo>
                  <a:cubicBezTo>
                    <a:pt x="91" y="0"/>
                    <a:pt x="83" y="5"/>
                    <a:pt x="79" y="2"/>
                  </a:cubicBezTo>
                  <a:cubicBezTo>
                    <a:pt x="77" y="3"/>
                    <a:pt x="74" y="2"/>
                    <a:pt x="74" y="1"/>
                  </a:cubicBezTo>
                  <a:cubicBezTo>
                    <a:pt x="73" y="2"/>
                    <a:pt x="69" y="2"/>
                    <a:pt x="68" y="1"/>
                  </a:cubicBezTo>
                  <a:cubicBezTo>
                    <a:pt x="67" y="3"/>
                    <a:pt x="64" y="1"/>
                    <a:pt x="62" y="2"/>
                  </a:cubicBezTo>
                  <a:cubicBezTo>
                    <a:pt x="60" y="2"/>
                    <a:pt x="58" y="3"/>
                    <a:pt x="56" y="4"/>
                  </a:cubicBezTo>
                  <a:cubicBezTo>
                    <a:pt x="56" y="3"/>
                    <a:pt x="53" y="3"/>
                    <a:pt x="52" y="3"/>
                  </a:cubicBezTo>
                  <a:cubicBezTo>
                    <a:pt x="49" y="5"/>
                    <a:pt x="46" y="3"/>
                    <a:pt x="41" y="4"/>
                  </a:cubicBezTo>
                  <a:cubicBezTo>
                    <a:pt x="41" y="4"/>
                    <a:pt x="38" y="5"/>
                    <a:pt x="36" y="5"/>
                  </a:cubicBezTo>
                  <a:cubicBezTo>
                    <a:pt x="36" y="5"/>
                    <a:pt x="36" y="4"/>
                    <a:pt x="36" y="4"/>
                  </a:cubicBezTo>
                  <a:cubicBezTo>
                    <a:pt x="35" y="6"/>
                    <a:pt x="25" y="6"/>
                    <a:pt x="23" y="7"/>
                  </a:cubicBezTo>
                  <a:cubicBezTo>
                    <a:pt x="17" y="7"/>
                    <a:pt x="10" y="4"/>
                    <a:pt x="7" y="6"/>
                  </a:cubicBezTo>
                  <a:cubicBezTo>
                    <a:pt x="0" y="11"/>
                    <a:pt x="6" y="13"/>
                    <a:pt x="9" y="19"/>
                  </a:cubicBezTo>
                  <a:cubicBezTo>
                    <a:pt x="10" y="20"/>
                    <a:pt x="9" y="21"/>
                    <a:pt x="9" y="21"/>
                  </a:cubicBezTo>
                  <a:cubicBezTo>
                    <a:pt x="10" y="22"/>
                    <a:pt x="11" y="23"/>
                    <a:pt x="11" y="24"/>
                  </a:cubicBezTo>
                  <a:cubicBezTo>
                    <a:pt x="11" y="24"/>
                    <a:pt x="14" y="31"/>
                    <a:pt x="13" y="32"/>
                  </a:cubicBezTo>
                  <a:cubicBezTo>
                    <a:pt x="11" y="35"/>
                    <a:pt x="12" y="36"/>
                    <a:pt x="12" y="41"/>
                  </a:cubicBezTo>
                  <a:cubicBezTo>
                    <a:pt x="12" y="44"/>
                    <a:pt x="12" y="44"/>
                    <a:pt x="12" y="44"/>
                  </a:cubicBezTo>
                  <a:cubicBezTo>
                    <a:pt x="11" y="46"/>
                    <a:pt x="9" y="56"/>
                    <a:pt x="9" y="56"/>
                  </a:cubicBezTo>
                  <a:cubicBezTo>
                    <a:pt x="10" y="60"/>
                    <a:pt x="10" y="67"/>
                    <a:pt x="9" y="68"/>
                  </a:cubicBezTo>
                  <a:cubicBezTo>
                    <a:pt x="9" y="71"/>
                    <a:pt x="10" y="75"/>
                    <a:pt x="10" y="76"/>
                  </a:cubicBezTo>
                  <a:cubicBezTo>
                    <a:pt x="9" y="77"/>
                    <a:pt x="9" y="79"/>
                    <a:pt x="9" y="81"/>
                  </a:cubicBezTo>
                  <a:cubicBezTo>
                    <a:pt x="10" y="81"/>
                    <a:pt x="11" y="81"/>
                    <a:pt x="11" y="81"/>
                  </a:cubicBezTo>
                  <a:cubicBezTo>
                    <a:pt x="13" y="82"/>
                    <a:pt x="13" y="84"/>
                    <a:pt x="15" y="85"/>
                  </a:cubicBezTo>
                  <a:cubicBezTo>
                    <a:pt x="16" y="87"/>
                    <a:pt x="19" y="86"/>
                    <a:pt x="20" y="87"/>
                  </a:cubicBezTo>
                  <a:cubicBezTo>
                    <a:pt x="20" y="87"/>
                    <a:pt x="20" y="87"/>
                    <a:pt x="20" y="87"/>
                  </a:cubicBezTo>
                  <a:cubicBezTo>
                    <a:pt x="21" y="87"/>
                    <a:pt x="20" y="87"/>
                    <a:pt x="21" y="87"/>
                  </a:cubicBezTo>
                  <a:cubicBezTo>
                    <a:pt x="24" y="87"/>
                    <a:pt x="25" y="87"/>
                    <a:pt x="27" y="86"/>
                  </a:cubicBezTo>
                  <a:cubicBezTo>
                    <a:pt x="28" y="86"/>
                    <a:pt x="29" y="86"/>
                    <a:pt x="30" y="87"/>
                  </a:cubicBezTo>
                  <a:cubicBezTo>
                    <a:pt x="30" y="86"/>
                    <a:pt x="30" y="86"/>
                    <a:pt x="31" y="86"/>
                  </a:cubicBezTo>
                  <a:cubicBezTo>
                    <a:pt x="32" y="86"/>
                    <a:pt x="32" y="86"/>
                    <a:pt x="32" y="86"/>
                  </a:cubicBezTo>
                  <a:cubicBezTo>
                    <a:pt x="32" y="86"/>
                    <a:pt x="33" y="87"/>
                    <a:pt x="33" y="87"/>
                  </a:cubicBezTo>
                  <a:cubicBezTo>
                    <a:pt x="33" y="87"/>
                    <a:pt x="33" y="87"/>
                    <a:pt x="33" y="87"/>
                  </a:cubicBezTo>
                  <a:cubicBezTo>
                    <a:pt x="36" y="87"/>
                    <a:pt x="40" y="85"/>
                    <a:pt x="43" y="85"/>
                  </a:cubicBezTo>
                  <a:cubicBezTo>
                    <a:pt x="43" y="86"/>
                    <a:pt x="43" y="86"/>
                    <a:pt x="43" y="86"/>
                  </a:cubicBezTo>
                  <a:cubicBezTo>
                    <a:pt x="44" y="85"/>
                    <a:pt x="46" y="84"/>
                    <a:pt x="46" y="84"/>
                  </a:cubicBezTo>
                  <a:cubicBezTo>
                    <a:pt x="46" y="84"/>
                    <a:pt x="49" y="85"/>
                    <a:pt x="50" y="86"/>
                  </a:cubicBezTo>
                  <a:cubicBezTo>
                    <a:pt x="52" y="85"/>
                    <a:pt x="55" y="85"/>
                    <a:pt x="57" y="85"/>
                  </a:cubicBezTo>
                  <a:cubicBezTo>
                    <a:pt x="57" y="85"/>
                    <a:pt x="57" y="86"/>
                    <a:pt x="58" y="86"/>
                  </a:cubicBezTo>
                  <a:cubicBezTo>
                    <a:pt x="59" y="86"/>
                    <a:pt x="61" y="85"/>
                    <a:pt x="62" y="85"/>
                  </a:cubicBezTo>
                  <a:cubicBezTo>
                    <a:pt x="63" y="84"/>
                    <a:pt x="62" y="85"/>
                    <a:pt x="63" y="85"/>
                  </a:cubicBezTo>
                  <a:cubicBezTo>
                    <a:pt x="63" y="85"/>
                    <a:pt x="63" y="85"/>
                    <a:pt x="63" y="85"/>
                  </a:cubicBezTo>
                  <a:cubicBezTo>
                    <a:pt x="65" y="85"/>
                    <a:pt x="69" y="84"/>
                    <a:pt x="70" y="85"/>
                  </a:cubicBezTo>
                  <a:cubicBezTo>
                    <a:pt x="71" y="85"/>
                    <a:pt x="71" y="85"/>
                    <a:pt x="71" y="85"/>
                  </a:cubicBezTo>
                  <a:cubicBezTo>
                    <a:pt x="72" y="85"/>
                    <a:pt x="72" y="84"/>
                    <a:pt x="72" y="84"/>
                  </a:cubicBezTo>
                  <a:cubicBezTo>
                    <a:pt x="72" y="85"/>
                    <a:pt x="72" y="85"/>
                    <a:pt x="72" y="85"/>
                  </a:cubicBezTo>
                  <a:cubicBezTo>
                    <a:pt x="74" y="85"/>
                    <a:pt x="75" y="83"/>
                    <a:pt x="76" y="84"/>
                  </a:cubicBezTo>
                  <a:cubicBezTo>
                    <a:pt x="77" y="85"/>
                    <a:pt x="82" y="84"/>
                    <a:pt x="83" y="84"/>
                  </a:cubicBezTo>
                  <a:cubicBezTo>
                    <a:pt x="89" y="87"/>
                    <a:pt x="97" y="86"/>
                    <a:pt x="99" y="88"/>
                  </a:cubicBezTo>
                  <a:cubicBezTo>
                    <a:pt x="99" y="87"/>
                    <a:pt x="100" y="87"/>
                    <a:pt x="101" y="87"/>
                  </a:cubicBezTo>
                  <a:cubicBezTo>
                    <a:pt x="102" y="88"/>
                    <a:pt x="104" y="91"/>
                    <a:pt x="105" y="91"/>
                  </a:cubicBezTo>
                  <a:cubicBezTo>
                    <a:pt x="105" y="94"/>
                    <a:pt x="105" y="95"/>
                    <a:pt x="106" y="97"/>
                  </a:cubicBezTo>
                  <a:cubicBezTo>
                    <a:pt x="106" y="97"/>
                    <a:pt x="106" y="97"/>
                    <a:pt x="107" y="97"/>
                  </a:cubicBezTo>
                  <a:cubicBezTo>
                    <a:pt x="106" y="99"/>
                    <a:pt x="112" y="108"/>
                    <a:pt x="113" y="110"/>
                  </a:cubicBezTo>
                  <a:cubicBezTo>
                    <a:pt x="114" y="110"/>
                    <a:pt x="116" y="110"/>
                    <a:pt x="117" y="111"/>
                  </a:cubicBezTo>
                  <a:cubicBezTo>
                    <a:pt x="117" y="111"/>
                    <a:pt x="118" y="112"/>
                    <a:pt x="118" y="112"/>
                  </a:cubicBezTo>
                  <a:cubicBezTo>
                    <a:pt x="119" y="112"/>
                    <a:pt x="123" y="113"/>
                    <a:pt x="125" y="112"/>
                  </a:cubicBezTo>
                  <a:cubicBezTo>
                    <a:pt x="130" y="109"/>
                    <a:pt x="145" y="99"/>
                    <a:pt x="146" y="91"/>
                  </a:cubicBezTo>
                  <a:cubicBezTo>
                    <a:pt x="145" y="90"/>
                    <a:pt x="146" y="89"/>
                    <a:pt x="145" y="88"/>
                  </a:cubicBezTo>
                  <a:close/>
                  <a:moveTo>
                    <a:pt x="97" y="69"/>
                  </a:moveTo>
                  <a:cubicBezTo>
                    <a:pt x="96" y="72"/>
                    <a:pt x="88" y="72"/>
                    <a:pt x="85" y="71"/>
                  </a:cubicBezTo>
                  <a:cubicBezTo>
                    <a:pt x="78" y="70"/>
                    <a:pt x="53" y="69"/>
                    <a:pt x="48" y="71"/>
                  </a:cubicBezTo>
                  <a:cubicBezTo>
                    <a:pt x="37" y="71"/>
                    <a:pt x="37" y="71"/>
                    <a:pt x="37" y="71"/>
                  </a:cubicBezTo>
                  <a:cubicBezTo>
                    <a:pt x="37" y="72"/>
                    <a:pt x="37" y="72"/>
                    <a:pt x="37" y="72"/>
                  </a:cubicBezTo>
                  <a:cubicBezTo>
                    <a:pt x="36" y="73"/>
                    <a:pt x="35" y="71"/>
                    <a:pt x="35" y="73"/>
                  </a:cubicBezTo>
                  <a:cubicBezTo>
                    <a:pt x="34" y="73"/>
                    <a:pt x="34" y="72"/>
                    <a:pt x="33" y="72"/>
                  </a:cubicBezTo>
                  <a:cubicBezTo>
                    <a:pt x="33" y="72"/>
                    <a:pt x="19" y="78"/>
                    <a:pt x="18" y="78"/>
                  </a:cubicBezTo>
                  <a:cubicBezTo>
                    <a:pt x="18" y="78"/>
                    <a:pt x="17" y="77"/>
                    <a:pt x="17" y="77"/>
                  </a:cubicBezTo>
                  <a:cubicBezTo>
                    <a:pt x="17" y="64"/>
                    <a:pt x="29" y="66"/>
                    <a:pt x="38" y="61"/>
                  </a:cubicBezTo>
                  <a:cubicBezTo>
                    <a:pt x="40" y="62"/>
                    <a:pt x="41" y="62"/>
                    <a:pt x="43" y="62"/>
                  </a:cubicBezTo>
                  <a:cubicBezTo>
                    <a:pt x="43" y="61"/>
                    <a:pt x="46" y="62"/>
                    <a:pt x="46" y="62"/>
                  </a:cubicBezTo>
                  <a:cubicBezTo>
                    <a:pt x="46" y="61"/>
                    <a:pt x="53" y="60"/>
                    <a:pt x="53" y="60"/>
                  </a:cubicBezTo>
                  <a:cubicBezTo>
                    <a:pt x="57" y="58"/>
                    <a:pt x="61" y="62"/>
                    <a:pt x="65" y="60"/>
                  </a:cubicBezTo>
                  <a:cubicBezTo>
                    <a:pt x="65" y="60"/>
                    <a:pt x="68" y="60"/>
                    <a:pt x="69" y="61"/>
                  </a:cubicBezTo>
                  <a:cubicBezTo>
                    <a:pt x="70" y="59"/>
                    <a:pt x="79" y="62"/>
                    <a:pt x="80" y="60"/>
                  </a:cubicBezTo>
                  <a:cubicBezTo>
                    <a:pt x="81" y="60"/>
                    <a:pt x="89" y="60"/>
                    <a:pt x="90" y="60"/>
                  </a:cubicBezTo>
                  <a:cubicBezTo>
                    <a:pt x="91" y="60"/>
                    <a:pt x="93" y="61"/>
                    <a:pt x="95" y="61"/>
                  </a:cubicBezTo>
                  <a:cubicBezTo>
                    <a:pt x="94" y="62"/>
                    <a:pt x="98" y="66"/>
                    <a:pt x="97" y="69"/>
                  </a:cubicBezTo>
                  <a:close/>
                  <a:moveTo>
                    <a:pt x="92" y="48"/>
                  </a:moveTo>
                  <a:cubicBezTo>
                    <a:pt x="84" y="44"/>
                    <a:pt x="59" y="48"/>
                    <a:pt x="57" y="46"/>
                  </a:cubicBezTo>
                  <a:cubicBezTo>
                    <a:pt x="54" y="47"/>
                    <a:pt x="51" y="47"/>
                    <a:pt x="48" y="48"/>
                  </a:cubicBezTo>
                  <a:cubicBezTo>
                    <a:pt x="49" y="47"/>
                    <a:pt x="43" y="49"/>
                    <a:pt x="42" y="48"/>
                  </a:cubicBezTo>
                  <a:cubicBezTo>
                    <a:pt x="42" y="48"/>
                    <a:pt x="42" y="48"/>
                    <a:pt x="42" y="48"/>
                  </a:cubicBezTo>
                  <a:cubicBezTo>
                    <a:pt x="39" y="50"/>
                    <a:pt x="27" y="53"/>
                    <a:pt x="23" y="51"/>
                  </a:cubicBezTo>
                  <a:cubicBezTo>
                    <a:pt x="23" y="50"/>
                    <a:pt x="23" y="48"/>
                    <a:pt x="23" y="47"/>
                  </a:cubicBezTo>
                  <a:cubicBezTo>
                    <a:pt x="24" y="46"/>
                    <a:pt x="25" y="45"/>
                    <a:pt x="26" y="44"/>
                  </a:cubicBezTo>
                  <a:cubicBezTo>
                    <a:pt x="27" y="44"/>
                    <a:pt x="28" y="44"/>
                    <a:pt x="30" y="44"/>
                  </a:cubicBezTo>
                  <a:cubicBezTo>
                    <a:pt x="31" y="42"/>
                    <a:pt x="33" y="42"/>
                    <a:pt x="35" y="42"/>
                  </a:cubicBezTo>
                  <a:cubicBezTo>
                    <a:pt x="37" y="41"/>
                    <a:pt x="40" y="40"/>
                    <a:pt x="43" y="39"/>
                  </a:cubicBezTo>
                  <a:cubicBezTo>
                    <a:pt x="44" y="39"/>
                    <a:pt x="45" y="39"/>
                    <a:pt x="46" y="40"/>
                  </a:cubicBezTo>
                  <a:cubicBezTo>
                    <a:pt x="48" y="39"/>
                    <a:pt x="51" y="39"/>
                    <a:pt x="52" y="38"/>
                  </a:cubicBezTo>
                  <a:cubicBezTo>
                    <a:pt x="52" y="38"/>
                    <a:pt x="54" y="39"/>
                    <a:pt x="54" y="39"/>
                  </a:cubicBezTo>
                  <a:cubicBezTo>
                    <a:pt x="55" y="39"/>
                    <a:pt x="64" y="38"/>
                    <a:pt x="64" y="37"/>
                  </a:cubicBezTo>
                  <a:cubicBezTo>
                    <a:pt x="67" y="37"/>
                    <a:pt x="77" y="38"/>
                    <a:pt x="78" y="39"/>
                  </a:cubicBezTo>
                  <a:cubicBezTo>
                    <a:pt x="79" y="38"/>
                    <a:pt x="84" y="39"/>
                    <a:pt x="84" y="39"/>
                  </a:cubicBezTo>
                  <a:cubicBezTo>
                    <a:pt x="85" y="39"/>
                    <a:pt x="95" y="39"/>
                    <a:pt x="96" y="40"/>
                  </a:cubicBezTo>
                  <a:cubicBezTo>
                    <a:pt x="98" y="41"/>
                    <a:pt x="96" y="45"/>
                    <a:pt x="97" y="46"/>
                  </a:cubicBezTo>
                  <a:cubicBezTo>
                    <a:pt x="97" y="46"/>
                    <a:pt x="93" y="49"/>
                    <a:pt x="92" y="48"/>
                  </a:cubicBezTo>
                  <a:close/>
                  <a:moveTo>
                    <a:pt x="97" y="25"/>
                  </a:moveTo>
                  <a:cubicBezTo>
                    <a:pt x="91" y="29"/>
                    <a:pt x="82" y="22"/>
                    <a:pt x="78" y="24"/>
                  </a:cubicBezTo>
                  <a:cubicBezTo>
                    <a:pt x="75" y="25"/>
                    <a:pt x="70" y="24"/>
                    <a:pt x="66" y="25"/>
                  </a:cubicBezTo>
                  <a:cubicBezTo>
                    <a:pt x="65" y="25"/>
                    <a:pt x="64" y="25"/>
                    <a:pt x="63" y="25"/>
                  </a:cubicBezTo>
                  <a:cubicBezTo>
                    <a:pt x="62" y="25"/>
                    <a:pt x="57" y="26"/>
                    <a:pt x="56" y="26"/>
                  </a:cubicBezTo>
                  <a:cubicBezTo>
                    <a:pt x="55" y="26"/>
                    <a:pt x="55" y="25"/>
                    <a:pt x="54" y="25"/>
                  </a:cubicBezTo>
                  <a:cubicBezTo>
                    <a:pt x="50" y="26"/>
                    <a:pt x="48" y="27"/>
                    <a:pt x="42" y="27"/>
                  </a:cubicBezTo>
                  <a:cubicBezTo>
                    <a:pt x="41" y="27"/>
                    <a:pt x="41" y="28"/>
                    <a:pt x="40" y="28"/>
                  </a:cubicBezTo>
                  <a:cubicBezTo>
                    <a:pt x="30" y="29"/>
                    <a:pt x="30" y="29"/>
                    <a:pt x="30" y="29"/>
                  </a:cubicBezTo>
                  <a:cubicBezTo>
                    <a:pt x="28" y="29"/>
                    <a:pt x="26" y="26"/>
                    <a:pt x="25" y="26"/>
                  </a:cubicBezTo>
                  <a:cubicBezTo>
                    <a:pt x="25" y="24"/>
                    <a:pt x="26" y="25"/>
                    <a:pt x="27" y="24"/>
                  </a:cubicBezTo>
                  <a:cubicBezTo>
                    <a:pt x="29" y="23"/>
                    <a:pt x="29" y="22"/>
                    <a:pt x="31" y="21"/>
                  </a:cubicBezTo>
                  <a:cubicBezTo>
                    <a:pt x="33" y="21"/>
                    <a:pt x="33" y="21"/>
                    <a:pt x="33" y="21"/>
                  </a:cubicBezTo>
                  <a:cubicBezTo>
                    <a:pt x="35" y="20"/>
                    <a:pt x="38" y="20"/>
                    <a:pt x="42" y="18"/>
                  </a:cubicBezTo>
                  <a:cubicBezTo>
                    <a:pt x="42" y="17"/>
                    <a:pt x="45" y="18"/>
                    <a:pt x="46" y="18"/>
                  </a:cubicBezTo>
                  <a:cubicBezTo>
                    <a:pt x="46" y="17"/>
                    <a:pt x="50" y="17"/>
                    <a:pt x="51" y="17"/>
                  </a:cubicBezTo>
                  <a:cubicBezTo>
                    <a:pt x="53" y="16"/>
                    <a:pt x="59" y="17"/>
                    <a:pt x="61" y="17"/>
                  </a:cubicBezTo>
                  <a:cubicBezTo>
                    <a:pt x="64" y="16"/>
                    <a:pt x="66" y="17"/>
                    <a:pt x="67" y="18"/>
                  </a:cubicBezTo>
                  <a:cubicBezTo>
                    <a:pt x="70" y="18"/>
                    <a:pt x="74" y="17"/>
                    <a:pt x="75" y="17"/>
                  </a:cubicBezTo>
                  <a:cubicBezTo>
                    <a:pt x="77" y="16"/>
                    <a:pt x="79" y="18"/>
                    <a:pt x="80" y="17"/>
                  </a:cubicBezTo>
                  <a:cubicBezTo>
                    <a:pt x="80" y="17"/>
                    <a:pt x="80" y="17"/>
                    <a:pt x="80" y="16"/>
                  </a:cubicBezTo>
                  <a:cubicBezTo>
                    <a:pt x="81" y="16"/>
                    <a:pt x="83" y="17"/>
                    <a:pt x="83" y="17"/>
                  </a:cubicBezTo>
                  <a:cubicBezTo>
                    <a:pt x="83" y="17"/>
                    <a:pt x="88" y="16"/>
                    <a:pt x="89" y="17"/>
                  </a:cubicBezTo>
                  <a:cubicBezTo>
                    <a:pt x="89" y="17"/>
                    <a:pt x="94" y="18"/>
                    <a:pt x="95" y="18"/>
                  </a:cubicBezTo>
                  <a:cubicBezTo>
                    <a:pt x="96" y="18"/>
                    <a:pt x="96" y="19"/>
                    <a:pt x="96" y="18"/>
                  </a:cubicBezTo>
                  <a:cubicBezTo>
                    <a:pt x="97" y="19"/>
                    <a:pt x="98" y="19"/>
                    <a:pt x="99" y="20"/>
                  </a:cubicBezTo>
                  <a:cubicBezTo>
                    <a:pt x="99" y="22"/>
                    <a:pt x="98" y="23"/>
                    <a:pt x="97" y="25"/>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40" name="Freeform 16"/>
            <p:cNvSpPr/>
            <p:nvPr/>
          </p:nvSpPr>
          <p:spPr bwMode="auto">
            <a:xfrm>
              <a:off x="1943554" y="6403755"/>
              <a:ext cx="32185" cy="52512"/>
            </a:xfrm>
            <a:custGeom>
              <a:avLst/>
              <a:gdLst>
                <a:gd name="T0" fmla="*/ 6 w 24"/>
                <a:gd name="T1" fmla="*/ 0 h 39"/>
                <a:gd name="T2" fmla="*/ 8 w 24"/>
                <a:gd name="T3" fmla="*/ 0 h 39"/>
                <a:gd name="T4" fmla="*/ 8 w 24"/>
                <a:gd name="T5" fmla="*/ 1 h 39"/>
                <a:gd name="T6" fmla="*/ 13 w 24"/>
                <a:gd name="T7" fmla="*/ 16 h 39"/>
                <a:gd name="T8" fmla="*/ 16 w 24"/>
                <a:gd name="T9" fmla="*/ 18 h 39"/>
                <a:gd name="T10" fmla="*/ 17 w 24"/>
                <a:gd name="T11" fmla="*/ 18 h 39"/>
                <a:gd name="T12" fmla="*/ 23 w 24"/>
                <a:gd name="T13" fmla="*/ 15 h 39"/>
                <a:gd name="T14" fmla="*/ 24 w 24"/>
                <a:gd name="T15" fmla="*/ 25 h 39"/>
                <a:gd name="T16" fmla="*/ 24 w 24"/>
                <a:gd name="T17" fmla="*/ 33 h 39"/>
                <a:gd name="T18" fmla="*/ 21 w 24"/>
                <a:gd name="T19" fmla="*/ 37 h 39"/>
                <a:gd name="T20" fmla="*/ 18 w 24"/>
                <a:gd name="T21" fmla="*/ 39 h 39"/>
                <a:gd name="T22" fmla="*/ 3 w 24"/>
                <a:gd name="T23" fmla="*/ 26 h 39"/>
                <a:gd name="T24" fmla="*/ 3 w 24"/>
                <a:gd name="T25" fmla="*/ 24 h 39"/>
                <a:gd name="T26" fmla="*/ 1 w 24"/>
                <a:gd name="T27" fmla="*/ 20 h 39"/>
                <a:gd name="T28" fmla="*/ 2 w 24"/>
                <a:gd name="T29" fmla="*/ 17 h 39"/>
                <a:gd name="T30" fmla="*/ 0 w 24"/>
                <a:gd name="T31" fmla="*/ 10 h 39"/>
                <a:gd name="T32" fmla="*/ 3 w 24"/>
                <a:gd name="T33" fmla="*/ 5 h 39"/>
                <a:gd name="T34" fmla="*/ 6 w 24"/>
                <a:gd name="T3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9">
                  <a:moveTo>
                    <a:pt x="6" y="0"/>
                  </a:moveTo>
                  <a:cubicBezTo>
                    <a:pt x="7" y="0"/>
                    <a:pt x="7" y="0"/>
                    <a:pt x="8" y="0"/>
                  </a:cubicBezTo>
                  <a:cubicBezTo>
                    <a:pt x="8" y="1"/>
                    <a:pt x="8" y="1"/>
                    <a:pt x="8" y="1"/>
                  </a:cubicBezTo>
                  <a:cubicBezTo>
                    <a:pt x="5" y="5"/>
                    <a:pt x="12" y="13"/>
                    <a:pt x="13" y="16"/>
                  </a:cubicBezTo>
                  <a:cubicBezTo>
                    <a:pt x="14" y="17"/>
                    <a:pt x="15" y="16"/>
                    <a:pt x="16" y="18"/>
                  </a:cubicBezTo>
                  <a:cubicBezTo>
                    <a:pt x="16" y="18"/>
                    <a:pt x="17" y="18"/>
                    <a:pt x="17" y="18"/>
                  </a:cubicBezTo>
                  <a:cubicBezTo>
                    <a:pt x="18" y="16"/>
                    <a:pt x="21" y="15"/>
                    <a:pt x="23" y="15"/>
                  </a:cubicBezTo>
                  <a:cubicBezTo>
                    <a:pt x="24" y="19"/>
                    <a:pt x="20" y="21"/>
                    <a:pt x="24" y="25"/>
                  </a:cubicBezTo>
                  <a:cubicBezTo>
                    <a:pt x="24" y="28"/>
                    <a:pt x="24" y="30"/>
                    <a:pt x="24" y="33"/>
                  </a:cubicBezTo>
                  <a:cubicBezTo>
                    <a:pt x="23" y="34"/>
                    <a:pt x="22" y="36"/>
                    <a:pt x="21" y="37"/>
                  </a:cubicBezTo>
                  <a:cubicBezTo>
                    <a:pt x="20" y="38"/>
                    <a:pt x="19" y="38"/>
                    <a:pt x="18" y="39"/>
                  </a:cubicBezTo>
                  <a:cubicBezTo>
                    <a:pt x="12" y="37"/>
                    <a:pt x="6" y="31"/>
                    <a:pt x="3" y="26"/>
                  </a:cubicBezTo>
                  <a:cubicBezTo>
                    <a:pt x="3" y="26"/>
                    <a:pt x="4" y="25"/>
                    <a:pt x="3" y="24"/>
                  </a:cubicBezTo>
                  <a:cubicBezTo>
                    <a:pt x="3" y="23"/>
                    <a:pt x="2" y="21"/>
                    <a:pt x="1" y="20"/>
                  </a:cubicBezTo>
                  <a:cubicBezTo>
                    <a:pt x="1" y="19"/>
                    <a:pt x="2" y="18"/>
                    <a:pt x="2" y="17"/>
                  </a:cubicBezTo>
                  <a:cubicBezTo>
                    <a:pt x="1" y="15"/>
                    <a:pt x="0" y="13"/>
                    <a:pt x="0" y="10"/>
                  </a:cubicBezTo>
                  <a:cubicBezTo>
                    <a:pt x="1" y="9"/>
                    <a:pt x="2" y="7"/>
                    <a:pt x="3" y="5"/>
                  </a:cubicBezTo>
                  <a:cubicBezTo>
                    <a:pt x="4" y="3"/>
                    <a:pt x="4" y="2"/>
                    <a:pt x="6"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grpSp>
      <p:sp>
        <p:nvSpPr>
          <p:cNvPr id="42" name="矩形: 圆角 41"/>
          <p:cNvSpPr/>
          <p:nvPr userDrawn="1"/>
        </p:nvSpPr>
        <p:spPr>
          <a:xfrm>
            <a:off x="1074556" y="1384463"/>
            <a:ext cx="1203325" cy="452321"/>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userDrawn="1"/>
        </p:nvSpPr>
        <p:spPr>
          <a:xfrm>
            <a:off x="1872409" y="1629502"/>
            <a:ext cx="752680" cy="357887"/>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p:cNvSpPr/>
          <p:nvPr userDrawn="1"/>
        </p:nvSpPr>
        <p:spPr>
          <a:xfrm>
            <a:off x="2403745" y="1930963"/>
            <a:ext cx="872855" cy="139609"/>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240725" y="3773521"/>
            <a:ext cx="142876" cy="11035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417500" y="3773521"/>
            <a:ext cx="72000" cy="110351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4569900" y="3724990"/>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汇报人</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49" name="文本框 48"/>
          <p:cNvSpPr txBox="1"/>
          <p:nvPr/>
        </p:nvSpPr>
        <p:spPr>
          <a:xfrm>
            <a:off x="4569900" y="4125100"/>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汇报单位</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50" name="文本框 49"/>
          <p:cNvSpPr txBox="1"/>
          <p:nvPr/>
        </p:nvSpPr>
        <p:spPr>
          <a:xfrm>
            <a:off x="4569900" y="4507707"/>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汇报日期</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cxnSp>
        <p:nvCxnSpPr>
          <p:cNvPr id="51" name="直接连接符 50"/>
          <p:cNvCxnSpPr/>
          <p:nvPr/>
        </p:nvCxnSpPr>
        <p:spPr>
          <a:xfrm>
            <a:off x="5836725" y="4027647"/>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5836725" y="4427631"/>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836725" y="4827615"/>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55" name="文本占位符 54"/>
          <p:cNvSpPr>
            <a:spLocks noGrp="1"/>
          </p:cNvSpPr>
          <p:nvPr userDrawn="1">
            <p:ph type="body" sz="quarter" idx="10" hasCustomPrompt="1"/>
          </p:nvPr>
        </p:nvSpPr>
        <p:spPr>
          <a:xfrm>
            <a:off x="587375" y="2566453"/>
            <a:ext cx="11017250" cy="606425"/>
          </a:xfrm>
        </p:spPr>
        <p:txBody>
          <a:bodyPr>
            <a:normAutofit/>
          </a:bodyPr>
          <a:lstStyle>
            <a:lvl1pPr marL="0" indent="0" algn="ctr">
              <a:lnSpc>
                <a:spcPct val="100000"/>
              </a:lnSpc>
              <a:spcBef>
                <a:spcPts val="0"/>
              </a:spcBef>
              <a:buNone/>
              <a:defRPr sz="3200" b="1">
                <a:solidFill>
                  <a:schemeClr val="accent2"/>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a:t>
            </a:r>
            <a:r>
              <a:rPr lang="en-US" altLang="zh-CN" dirty="0">
                <a:latin typeface="Microsoft YaHei"/>
              </a:rPr>
              <a:t>PPT</a:t>
            </a:r>
            <a:r>
              <a:rPr lang="zh-CN" altLang="en-US" dirty="0">
                <a:latin typeface="Microsoft YaHei"/>
              </a:rPr>
              <a:t>标题内容文本</a:t>
            </a:r>
            <a:endParaRPr lang="zh-CN" altLang="en-US" dirty="0"/>
          </a:p>
        </p:txBody>
      </p:sp>
      <p:sp>
        <p:nvSpPr>
          <p:cNvPr id="57" name="文本占位符 56"/>
          <p:cNvSpPr>
            <a:spLocks noGrp="1"/>
          </p:cNvSpPr>
          <p:nvPr userDrawn="1">
            <p:ph type="body" sz="quarter" idx="11" hasCustomPrompt="1"/>
          </p:nvPr>
        </p:nvSpPr>
        <p:spPr>
          <a:xfrm>
            <a:off x="5951538" y="3756236"/>
            <a:ext cx="2114550"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10800040101010101" pitchFamily="2" charset="-122"/>
                <a:ea typeface="Microsoft YaHei" panose="02010800040101010101" pitchFamily="2" charset="-122"/>
              </a:defRPr>
            </a:lvl1pPr>
          </a:lstStyle>
          <a:p>
            <a:pPr lvl="0"/>
            <a:r>
              <a:rPr lang="zh-CN" altLang="en-US" dirty="0">
                <a:latin typeface="Microsoft YaHei"/>
              </a:rPr>
              <a:t>插入姓名</a:t>
            </a:r>
            <a:endParaRPr lang="zh-CN" altLang="en-US" dirty="0"/>
          </a:p>
        </p:txBody>
      </p:sp>
      <p:sp>
        <p:nvSpPr>
          <p:cNvPr id="58" name="文本占位符 56"/>
          <p:cNvSpPr>
            <a:spLocks noGrp="1"/>
          </p:cNvSpPr>
          <p:nvPr userDrawn="1">
            <p:ph type="body" sz="quarter" idx="12" hasCustomPrompt="1"/>
          </p:nvPr>
        </p:nvSpPr>
        <p:spPr>
          <a:xfrm>
            <a:off x="5951538" y="4149629"/>
            <a:ext cx="2114550"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插入单位名称</a:t>
            </a:r>
            <a:endParaRPr lang="zh-CN" altLang="en-US" dirty="0"/>
          </a:p>
        </p:txBody>
      </p:sp>
      <p:sp>
        <p:nvSpPr>
          <p:cNvPr id="59" name="文本占位符 56"/>
          <p:cNvSpPr>
            <a:spLocks noGrp="1"/>
          </p:cNvSpPr>
          <p:nvPr userDrawn="1">
            <p:ph type="body" sz="quarter" idx="13" hasCustomPrompt="1"/>
          </p:nvPr>
        </p:nvSpPr>
        <p:spPr>
          <a:xfrm>
            <a:off x="5951538" y="4543021"/>
            <a:ext cx="2114550"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插入具体日期</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页-绿">
    <p:spTree>
      <p:nvGrpSpPr>
        <p:cNvPr id="1" name=""/>
        <p:cNvGrpSpPr/>
        <p:nvPr/>
      </p:nvGrpSpPr>
      <p:grpSpPr>
        <a:xfrm>
          <a:off x="0" y="0"/>
          <a:ext cx="0" cy="0"/>
          <a:chOff x="0" y="0"/>
          <a:chExt cx="0" cy="0"/>
        </a:xfrm>
      </p:grpSpPr>
      <p:sp>
        <p:nvSpPr>
          <p:cNvPr id="7" name="任意多边形: 形状 6"/>
          <p:cNvSpPr/>
          <p:nvPr userDrawn="1"/>
        </p:nvSpPr>
        <p:spPr>
          <a:xfrm>
            <a:off x="0" y="5324476"/>
            <a:ext cx="12192000" cy="1536648"/>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nvSpPr>
        <p:spPr>
          <a:xfrm>
            <a:off x="0" y="5581650"/>
            <a:ext cx="12192000" cy="127947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69B92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nvSpPr>
        <p:spPr>
          <a:xfrm>
            <a:off x="0" y="5808181"/>
            <a:ext cx="12192000" cy="1052942"/>
          </a:xfrm>
          <a:custGeom>
            <a:avLst/>
            <a:gdLst>
              <a:gd name="connsiteX0" fmla="*/ 1333500 w 12192000"/>
              <a:gd name="connsiteY0" fmla="*/ 376 h 2162187"/>
              <a:gd name="connsiteX1" fmla="*/ 6096000 w 12192000"/>
              <a:gd name="connsiteY1" fmla="*/ 381283 h 2162187"/>
              <a:gd name="connsiteX2" fmla="*/ 12192000 w 12192000"/>
              <a:gd name="connsiteY2" fmla="*/ 381283 h 2162187"/>
              <a:gd name="connsiteX3" fmla="*/ 12192000 w 12192000"/>
              <a:gd name="connsiteY3" fmla="*/ 2162187 h 2162187"/>
              <a:gd name="connsiteX4" fmla="*/ 0 w 12192000"/>
              <a:gd name="connsiteY4" fmla="*/ 2162187 h 2162187"/>
              <a:gd name="connsiteX5" fmla="*/ 0 w 12192000"/>
              <a:gd name="connsiteY5" fmla="*/ 381283 h 2162187"/>
              <a:gd name="connsiteX6" fmla="*/ 1333500 w 12192000"/>
              <a:gd name="connsiteY6" fmla="*/ 376 h 216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62187">
                <a:moveTo>
                  <a:pt x="1333500" y="376"/>
                </a:moveTo>
                <a:cubicBezTo>
                  <a:pt x="2921000" y="26576"/>
                  <a:pt x="4508500" y="1413158"/>
                  <a:pt x="6096000" y="381283"/>
                </a:cubicBezTo>
                <a:cubicBezTo>
                  <a:pt x="8128000" y="-939517"/>
                  <a:pt x="10160000" y="1702083"/>
                  <a:pt x="12192000" y="381283"/>
                </a:cubicBezTo>
                <a:lnTo>
                  <a:pt x="12192000" y="2162187"/>
                </a:lnTo>
                <a:lnTo>
                  <a:pt x="0" y="2162187"/>
                </a:lnTo>
                <a:lnTo>
                  <a:pt x="0" y="381283"/>
                </a:lnTo>
                <a:cubicBezTo>
                  <a:pt x="444500" y="92358"/>
                  <a:pt x="889000" y="-6960"/>
                  <a:pt x="1333500" y="376"/>
                </a:cubicBezTo>
                <a:close/>
              </a:path>
            </a:pathLst>
          </a:cu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0"/>
            <a:ext cx="12192000" cy="1918726"/>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userDrawn="1"/>
        </p:nvSpPr>
        <p:spPr>
          <a:xfrm>
            <a:off x="0" y="0"/>
            <a:ext cx="12192000" cy="1685925"/>
          </a:xfrm>
          <a:custGeom>
            <a:avLst/>
            <a:gdLst>
              <a:gd name="connsiteX0" fmla="*/ 0 w 12192000"/>
              <a:gd name="connsiteY0" fmla="*/ 0 h 1918726"/>
              <a:gd name="connsiteX1" fmla="*/ 12192000 w 12192000"/>
              <a:gd name="connsiteY1" fmla="*/ 0 h 1918726"/>
              <a:gd name="connsiteX2" fmla="*/ 12192000 w 12192000"/>
              <a:gd name="connsiteY2" fmla="*/ 1258815 h 1918726"/>
              <a:gd name="connsiteX3" fmla="*/ 0 w 12192000"/>
              <a:gd name="connsiteY3" fmla="*/ 1258815 h 1918726"/>
            </a:gdLst>
            <a:ahLst/>
            <a:cxnLst>
              <a:cxn ang="0">
                <a:pos x="connsiteX0" y="connsiteY0"/>
              </a:cxn>
              <a:cxn ang="0">
                <a:pos x="connsiteX1" y="connsiteY1"/>
              </a:cxn>
              <a:cxn ang="0">
                <a:pos x="connsiteX2" y="connsiteY2"/>
              </a:cxn>
              <a:cxn ang="0">
                <a:pos x="connsiteX3" y="connsiteY3"/>
              </a:cxn>
            </a:cxnLst>
            <a:rect l="l" t="t" r="r" b="b"/>
            <a:pathLst>
              <a:path w="12192000" h="1918726">
                <a:moveTo>
                  <a:pt x="0" y="0"/>
                </a:moveTo>
                <a:lnTo>
                  <a:pt x="12192000" y="0"/>
                </a:lnTo>
                <a:lnTo>
                  <a:pt x="12192000" y="1258815"/>
                </a:lnTo>
                <a:cubicBezTo>
                  <a:pt x="8128000" y="3544815"/>
                  <a:pt x="4064000" y="-1027185"/>
                  <a:pt x="0" y="1258815"/>
                </a:cubicBezTo>
                <a:close/>
              </a:path>
            </a:pathLst>
          </a:cu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732595" y="301117"/>
            <a:ext cx="3400425" cy="733912"/>
          </a:xfrm>
          <a:prstGeom prst="rect">
            <a:avLst/>
          </a:prstGeom>
        </p:spPr>
      </p:pic>
      <p:grpSp>
        <p:nvGrpSpPr>
          <p:cNvPr id="13" name="组合 12"/>
          <p:cNvGrpSpPr/>
          <p:nvPr userDrawn="1"/>
        </p:nvGrpSpPr>
        <p:grpSpPr>
          <a:xfrm>
            <a:off x="361950" y="303086"/>
            <a:ext cx="1714500" cy="161925"/>
            <a:chOff x="361950" y="208200"/>
            <a:chExt cx="1714500" cy="161925"/>
          </a:xfrm>
        </p:grpSpPr>
        <p:sp>
          <p:nvSpPr>
            <p:cNvPr id="14" name="椭圆 13"/>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0161468" y="6435735"/>
            <a:ext cx="1714500" cy="161925"/>
            <a:chOff x="361950" y="208200"/>
            <a:chExt cx="1714500" cy="161925"/>
          </a:xfrm>
        </p:grpSpPr>
        <p:sp>
          <p:nvSpPr>
            <p:cNvPr id="22" name="椭圆 21"/>
            <p:cNvSpPr/>
            <p:nvPr/>
          </p:nvSpPr>
          <p:spPr>
            <a:xfrm>
              <a:off x="361950"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20713"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879476"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138239"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397002"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65576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914525" y="208200"/>
              <a:ext cx="161925" cy="161925"/>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userDrawn="1"/>
        </p:nvGrpSpPr>
        <p:grpSpPr>
          <a:xfrm>
            <a:off x="615213" y="6221386"/>
            <a:ext cx="1633536" cy="300394"/>
            <a:chOff x="614365" y="6160955"/>
            <a:chExt cx="1633536" cy="300394"/>
          </a:xfrm>
        </p:grpSpPr>
        <p:sp>
          <p:nvSpPr>
            <p:cNvPr id="30" name="Freeform 6"/>
            <p:cNvSpPr/>
            <p:nvPr/>
          </p:nvSpPr>
          <p:spPr bwMode="auto">
            <a:xfrm>
              <a:off x="1074556" y="6170554"/>
              <a:ext cx="286843" cy="62112"/>
            </a:xfrm>
            <a:custGeom>
              <a:avLst/>
              <a:gdLst>
                <a:gd name="T0" fmla="*/ 98 w 214"/>
                <a:gd name="T1" fmla="*/ 0 h 46"/>
                <a:gd name="T2" fmla="*/ 108 w 214"/>
                <a:gd name="T3" fmla="*/ 3 h 46"/>
                <a:gd name="T4" fmla="*/ 127 w 214"/>
                <a:gd name="T5" fmla="*/ 17 h 46"/>
                <a:gd name="T6" fmla="*/ 137 w 214"/>
                <a:gd name="T7" fmla="*/ 19 h 46"/>
                <a:gd name="T8" fmla="*/ 139 w 214"/>
                <a:gd name="T9" fmla="*/ 19 h 46"/>
                <a:gd name="T10" fmla="*/ 162 w 214"/>
                <a:gd name="T11" fmla="*/ 19 h 46"/>
                <a:gd name="T12" fmla="*/ 176 w 214"/>
                <a:gd name="T13" fmla="*/ 19 h 46"/>
                <a:gd name="T14" fmla="*/ 188 w 214"/>
                <a:gd name="T15" fmla="*/ 19 h 46"/>
                <a:gd name="T16" fmla="*/ 202 w 214"/>
                <a:gd name="T17" fmla="*/ 18 h 46"/>
                <a:gd name="T18" fmla="*/ 210 w 214"/>
                <a:gd name="T19" fmla="*/ 31 h 46"/>
                <a:gd name="T20" fmla="*/ 200 w 214"/>
                <a:gd name="T21" fmla="*/ 34 h 46"/>
                <a:gd name="T22" fmla="*/ 193 w 214"/>
                <a:gd name="T23" fmla="*/ 35 h 46"/>
                <a:gd name="T24" fmla="*/ 183 w 214"/>
                <a:gd name="T25" fmla="*/ 35 h 46"/>
                <a:gd name="T26" fmla="*/ 165 w 214"/>
                <a:gd name="T27" fmla="*/ 36 h 46"/>
                <a:gd name="T28" fmla="*/ 129 w 214"/>
                <a:gd name="T29" fmla="*/ 36 h 46"/>
                <a:gd name="T30" fmla="*/ 121 w 214"/>
                <a:gd name="T31" fmla="*/ 36 h 46"/>
                <a:gd name="T32" fmla="*/ 118 w 214"/>
                <a:gd name="T33" fmla="*/ 38 h 46"/>
                <a:gd name="T34" fmla="*/ 114 w 214"/>
                <a:gd name="T35" fmla="*/ 38 h 46"/>
                <a:gd name="T36" fmla="*/ 94 w 214"/>
                <a:gd name="T37" fmla="*/ 36 h 46"/>
                <a:gd name="T38" fmla="*/ 80 w 214"/>
                <a:gd name="T39" fmla="*/ 36 h 46"/>
                <a:gd name="T40" fmla="*/ 71 w 214"/>
                <a:gd name="T41" fmla="*/ 37 h 46"/>
                <a:gd name="T42" fmla="*/ 41 w 214"/>
                <a:gd name="T43" fmla="*/ 39 h 46"/>
                <a:gd name="T44" fmla="*/ 34 w 214"/>
                <a:gd name="T45" fmla="*/ 39 h 46"/>
                <a:gd name="T46" fmla="*/ 3 w 214"/>
                <a:gd name="T47" fmla="*/ 39 h 46"/>
                <a:gd name="T48" fmla="*/ 0 w 214"/>
                <a:gd name="T49" fmla="*/ 30 h 46"/>
                <a:gd name="T50" fmla="*/ 5 w 214"/>
                <a:gd name="T51" fmla="*/ 25 h 46"/>
                <a:gd name="T52" fmla="*/ 17 w 214"/>
                <a:gd name="T53" fmla="*/ 23 h 46"/>
                <a:gd name="T54" fmla="*/ 46 w 214"/>
                <a:gd name="T55" fmla="*/ 25 h 46"/>
                <a:gd name="T56" fmla="*/ 61 w 214"/>
                <a:gd name="T57" fmla="*/ 23 h 46"/>
                <a:gd name="T58" fmla="*/ 74 w 214"/>
                <a:gd name="T59" fmla="*/ 21 h 46"/>
                <a:gd name="T60" fmla="*/ 84 w 214"/>
                <a:gd name="T61" fmla="*/ 20 h 46"/>
                <a:gd name="T62" fmla="*/ 88 w 214"/>
                <a:gd name="T63" fmla="*/ 19 h 46"/>
                <a:gd name="T64" fmla="*/ 88 w 214"/>
                <a:gd name="T65" fmla="*/ 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4" h="46">
                  <a:moveTo>
                    <a:pt x="93" y="0"/>
                  </a:moveTo>
                  <a:cubicBezTo>
                    <a:pt x="94" y="1"/>
                    <a:pt x="96" y="0"/>
                    <a:pt x="98" y="0"/>
                  </a:cubicBezTo>
                  <a:cubicBezTo>
                    <a:pt x="101" y="1"/>
                    <a:pt x="101" y="2"/>
                    <a:pt x="104" y="3"/>
                  </a:cubicBezTo>
                  <a:cubicBezTo>
                    <a:pt x="105" y="1"/>
                    <a:pt x="108" y="4"/>
                    <a:pt x="108" y="3"/>
                  </a:cubicBezTo>
                  <a:cubicBezTo>
                    <a:pt x="113" y="5"/>
                    <a:pt x="118" y="8"/>
                    <a:pt x="122" y="11"/>
                  </a:cubicBezTo>
                  <a:cubicBezTo>
                    <a:pt x="124" y="12"/>
                    <a:pt x="125" y="16"/>
                    <a:pt x="127" y="17"/>
                  </a:cubicBezTo>
                  <a:cubicBezTo>
                    <a:pt x="129" y="18"/>
                    <a:pt x="133" y="18"/>
                    <a:pt x="135" y="20"/>
                  </a:cubicBezTo>
                  <a:cubicBezTo>
                    <a:pt x="135" y="20"/>
                    <a:pt x="136" y="19"/>
                    <a:pt x="137" y="19"/>
                  </a:cubicBezTo>
                  <a:cubicBezTo>
                    <a:pt x="137" y="19"/>
                    <a:pt x="137" y="19"/>
                    <a:pt x="137" y="20"/>
                  </a:cubicBezTo>
                  <a:cubicBezTo>
                    <a:pt x="138" y="19"/>
                    <a:pt x="138" y="19"/>
                    <a:pt x="139" y="19"/>
                  </a:cubicBezTo>
                  <a:cubicBezTo>
                    <a:pt x="139" y="18"/>
                    <a:pt x="146" y="21"/>
                    <a:pt x="148" y="19"/>
                  </a:cubicBezTo>
                  <a:cubicBezTo>
                    <a:pt x="151" y="21"/>
                    <a:pt x="156" y="18"/>
                    <a:pt x="162" y="19"/>
                  </a:cubicBezTo>
                  <a:cubicBezTo>
                    <a:pt x="164" y="20"/>
                    <a:pt x="171" y="20"/>
                    <a:pt x="174" y="18"/>
                  </a:cubicBezTo>
                  <a:cubicBezTo>
                    <a:pt x="175" y="19"/>
                    <a:pt x="176" y="19"/>
                    <a:pt x="176" y="19"/>
                  </a:cubicBezTo>
                  <a:cubicBezTo>
                    <a:pt x="177" y="19"/>
                    <a:pt x="180" y="18"/>
                    <a:pt x="182" y="19"/>
                  </a:cubicBezTo>
                  <a:cubicBezTo>
                    <a:pt x="182" y="20"/>
                    <a:pt x="186" y="19"/>
                    <a:pt x="188" y="19"/>
                  </a:cubicBezTo>
                  <a:cubicBezTo>
                    <a:pt x="190" y="19"/>
                    <a:pt x="192" y="18"/>
                    <a:pt x="195" y="18"/>
                  </a:cubicBezTo>
                  <a:cubicBezTo>
                    <a:pt x="196" y="18"/>
                    <a:pt x="201" y="19"/>
                    <a:pt x="202" y="18"/>
                  </a:cubicBezTo>
                  <a:cubicBezTo>
                    <a:pt x="206" y="20"/>
                    <a:pt x="212" y="21"/>
                    <a:pt x="214" y="23"/>
                  </a:cubicBezTo>
                  <a:cubicBezTo>
                    <a:pt x="214" y="26"/>
                    <a:pt x="213" y="30"/>
                    <a:pt x="210" y="31"/>
                  </a:cubicBezTo>
                  <a:cubicBezTo>
                    <a:pt x="209" y="32"/>
                    <a:pt x="206" y="31"/>
                    <a:pt x="205" y="31"/>
                  </a:cubicBezTo>
                  <a:cubicBezTo>
                    <a:pt x="204" y="32"/>
                    <a:pt x="202" y="34"/>
                    <a:pt x="200" y="34"/>
                  </a:cubicBezTo>
                  <a:cubicBezTo>
                    <a:pt x="198" y="35"/>
                    <a:pt x="195" y="34"/>
                    <a:pt x="194" y="36"/>
                  </a:cubicBezTo>
                  <a:cubicBezTo>
                    <a:pt x="194" y="36"/>
                    <a:pt x="193" y="35"/>
                    <a:pt x="193" y="35"/>
                  </a:cubicBezTo>
                  <a:cubicBezTo>
                    <a:pt x="192" y="35"/>
                    <a:pt x="184" y="35"/>
                    <a:pt x="184" y="35"/>
                  </a:cubicBezTo>
                  <a:cubicBezTo>
                    <a:pt x="183" y="35"/>
                    <a:pt x="183" y="35"/>
                    <a:pt x="183" y="35"/>
                  </a:cubicBezTo>
                  <a:cubicBezTo>
                    <a:pt x="183" y="35"/>
                    <a:pt x="171" y="36"/>
                    <a:pt x="169" y="35"/>
                  </a:cubicBezTo>
                  <a:cubicBezTo>
                    <a:pt x="167" y="35"/>
                    <a:pt x="166" y="35"/>
                    <a:pt x="165" y="36"/>
                  </a:cubicBezTo>
                  <a:cubicBezTo>
                    <a:pt x="159" y="33"/>
                    <a:pt x="147" y="34"/>
                    <a:pt x="141" y="36"/>
                  </a:cubicBezTo>
                  <a:cubicBezTo>
                    <a:pt x="138" y="36"/>
                    <a:pt x="129" y="36"/>
                    <a:pt x="129" y="36"/>
                  </a:cubicBezTo>
                  <a:cubicBezTo>
                    <a:pt x="129" y="36"/>
                    <a:pt x="128" y="37"/>
                    <a:pt x="128" y="37"/>
                  </a:cubicBezTo>
                  <a:cubicBezTo>
                    <a:pt x="125" y="36"/>
                    <a:pt x="123" y="36"/>
                    <a:pt x="121" y="36"/>
                  </a:cubicBezTo>
                  <a:cubicBezTo>
                    <a:pt x="119" y="36"/>
                    <a:pt x="119" y="37"/>
                    <a:pt x="118" y="38"/>
                  </a:cubicBezTo>
                  <a:cubicBezTo>
                    <a:pt x="118" y="38"/>
                    <a:pt x="118" y="38"/>
                    <a:pt x="118" y="38"/>
                  </a:cubicBezTo>
                  <a:cubicBezTo>
                    <a:pt x="117" y="37"/>
                    <a:pt x="116" y="37"/>
                    <a:pt x="115" y="37"/>
                  </a:cubicBezTo>
                  <a:cubicBezTo>
                    <a:pt x="115" y="38"/>
                    <a:pt x="114" y="38"/>
                    <a:pt x="114" y="38"/>
                  </a:cubicBezTo>
                  <a:cubicBezTo>
                    <a:pt x="112" y="38"/>
                    <a:pt x="109" y="37"/>
                    <a:pt x="107" y="36"/>
                  </a:cubicBezTo>
                  <a:cubicBezTo>
                    <a:pt x="104" y="37"/>
                    <a:pt x="98" y="37"/>
                    <a:pt x="94" y="36"/>
                  </a:cubicBezTo>
                  <a:cubicBezTo>
                    <a:pt x="93" y="36"/>
                    <a:pt x="87" y="37"/>
                    <a:pt x="86" y="38"/>
                  </a:cubicBezTo>
                  <a:cubicBezTo>
                    <a:pt x="85" y="38"/>
                    <a:pt x="81" y="37"/>
                    <a:pt x="80" y="36"/>
                  </a:cubicBezTo>
                  <a:cubicBezTo>
                    <a:pt x="78" y="37"/>
                    <a:pt x="77" y="37"/>
                    <a:pt x="75" y="38"/>
                  </a:cubicBezTo>
                  <a:cubicBezTo>
                    <a:pt x="73" y="38"/>
                    <a:pt x="72" y="37"/>
                    <a:pt x="71" y="37"/>
                  </a:cubicBezTo>
                  <a:cubicBezTo>
                    <a:pt x="66" y="39"/>
                    <a:pt x="55" y="36"/>
                    <a:pt x="51" y="39"/>
                  </a:cubicBezTo>
                  <a:cubicBezTo>
                    <a:pt x="49" y="40"/>
                    <a:pt x="44" y="38"/>
                    <a:pt x="41" y="39"/>
                  </a:cubicBezTo>
                  <a:cubicBezTo>
                    <a:pt x="40" y="39"/>
                    <a:pt x="38" y="39"/>
                    <a:pt x="36" y="40"/>
                  </a:cubicBezTo>
                  <a:cubicBezTo>
                    <a:pt x="36" y="40"/>
                    <a:pt x="35" y="39"/>
                    <a:pt x="34" y="39"/>
                  </a:cubicBezTo>
                  <a:cubicBezTo>
                    <a:pt x="30" y="41"/>
                    <a:pt x="20" y="42"/>
                    <a:pt x="18" y="46"/>
                  </a:cubicBezTo>
                  <a:cubicBezTo>
                    <a:pt x="14" y="45"/>
                    <a:pt x="6" y="43"/>
                    <a:pt x="3" y="39"/>
                  </a:cubicBezTo>
                  <a:cubicBezTo>
                    <a:pt x="2" y="38"/>
                    <a:pt x="3" y="35"/>
                    <a:pt x="2" y="34"/>
                  </a:cubicBezTo>
                  <a:cubicBezTo>
                    <a:pt x="1" y="32"/>
                    <a:pt x="0" y="33"/>
                    <a:pt x="0" y="30"/>
                  </a:cubicBezTo>
                  <a:cubicBezTo>
                    <a:pt x="1" y="28"/>
                    <a:pt x="2" y="27"/>
                    <a:pt x="3" y="25"/>
                  </a:cubicBezTo>
                  <a:cubicBezTo>
                    <a:pt x="4" y="25"/>
                    <a:pt x="4" y="26"/>
                    <a:pt x="5" y="25"/>
                  </a:cubicBezTo>
                  <a:cubicBezTo>
                    <a:pt x="8" y="25"/>
                    <a:pt x="10" y="24"/>
                    <a:pt x="13" y="23"/>
                  </a:cubicBezTo>
                  <a:cubicBezTo>
                    <a:pt x="14" y="23"/>
                    <a:pt x="16" y="24"/>
                    <a:pt x="17" y="23"/>
                  </a:cubicBezTo>
                  <a:cubicBezTo>
                    <a:pt x="23" y="23"/>
                    <a:pt x="28" y="23"/>
                    <a:pt x="34" y="23"/>
                  </a:cubicBezTo>
                  <a:cubicBezTo>
                    <a:pt x="35" y="23"/>
                    <a:pt x="43" y="26"/>
                    <a:pt x="46" y="25"/>
                  </a:cubicBezTo>
                  <a:cubicBezTo>
                    <a:pt x="48" y="24"/>
                    <a:pt x="52" y="23"/>
                    <a:pt x="52" y="23"/>
                  </a:cubicBezTo>
                  <a:cubicBezTo>
                    <a:pt x="53" y="23"/>
                    <a:pt x="59" y="23"/>
                    <a:pt x="61" y="23"/>
                  </a:cubicBezTo>
                  <a:cubicBezTo>
                    <a:pt x="63" y="22"/>
                    <a:pt x="68" y="23"/>
                    <a:pt x="70" y="23"/>
                  </a:cubicBezTo>
                  <a:cubicBezTo>
                    <a:pt x="71" y="22"/>
                    <a:pt x="73" y="21"/>
                    <a:pt x="74" y="21"/>
                  </a:cubicBezTo>
                  <a:cubicBezTo>
                    <a:pt x="77" y="21"/>
                    <a:pt x="79" y="21"/>
                    <a:pt x="82" y="21"/>
                  </a:cubicBezTo>
                  <a:cubicBezTo>
                    <a:pt x="83" y="21"/>
                    <a:pt x="83" y="21"/>
                    <a:pt x="84" y="20"/>
                  </a:cubicBezTo>
                  <a:cubicBezTo>
                    <a:pt x="85" y="21"/>
                    <a:pt x="84" y="21"/>
                    <a:pt x="86" y="21"/>
                  </a:cubicBezTo>
                  <a:cubicBezTo>
                    <a:pt x="86" y="21"/>
                    <a:pt x="87" y="20"/>
                    <a:pt x="88" y="19"/>
                  </a:cubicBezTo>
                  <a:cubicBezTo>
                    <a:pt x="88" y="18"/>
                    <a:pt x="89" y="17"/>
                    <a:pt x="89" y="16"/>
                  </a:cubicBezTo>
                  <a:cubicBezTo>
                    <a:pt x="86" y="13"/>
                    <a:pt x="90" y="5"/>
                    <a:pt x="88" y="4"/>
                  </a:cubicBezTo>
                  <a:cubicBezTo>
                    <a:pt x="89" y="2"/>
                    <a:pt x="91" y="1"/>
                    <a:pt x="93"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1" name="Freeform 7"/>
            <p:cNvSpPr>
              <a:spLocks noEditPoints="1"/>
            </p:cNvSpPr>
            <p:nvPr/>
          </p:nvSpPr>
          <p:spPr bwMode="auto">
            <a:xfrm>
              <a:off x="1047452" y="6228149"/>
              <a:ext cx="364765" cy="232071"/>
            </a:xfrm>
            <a:custGeom>
              <a:avLst/>
              <a:gdLst>
                <a:gd name="T0" fmla="*/ 257 w 272"/>
                <a:gd name="T1" fmla="*/ 115 h 172"/>
                <a:gd name="T2" fmla="*/ 219 w 272"/>
                <a:gd name="T3" fmla="*/ 115 h 172"/>
                <a:gd name="T4" fmla="*/ 187 w 272"/>
                <a:gd name="T5" fmla="*/ 113 h 172"/>
                <a:gd name="T6" fmla="*/ 171 w 272"/>
                <a:gd name="T7" fmla="*/ 112 h 172"/>
                <a:gd name="T8" fmla="*/ 125 w 272"/>
                <a:gd name="T9" fmla="*/ 112 h 172"/>
                <a:gd name="T10" fmla="*/ 139 w 272"/>
                <a:gd name="T11" fmla="*/ 100 h 172"/>
                <a:gd name="T12" fmla="*/ 162 w 272"/>
                <a:gd name="T13" fmla="*/ 101 h 172"/>
                <a:gd name="T14" fmla="*/ 183 w 272"/>
                <a:gd name="T15" fmla="*/ 101 h 172"/>
                <a:gd name="T16" fmla="*/ 185 w 272"/>
                <a:gd name="T17" fmla="*/ 58 h 172"/>
                <a:gd name="T18" fmla="*/ 186 w 272"/>
                <a:gd name="T19" fmla="*/ 32 h 172"/>
                <a:gd name="T20" fmla="*/ 194 w 272"/>
                <a:gd name="T21" fmla="*/ 0 h 172"/>
                <a:gd name="T22" fmla="*/ 168 w 272"/>
                <a:gd name="T23" fmla="*/ 1 h 172"/>
                <a:gd name="T24" fmla="*/ 143 w 272"/>
                <a:gd name="T25" fmla="*/ 3 h 172"/>
                <a:gd name="T26" fmla="*/ 114 w 272"/>
                <a:gd name="T27" fmla="*/ 4 h 172"/>
                <a:gd name="T28" fmla="*/ 95 w 272"/>
                <a:gd name="T29" fmla="*/ 2 h 172"/>
                <a:gd name="T30" fmla="*/ 63 w 272"/>
                <a:gd name="T31" fmla="*/ 5 h 172"/>
                <a:gd name="T32" fmla="*/ 62 w 272"/>
                <a:gd name="T33" fmla="*/ 22 h 172"/>
                <a:gd name="T34" fmla="*/ 67 w 272"/>
                <a:gd name="T35" fmla="*/ 50 h 172"/>
                <a:gd name="T36" fmla="*/ 66 w 272"/>
                <a:gd name="T37" fmla="*/ 63 h 172"/>
                <a:gd name="T38" fmla="*/ 67 w 272"/>
                <a:gd name="T39" fmla="*/ 82 h 172"/>
                <a:gd name="T40" fmla="*/ 62 w 272"/>
                <a:gd name="T41" fmla="*/ 106 h 172"/>
                <a:gd name="T42" fmla="*/ 75 w 272"/>
                <a:gd name="T43" fmla="*/ 101 h 172"/>
                <a:gd name="T44" fmla="*/ 109 w 272"/>
                <a:gd name="T45" fmla="*/ 102 h 172"/>
                <a:gd name="T46" fmla="*/ 99 w 272"/>
                <a:gd name="T47" fmla="*/ 112 h 172"/>
                <a:gd name="T48" fmla="*/ 71 w 272"/>
                <a:gd name="T49" fmla="*/ 116 h 172"/>
                <a:gd name="T50" fmla="*/ 43 w 272"/>
                <a:gd name="T51" fmla="*/ 120 h 172"/>
                <a:gd name="T52" fmla="*/ 23 w 272"/>
                <a:gd name="T53" fmla="*/ 122 h 172"/>
                <a:gd name="T54" fmla="*/ 4 w 272"/>
                <a:gd name="T55" fmla="*/ 129 h 172"/>
                <a:gd name="T56" fmla="*/ 28 w 272"/>
                <a:gd name="T57" fmla="*/ 143 h 172"/>
                <a:gd name="T58" fmla="*/ 42 w 272"/>
                <a:gd name="T59" fmla="*/ 138 h 172"/>
                <a:gd name="T60" fmla="*/ 62 w 272"/>
                <a:gd name="T61" fmla="*/ 133 h 172"/>
                <a:gd name="T62" fmla="*/ 93 w 272"/>
                <a:gd name="T63" fmla="*/ 127 h 172"/>
                <a:gd name="T64" fmla="*/ 92 w 272"/>
                <a:gd name="T65" fmla="*/ 141 h 172"/>
                <a:gd name="T66" fmla="*/ 86 w 272"/>
                <a:gd name="T67" fmla="*/ 156 h 172"/>
                <a:gd name="T68" fmla="*/ 100 w 272"/>
                <a:gd name="T69" fmla="*/ 153 h 172"/>
                <a:gd name="T70" fmla="*/ 119 w 272"/>
                <a:gd name="T71" fmla="*/ 126 h 172"/>
                <a:gd name="T72" fmla="*/ 138 w 272"/>
                <a:gd name="T73" fmla="*/ 130 h 172"/>
                <a:gd name="T74" fmla="*/ 150 w 272"/>
                <a:gd name="T75" fmla="*/ 150 h 172"/>
                <a:gd name="T76" fmla="*/ 170 w 272"/>
                <a:gd name="T77" fmla="*/ 159 h 172"/>
                <a:gd name="T78" fmla="*/ 172 w 272"/>
                <a:gd name="T79" fmla="*/ 128 h 172"/>
                <a:gd name="T80" fmla="*/ 209 w 272"/>
                <a:gd name="T81" fmla="*/ 134 h 172"/>
                <a:gd name="T82" fmla="*/ 229 w 272"/>
                <a:gd name="T83" fmla="*/ 144 h 172"/>
                <a:gd name="T84" fmla="*/ 238 w 272"/>
                <a:gd name="T85" fmla="*/ 146 h 172"/>
                <a:gd name="T86" fmla="*/ 266 w 272"/>
                <a:gd name="T87" fmla="*/ 140 h 172"/>
                <a:gd name="T88" fmla="*/ 170 w 272"/>
                <a:gd name="T89" fmla="*/ 55 h 172"/>
                <a:gd name="T90" fmla="*/ 139 w 272"/>
                <a:gd name="T91" fmla="*/ 55 h 172"/>
                <a:gd name="T92" fmla="*/ 107 w 272"/>
                <a:gd name="T93" fmla="*/ 58 h 172"/>
                <a:gd name="T94" fmla="*/ 87 w 272"/>
                <a:gd name="T95" fmla="*/ 60 h 172"/>
                <a:gd name="T96" fmla="*/ 104 w 272"/>
                <a:gd name="T97" fmla="*/ 48 h 172"/>
                <a:gd name="T98" fmla="*/ 135 w 272"/>
                <a:gd name="T99" fmla="*/ 45 h 172"/>
                <a:gd name="T100" fmla="*/ 166 w 272"/>
                <a:gd name="T101" fmla="*/ 44 h 172"/>
                <a:gd name="T102" fmla="*/ 94 w 272"/>
                <a:gd name="T103" fmla="*/ 23 h 172"/>
                <a:gd name="T104" fmla="*/ 135 w 272"/>
                <a:gd name="T105" fmla="*/ 20 h 172"/>
                <a:gd name="T106" fmla="*/ 174 w 272"/>
                <a:gd name="T107" fmla="*/ 19 h 172"/>
                <a:gd name="T108" fmla="*/ 102 w 272"/>
                <a:gd name="T109" fmla="*/ 32 h 172"/>
                <a:gd name="T110" fmla="*/ 94 w 272"/>
                <a:gd name="T111" fmla="*/ 23 h 172"/>
                <a:gd name="T112" fmla="*/ 95 w 272"/>
                <a:gd name="T113" fmla="*/ 85 h 172"/>
                <a:gd name="T114" fmla="*/ 82 w 272"/>
                <a:gd name="T115" fmla="*/ 82 h 172"/>
                <a:gd name="T116" fmla="*/ 106 w 272"/>
                <a:gd name="T117" fmla="*/ 75 h 172"/>
                <a:gd name="T118" fmla="*/ 149 w 272"/>
                <a:gd name="T119" fmla="*/ 71 h 172"/>
                <a:gd name="T120" fmla="*/ 170 w 272"/>
                <a:gd name="T121" fmla="*/ 81 h 172"/>
                <a:gd name="T122" fmla="*/ 133 w 272"/>
                <a:gd name="T123" fmla="*/ 8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72">
                  <a:moveTo>
                    <a:pt x="270" y="130"/>
                  </a:moveTo>
                  <a:cubicBezTo>
                    <a:pt x="272" y="123"/>
                    <a:pt x="264" y="119"/>
                    <a:pt x="266" y="115"/>
                  </a:cubicBezTo>
                  <a:cubicBezTo>
                    <a:pt x="265" y="114"/>
                    <a:pt x="264" y="112"/>
                    <a:pt x="262" y="112"/>
                  </a:cubicBezTo>
                  <a:cubicBezTo>
                    <a:pt x="261" y="112"/>
                    <a:pt x="258" y="115"/>
                    <a:pt x="257" y="115"/>
                  </a:cubicBezTo>
                  <a:cubicBezTo>
                    <a:pt x="255" y="116"/>
                    <a:pt x="241" y="114"/>
                    <a:pt x="239" y="113"/>
                  </a:cubicBezTo>
                  <a:cubicBezTo>
                    <a:pt x="237" y="113"/>
                    <a:pt x="237" y="115"/>
                    <a:pt x="235" y="115"/>
                  </a:cubicBezTo>
                  <a:cubicBezTo>
                    <a:pt x="234" y="116"/>
                    <a:pt x="231" y="115"/>
                    <a:pt x="231" y="115"/>
                  </a:cubicBezTo>
                  <a:cubicBezTo>
                    <a:pt x="230" y="114"/>
                    <a:pt x="220" y="116"/>
                    <a:pt x="219" y="115"/>
                  </a:cubicBezTo>
                  <a:cubicBezTo>
                    <a:pt x="218" y="115"/>
                    <a:pt x="218" y="114"/>
                    <a:pt x="217" y="114"/>
                  </a:cubicBezTo>
                  <a:cubicBezTo>
                    <a:pt x="213" y="117"/>
                    <a:pt x="206" y="114"/>
                    <a:pt x="202" y="113"/>
                  </a:cubicBezTo>
                  <a:cubicBezTo>
                    <a:pt x="200" y="114"/>
                    <a:pt x="193" y="113"/>
                    <a:pt x="193" y="113"/>
                  </a:cubicBezTo>
                  <a:cubicBezTo>
                    <a:pt x="191" y="113"/>
                    <a:pt x="189" y="113"/>
                    <a:pt x="187" y="113"/>
                  </a:cubicBezTo>
                  <a:cubicBezTo>
                    <a:pt x="186" y="113"/>
                    <a:pt x="186" y="112"/>
                    <a:pt x="185" y="112"/>
                  </a:cubicBezTo>
                  <a:cubicBezTo>
                    <a:pt x="184" y="114"/>
                    <a:pt x="183" y="112"/>
                    <a:pt x="181" y="113"/>
                  </a:cubicBezTo>
                  <a:cubicBezTo>
                    <a:pt x="180" y="113"/>
                    <a:pt x="179" y="113"/>
                    <a:pt x="179" y="113"/>
                  </a:cubicBezTo>
                  <a:cubicBezTo>
                    <a:pt x="176" y="112"/>
                    <a:pt x="175" y="113"/>
                    <a:pt x="171" y="112"/>
                  </a:cubicBezTo>
                  <a:cubicBezTo>
                    <a:pt x="169" y="112"/>
                    <a:pt x="166" y="112"/>
                    <a:pt x="164" y="112"/>
                  </a:cubicBezTo>
                  <a:cubicBezTo>
                    <a:pt x="164" y="112"/>
                    <a:pt x="155" y="110"/>
                    <a:pt x="154" y="110"/>
                  </a:cubicBezTo>
                  <a:cubicBezTo>
                    <a:pt x="153" y="111"/>
                    <a:pt x="153" y="112"/>
                    <a:pt x="151" y="111"/>
                  </a:cubicBezTo>
                  <a:cubicBezTo>
                    <a:pt x="144" y="109"/>
                    <a:pt x="131" y="110"/>
                    <a:pt x="125" y="112"/>
                  </a:cubicBezTo>
                  <a:cubicBezTo>
                    <a:pt x="125" y="112"/>
                    <a:pt x="124" y="111"/>
                    <a:pt x="124" y="111"/>
                  </a:cubicBezTo>
                  <a:cubicBezTo>
                    <a:pt x="124" y="108"/>
                    <a:pt x="125" y="101"/>
                    <a:pt x="129" y="100"/>
                  </a:cubicBezTo>
                  <a:cubicBezTo>
                    <a:pt x="132" y="99"/>
                    <a:pt x="132" y="100"/>
                    <a:pt x="135" y="101"/>
                  </a:cubicBezTo>
                  <a:cubicBezTo>
                    <a:pt x="137" y="101"/>
                    <a:pt x="138" y="100"/>
                    <a:pt x="139" y="100"/>
                  </a:cubicBezTo>
                  <a:cubicBezTo>
                    <a:pt x="140" y="100"/>
                    <a:pt x="140" y="100"/>
                    <a:pt x="141" y="100"/>
                  </a:cubicBezTo>
                  <a:cubicBezTo>
                    <a:pt x="141" y="100"/>
                    <a:pt x="142" y="100"/>
                    <a:pt x="142" y="100"/>
                  </a:cubicBezTo>
                  <a:cubicBezTo>
                    <a:pt x="147" y="101"/>
                    <a:pt x="147" y="101"/>
                    <a:pt x="147" y="101"/>
                  </a:cubicBezTo>
                  <a:cubicBezTo>
                    <a:pt x="149" y="101"/>
                    <a:pt x="161" y="101"/>
                    <a:pt x="162" y="101"/>
                  </a:cubicBezTo>
                  <a:cubicBezTo>
                    <a:pt x="165" y="101"/>
                    <a:pt x="168" y="101"/>
                    <a:pt x="170" y="101"/>
                  </a:cubicBezTo>
                  <a:cubicBezTo>
                    <a:pt x="173" y="103"/>
                    <a:pt x="174" y="105"/>
                    <a:pt x="175" y="106"/>
                  </a:cubicBezTo>
                  <a:cubicBezTo>
                    <a:pt x="175" y="106"/>
                    <a:pt x="176" y="106"/>
                    <a:pt x="177" y="106"/>
                  </a:cubicBezTo>
                  <a:cubicBezTo>
                    <a:pt x="179" y="104"/>
                    <a:pt x="181" y="102"/>
                    <a:pt x="183" y="101"/>
                  </a:cubicBezTo>
                  <a:cubicBezTo>
                    <a:pt x="185" y="99"/>
                    <a:pt x="186" y="91"/>
                    <a:pt x="185" y="87"/>
                  </a:cubicBezTo>
                  <a:cubicBezTo>
                    <a:pt x="185" y="86"/>
                    <a:pt x="181" y="84"/>
                    <a:pt x="183" y="81"/>
                  </a:cubicBezTo>
                  <a:cubicBezTo>
                    <a:pt x="183" y="80"/>
                    <a:pt x="183" y="75"/>
                    <a:pt x="183" y="75"/>
                  </a:cubicBezTo>
                  <a:cubicBezTo>
                    <a:pt x="185" y="72"/>
                    <a:pt x="186" y="61"/>
                    <a:pt x="185" y="58"/>
                  </a:cubicBezTo>
                  <a:cubicBezTo>
                    <a:pt x="185" y="57"/>
                    <a:pt x="184" y="56"/>
                    <a:pt x="184" y="55"/>
                  </a:cubicBezTo>
                  <a:cubicBezTo>
                    <a:pt x="184" y="55"/>
                    <a:pt x="184" y="50"/>
                    <a:pt x="184" y="49"/>
                  </a:cubicBezTo>
                  <a:cubicBezTo>
                    <a:pt x="185" y="47"/>
                    <a:pt x="186" y="44"/>
                    <a:pt x="186" y="41"/>
                  </a:cubicBezTo>
                  <a:cubicBezTo>
                    <a:pt x="187" y="37"/>
                    <a:pt x="185" y="36"/>
                    <a:pt x="186" y="32"/>
                  </a:cubicBezTo>
                  <a:cubicBezTo>
                    <a:pt x="187" y="32"/>
                    <a:pt x="186" y="31"/>
                    <a:pt x="187" y="31"/>
                  </a:cubicBezTo>
                  <a:cubicBezTo>
                    <a:pt x="187" y="28"/>
                    <a:pt x="189" y="27"/>
                    <a:pt x="191" y="25"/>
                  </a:cubicBezTo>
                  <a:cubicBezTo>
                    <a:pt x="194" y="21"/>
                    <a:pt x="198" y="15"/>
                    <a:pt x="199" y="9"/>
                  </a:cubicBezTo>
                  <a:cubicBezTo>
                    <a:pt x="197" y="6"/>
                    <a:pt x="197" y="2"/>
                    <a:pt x="194" y="0"/>
                  </a:cubicBezTo>
                  <a:cubicBezTo>
                    <a:pt x="193" y="0"/>
                    <a:pt x="192" y="0"/>
                    <a:pt x="191" y="0"/>
                  </a:cubicBezTo>
                  <a:cubicBezTo>
                    <a:pt x="190" y="2"/>
                    <a:pt x="188" y="1"/>
                    <a:pt x="187" y="1"/>
                  </a:cubicBezTo>
                  <a:cubicBezTo>
                    <a:pt x="184" y="4"/>
                    <a:pt x="180" y="4"/>
                    <a:pt x="176" y="3"/>
                  </a:cubicBezTo>
                  <a:cubicBezTo>
                    <a:pt x="174" y="5"/>
                    <a:pt x="169" y="2"/>
                    <a:pt x="168" y="1"/>
                  </a:cubicBezTo>
                  <a:cubicBezTo>
                    <a:pt x="168" y="2"/>
                    <a:pt x="165" y="2"/>
                    <a:pt x="164" y="2"/>
                  </a:cubicBezTo>
                  <a:cubicBezTo>
                    <a:pt x="164" y="2"/>
                    <a:pt x="161" y="1"/>
                    <a:pt x="161" y="2"/>
                  </a:cubicBezTo>
                  <a:cubicBezTo>
                    <a:pt x="158" y="2"/>
                    <a:pt x="151" y="2"/>
                    <a:pt x="148" y="4"/>
                  </a:cubicBezTo>
                  <a:cubicBezTo>
                    <a:pt x="146" y="4"/>
                    <a:pt x="145" y="3"/>
                    <a:pt x="143" y="3"/>
                  </a:cubicBezTo>
                  <a:cubicBezTo>
                    <a:pt x="140" y="2"/>
                    <a:pt x="140" y="4"/>
                    <a:pt x="137" y="3"/>
                  </a:cubicBezTo>
                  <a:cubicBezTo>
                    <a:pt x="137" y="3"/>
                    <a:pt x="137" y="3"/>
                    <a:pt x="137" y="3"/>
                  </a:cubicBezTo>
                  <a:cubicBezTo>
                    <a:pt x="134" y="3"/>
                    <a:pt x="131" y="1"/>
                    <a:pt x="128" y="2"/>
                  </a:cubicBezTo>
                  <a:cubicBezTo>
                    <a:pt x="124" y="3"/>
                    <a:pt x="117" y="3"/>
                    <a:pt x="114" y="4"/>
                  </a:cubicBezTo>
                  <a:cubicBezTo>
                    <a:pt x="113" y="3"/>
                    <a:pt x="113" y="3"/>
                    <a:pt x="112" y="3"/>
                  </a:cubicBezTo>
                  <a:cubicBezTo>
                    <a:pt x="109" y="4"/>
                    <a:pt x="108" y="4"/>
                    <a:pt x="106" y="4"/>
                  </a:cubicBezTo>
                  <a:cubicBezTo>
                    <a:pt x="104" y="4"/>
                    <a:pt x="100" y="3"/>
                    <a:pt x="100" y="2"/>
                  </a:cubicBezTo>
                  <a:cubicBezTo>
                    <a:pt x="98" y="2"/>
                    <a:pt x="96" y="2"/>
                    <a:pt x="95" y="2"/>
                  </a:cubicBezTo>
                  <a:cubicBezTo>
                    <a:pt x="94" y="3"/>
                    <a:pt x="84" y="2"/>
                    <a:pt x="82" y="4"/>
                  </a:cubicBezTo>
                  <a:cubicBezTo>
                    <a:pt x="80" y="4"/>
                    <a:pt x="78" y="4"/>
                    <a:pt x="76" y="4"/>
                  </a:cubicBezTo>
                  <a:cubicBezTo>
                    <a:pt x="73" y="4"/>
                    <a:pt x="71" y="4"/>
                    <a:pt x="67" y="6"/>
                  </a:cubicBezTo>
                  <a:cubicBezTo>
                    <a:pt x="66" y="6"/>
                    <a:pt x="65" y="5"/>
                    <a:pt x="63" y="5"/>
                  </a:cubicBezTo>
                  <a:cubicBezTo>
                    <a:pt x="61" y="7"/>
                    <a:pt x="58" y="9"/>
                    <a:pt x="55" y="10"/>
                  </a:cubicBezTo>
                  <a:cubicBezTo>
                    <a:pt x="55" y="12"/>
                    <a:pt x="55" y="13"/>
                    <a:pt x="56" y="14"/>
                  </a:cubicBezTo>
                  <a:cubicBezTo>
                    <a:pt x="57" y="14"/>
                    <a:pt x="61" y="18"/>
                    <a:pt x="62" y="19"/>
                  </a:cubicBezTo>
                  <a:cubicBezTo>
                    <a:pt x="62" y="20"/>
                    <a:pt x="62" y="22"/>
                    <a:pt x="62" y="22"/>
                  </a:cubicBezTo>
                  <a:cubicBezTo>
                    <a:pt x="63" y="23"/>
                    <a:pt x="63" y="26"/>
                    <a:pt x="63" y="26"/>
                  </a:cubicBezTo>
                  <a:cubicBezTo>
                    <a:pt x="66" y="29"/>
                    <a:pt x="65" y="31"/>
                    <a:pt x="66" y="35"/>
                  </a:cubicBezTo>
                  <a:cubicBezTo>
                    <a:pt x="65" y="41"/>
                    <a:pt x="65" y="41"/>
                    <a:pt x="65" y="41"/>
                  </a:cubicBezTo>
                  <a:cubicBezTo>
                    <a:pt x="65" y="45"/>
                    <a:pt x="66" y="49"/>
                    <a:pt x="67" y="50"/>
                  </a:cubicBezTo>
                  <a:cubicBezTo>
                    <a:pt x="67" y="51"/>
                    <a:pt x="66" y="52"/>
                    <a:pt x="66" y="52"/>
                  </a:cubicBezTo>
                  <a:cubicBezTo>
                    <a:pt x="67" y="54"/>
                    <a:pt x="67" y="56"/>
                    <a:pt x="67" y="58"/>
                  </a:cubicBezTo>
                  <a:cubicBezTo>
                    <a:pt x="67" y="58"/>
                    <a:pt x="67" y="59"/>
                    <a:pt x="67" y="59"/>
                  </a:cubicBezTo>
                  <a:cubicBezTo>
                    <a:pt x="67" y="60"/>
                    <a:pt x="67" y="62"/>
                    <a:pt x="66" y="63"/>
                  </a:cubicBezTo>
                  <a:cubicBezTo>
                    <a:pt x="66" y="64"/>
                    <a:pt x="67" y="65"/>
                    <a:pt x="67" y="66"/>
                  </a:cubicBezTo>
                  <a:cubicBezTo>
                    <a:pt x="66" y="66"/>
                    <a:pt x="66" y="67"/>
                    <a:pt x="65" y="68"/>
                  </a:cubicBezTo>
                  <a:cubicBezTo>
                    <a:pt x="66" y="71"/>
                    <a:pt x="68" y="80"/>
                    <a:pt x="66" y="82"/>
                  </a:cubicBezTo>
                  <a:cubicBezTo>
                    <a:pt x="67" y="82"/>
                    <a:pt x="66" y="82"/>
                    <a:pt x="67" y="82"/>
                  </a:cubicBezTo>
                  <a:cubicBezTo>
                    <a:pt x="67" y="83"/>
                    <a:pt x="66" y="87"/>
                    <a:pt x="66" y="88"/>
                  </a:cubicBezTo>
                  <a:cubicBezTo>
                    <a:pt x="66" y="88"/>
                    <a:pt x="66" y="88"/>
                    <a:pt x="66" y="88"/>
                  </a:cubicBezTo>
                  <a:cubicBezTo>
                    <a:pt x="66" y="88"/>
                    <a:pt x="66" y="93"/>
                    <a:pt x="66" y="93"/>
                  </a:cubicBezTo>
                  <a:cubicBezTo>
                    <a:pt x="65" y="98"/>
                    <a:pt x="64" y="102"/>
                    <a:pt x="62" y="106"/>
                  </a:cubicBezTo>
                  <a:cubicBezTo>
                    <a:pt x="62" y="107"/>
                    <a:pt x="62" y="113"/>
                    <a:pt x="62" y="113"/>
                  </a:cubicBezTo>
                  <a:cubicBezTo>
                    <a:pt x="63" y="114"/>
                    <a:pt x="64" y="114"/>
                    <a:pt x="65" y="114"/>
                  </a:cubicBezTo>
                  <a:cubicBezTo>
                    <a:pt x="65" y="114"/>
                    <a:pt x="67" y="114"/>
                    <a:pt x="67" y="113"/>
                  </a:cubicBezTo>
                  <a:cubicBezTo>
                    <a:pt x="70" y="112"/>
                    <a:pt x="74" y="103"/>
                    <a:pt x="75" y="101"/>
                  </a:cubicBezTo>
                  <a:cubicBezTo>
                    <a:pt x="79" y="102"/>
                    <a:pt x="80" y="107"/>
                    <a:pt x="87" y="106"/>
                  </a:cubicBezTo>
                  <a:cubicBezTo>
                    <a:pt x="90" y="105"/>
                    <a:pt x="91" y="106"/>
                    <a:pt x="94" y="105"/>
                  </a:cubicBezTo>
                  <a:cubicBezTo>
                    <a:pt x="95" y="105"/>
                    <a:pt x="97" y="103"/>
                    <a:pt x="98" y="102"/>
                  </a:cubicBezTo>
                  <a:cubicBezTo>
                    <a:pt x="101" y="101"/>
                    <a:pt x="107" y="101"/>
                    <a:pt x="109" y="102"/>
                  </a:cubicBezTo>
                  <a:cubicBezTo>
                    <a:pt x="111" y="102"/>
                    <a:pt x="113" y="100"/>
                    <a:pt x="116" y="102"/>
                  </a:cubicBezTo>
                  <a:cubicBezTo>
                    <a:pt x="116" y="102"/>
                    <a:pt x="116" y="102"/>
                    <a:pt x="116" y="102"/>
                  </a:cubicBezTo>
                  <a:cubicBezTo>
                    <a:pt x="114" y="104"/>
                    <a:pt x="109" y="110"/>
                    <a:pt x="108" y="111"/>
                  </a:cubicBezTo>
                  <a:cubicBezTo>
                    <a:pt x="105" y="112"/>
                    <a:pt x="101" y="112"/>
                    <a:pt x="99" y="112"/>
                  </a:cubicBezTo>
                  <a:cubicBezTo>
                    <a:pt x="98" y="112"/>
                    <a:pt x="96" y="112"/>
                    <a:pt x="96" y="112"/>
                  </a:cubicBezTo>
                  <a:cubicBezTo>
                    <a:pt x="95" y="113"/>
                    <a:pt x="92" y="113"/>
                    <a:pt x="90" y="114"/>
                  </a:cubicBezTo>
                  <a:cubicBezTo>
                    <a:pt x="86" y="115"/>
                    <a:pt x="83" y="112"/>
                    <a:pt x="80" y="113"/>
                  </a:cubicBezTo>
                  <a:cubicBezTo>
                    <a:pt x="76" y="115"/>
                    <a:pt x="73" y="115"/>
                    <a:pt x="71" y="116"/>
                  </a:cubicBezTo>
                  <a:cubicBezTo>
                    <a:pt x="70" y="116"/>
                    <a:pt x="69" y="116"/>
                    <a:pt x="68" y="116"/>
                  </a:cubicBezTo>
                  <a:cubicBezTo>
                    <a:pt x="67" y="117"/>
                    <a:pt x="64" y="118"/>
                    <a:pt x="62" y="118"/>
                  </a:cubicBezTo>
                  <a:cubicBezTo>
                    <a:pt x="58" y="119"/>
                    <a:pt x="55" y="118"/>
                    <a:pt x="53" y="119"/>
                  </a:cubicBezTo>
                  <a:cubicBezTo>
                    <a:pt x="49" y="120"/>
                    <a:pt x="46" y="119"/>
                    <a:pt x="43" y="120"/>
                  </a:cubicBezTo>
                  <a:cubicBezTo>
                    <a:pt x="43" y="120"/>
                    <a:pt x="42" y="120"/>
                    <a:pt x="41" y="120"/>
                  </a:cubicBezTo>
                  <a:cubicBezTo>
                    <a:pt x="39" y="120"/>
                    <a:pt x="35" y="120"/>
                    <a:pt x="34" y="121"/>
                  </a:cubicBezTo>
                  <a:cubicBezTo>
                    <a:pt x="33" y="121"/>
                    <a:pt x="32" y="122"/>
                    <a:pt x="31" y="123"/>
                  </a:cubicBezTo>
                  <a:cubicBezTo>
                    <a:pt x="29" y="123"/>
                    <a:pt x="24" y="122"/>
                    <a:pt x="23" y="122"/>
                  </a:cubicBezTo>
                  <a:cubicBezTo>
                    <a:pt x="22" y="123"/>
                    <a:pt x="19" y="122"/>
                    <a:pt x="17" y="123"/>
                  </a:cubicBezTo>
                  <a:cubicBezTo>
                    <a:pt x="12" y="124"/>
                    <a:pt x="10" y="124"/>
                    <a:pt x="6" y="124"/>
                  </a:cubicBezTo>
                  <a:cubicBezTo>
                    <a:pt x="5" y="125"/>
                    <a:pt x="5" y="125"/>
                    <a:pt x="4" y="126"/>
                  </a:cubicBezTo>
                  <a:cubicBezTo>
                    <a:pt x="4" y="127"/>
                    <a:pt x="4" y="128"/>
                    <a:pt x="4" y="129"/>
                  </a:cubicBezTo>
                  <a:cubicBezTo>
                    <a:pt x="3" y="130"/>
                    <a:pt x="2" y="132"/>
                    <a:pt x="2" y="133"/>
                  </a:cubicBezTo>
                  <a:cubicBezTo>
                    <a:pt x="0" y="139"/>
                    <a:pt x="4" y="143"/>
                    <a:pt x="7" y="147"/>
                  </a:cubicBezTo>
                  <a:cubicBezTo>
                    <a:pt x="12" y="147"/>
                    <a:pt x="19" y="146"/>
                    <a:pt x="23" y="143"/>
                  </a:cubicBezTo>
                  <a:cubicBezTo>
                    <a:pt x="23" y="143"/>
                    <a:pt x="28" y="143"/>
                    <a:pt x="28" y="143"/>
                  </a:cubicBezTo>
                  <a:cubicBezTo>
                    <a:pt x="29" y="143"/>
                    <a:pt x="31" y="141"/>
                    <a:pt x="32" y="140"/>
                  </a:cubicBezTo>
                  <a:cubicBezTo>
                    <a:pt x="32" y="140"/>
                    <a:pt x="32" y="140"/>
                    <a:pt x="32" y="140"/>
                  </a:cubicBezTo>
                  <a:cubicBezTo>
                    <a:pt x="35" y="140"/>
                    <a:pt x="37" y="139"/>
                    <a:pt x="39" y="138"/>
                  </a:cubicBezTo>
                  <a:cubicBezTo>
                    <a:pt x="40" y="138"/>
                    <a:pt x="41" y="138"/>
                    <a:pt x="42" y="138"/>
                  </a:cubicBezTo>
                  <a:cubicBezTo>
                    <a:pt x="43" y="138"/>
                    <a:pt x="44" y="137"/>
                    <a:pt x="45" y="137"/>
                  </a:cubicBezTo>
                  <a:cubicBezTo>
                    <a:pt x="46" y="136"/>
                    <a:pt x="49" y="137"/>
                    <a:pt x="49" y="137"/>
                  </a:cubicBezTo>
                  <a:cubicBezTo>
                    <a:pt x="51" y="136"/>
                    <a:pt x="53" y="135"/>
                    <a:pt x="55" y="134"/>
                  </a:cubicBezTo>
                  <a:cubicBezTo>
                    <a:pt x="55" y="134"/>
                    <a:pt x="62" y="134"/>
                    <a:pt x="62" y="133"/>
                  </a:cubicBezTo>
                  <a:cubicBezTo>
                    <a:pt x="62" y="133"/>
                    <a:pt x="63" y="133"/>
                    <a:pt x="63" y="133"/>
                  </a:cubicBezTo>
                  <a:cubicBezTo>
                    <a:pt x="65" y="132"/>
                    <a:pt x="68" y="132"/>
                    <a:pt x="70" y="131"/>
                  </a:cubicBezTo>
                  <a:cubicBezTo>
                    <a:pt x="74" y="130"/>
                    <a:pt x="82" y="127"/>
                    <a:pt x="88" y="128"/>
                  </a:cubicBezTo>
                  <a:cubicBezTo>
                    <a:pt x="90" y="128"/>
                    <a:pt x="92" y="126"/>
                    <a:pt x="93" y="127"/>
                  </a:cubicBezTo>
                  <a:cubicBezTo>
                    <a:pt x="94" y="127"/>
                    <a:pt x="96" y="128"/>
                    <a:pt x="97" y="128"/>
                  </a:cubicBezTo>
                  <a:cubicBezTo>
                    <a:pt x="98" y="129"/>
                    <a:pt x="97" y="128"/>
                    <a:pt x="98" y="129"/>
                  </a:cubicBezTo>
                  <a:cubicBezTo>
                    <a:pt x="98" y="130"/>
                    <a:pt x="96" y="131"/>
                    <a:pt x="96" y="133"/>
                  </a:cubicBezTo>
                  <a:cubicBezTo>
                    <a:pt x="94" y="136"/>
                    <a:pt x="94" y="138"/>
                    <a:pt x="92" y="141"/>
                  </a:cubicBezTo>
                  <a:cubicBezTo>
                    <a:pt x="91" y="142"/>
                    <a:pt x="90" y="142"/>
                    <a:pt x="90" y="143"/>
                  </a:cubicBezTo>
                  <a:cubicBezTo>
                    <a:pt x="90" y="144"/>
                    <a:pt x="90" y="145"/>
                    <a:pt x="90" y="145"/>
                  </a:cubicBezTo>
                  <a:cubicBezTo>
                    <a:pt x="89" y="146"/>
                    <a:pt x="88" y="148"/>
                    <a:pt x="87" y="149"/>
                  </a:cubicBezTo>
                  <a:cubicBezTo>
                    <a:pt x="87" y="151"/>
                    <a:pt x="87" y="155"/>
                    <a:pt x="86" y="156"/>
                  </a:cubicBezTo>
                  <a:cubicBezTo>
                    <a:pt x="87" y="158"/>
                    <a:pt x="87" y="159"/>
                    <a:pt x="88" y="160"/>
                  </a:cubicBezTo>
                  <a:cubicBezTo>
                    <a:pt x="90" y="161"/>
                    <a:pt x="92" y="163"/>
                    <a:pt x="94" y="163"/>
                  </a:cubicBezTo>
                  <a:cubicBezTo>
                    <a:pt x="95" y="160"/>
                    <a:pt x="97" y="157"/>
                    <a:pt x="98" y="155"/>
                  </a:cubicBezTo>
                  <a:cubicBezTo>
                    <a:pt x="99" y="154"/>
                    <a:pt x="100" y="153"/>
                    <a:pt x="100" y="153"/>
                  </a:cubicBezTo>
                  <a:cubicBezTo>
                    <a:pt x="100" y="153"/>
                    <a:pt x="100" y="152"/>
                    <a:pt x="100" y="151"/>
                  </a:cubicBezTo>
                  <a:cubicBezTo>
                    <a:pt x="102" y="149"/>
                    <a:pt x="107" y="146"/>
                    <a:pt x="108" y="144"/>
                  </a:cubicBezTo>
                  <a:cubicBezTo>
                    <a:pt x="111" y="141"/>
                    <a:pt x="110" y="137"/>
                    <a:pt x="112" y="134"/>
                  </a:cubicBezTo>
                  <a:cubicBezTo>
                    <a:pt x="114" y="131"/>
                    <a:pt x="118" y="129"/>
                    <a:pt x="119" y="126"/>
                  </a:cubicBezTo>
                  <a:cubicBezTo>
                    <a:pt x="120" y="126"/>
                    <a:pt x="121" y="126"/>
                    <a:pt x="122" y="126"/>
                  </a:cubicBezTo>
                  <a:cubicBezTo>
                    <a:pt x="122" y="126"/>
                    <a:pt x="130" y="125"/>
                    <a:pt x="131" y="125"/>
                  </a:cubicBezTo>
                  <a:cubicBezTo>
                    <a:pt x="133" y="126"/>
                    <a:pt x="135" y="127"/>
                    <a:pt x="136" y="127"/>
                  </a:cubicBezTo>
                  <a:cubicBezTo>
                    <a:pt x="137" y="127"/>
                    <a:pt x="138" y="130"/>
                    <a:pt x="138" y="130"/>
                  </a:cubicBezTo>
                  <a:cubicBezTo>
                    <a:pt x="140" y="132"/>
                    <a:pt x="141" y="131"/>
                    <a:pt x="142" y="133"/>
                  </a:cubicBezTo>
                  <a:cubicBezTo>
                    <a:pt x="144" y="133"/>
                    <a:pt x="145" y="139"/>
                    <a:pt x="146" y="141"/>
                  </a:cubicBezTo>
                  <a:cubicBezTo>
                    <a:pt x="147" y="143"/>
                    <a:pt x="149" y="145"/>
                    <a:pt x="150" y="147"/>
                  </a:cubicBezTo>
                  <a:cubicBezTo>
                    <a:pt x="150" y="148"/>
                    <a:pt x="150" y="149"/>
                    <a:pt x="150" y="150"/>
                  </a:cubicBezTo>
                  <a:cubicBezTo>
                    <a:pt x="152" y="154"/>
                    <a:pt x="155" y="159"/>
                    <a:pt x="158" y="162"/>
                  </a:cubicBezTo>
                  <a:cubicBezTo>
                    <a:pt x="161" y="165"/>
                    <a:pt x="159" y="169"/>
                    <a:pt x="166" y="172"/>
                  </a:cubicBezTo>
                  <a:cubicBezTo>
                    <a:pt x="167" y="170"/>
                    <a:pt x="169" y="169"/>
                    <a:pt x="170" y="167"/>
                  </a:cubicBezTo>
                  <a:cubicBezTo>
                    <a:pt x="172" y="165"/>
                    <a:pt x="170" y="161"/>
                    <a:pt x="170" y="159"/>
                  </a:cubicBezTo>
                  <a:cubicBezTo>
                    <a:pt x="171" y="153"/>
                    <a:pt x="167" y="148"/>
                    <a:pt x="165" y="142"/>
                  </a:cubicBezTo>
                  <a:cubicBezTo>
                    <a:pt x="165" y="141"/>
                    <a:pt x="165" y="139"/>
                    <a:pt x="164" y="137"/>
                  </a:cubicBezTo>
                  <a:cubicBezTo>
                    <a:pt x="161" y="133"/>
                    <a:pt x="161" y="133"/>
                    <a:pt x="163" y="127"/>
                  </a:cubicBezTo>
                  <a:cubicBezTo>
                    <a:pt x="167" y="127"/>
                    <a:pt x="170" y="127"/>
                    <a:pt x="172" y="128"/>
                  </a:cubicBezTo>
                  <a:cubicBezTo>
                    <a:pt x="173" y="127"/>
                    <a:pt x="182" y="129"/>
                    <a:pt x="183" y="129"/>
                  </a:cubicBezTo>
                  <a:cubicBezTo>
                    <a:pt x="185" y="128"/>
                    <a:pt x="198" y="130"/>
                    <a:pt x="200" y="131"/>
                  </a:cubicBezTo>
                  <a:cubicBezTo>
                    <a:pt x="201" y="131"/>
                    <a:pt x="202" y="132"/>
                    <a:pt x="203" y="133"/>
                  </a:cubicBezTo>
                  <a:cubicBezTo>
                    <a:pt x="205" y="133"/>
                    <a:pt x="207" y="133"/>
                    <a:pt x="209" y="134"/>
                  </a:cubicBezTo>
                  <a:cubicBezTo>
                    <a:pt x="209" y="134"/>
                    <a:pt x="209" y="135"/>
                    <a:pt x="210" y="136"/>
                  </a:cubicBezTo>
                  <a:cubicBezTo>
                    <a:pt x="211" y="136"/>
                    <a:pt x="212" y="137"/>
                    <a:pt x="213" y="137"/>
                  </a:cubicBezTo>
                  <a:cubicBezTo>
                    <a:pt x="214" y="137"/>
                    <a:pt x="215" y="137"/>
                    <a:pt x="216" y="137"/>
                  </a:cubicBezTo>
                  <a:cubicBezTo>
                    <a:pt x="220" y="139"/>
                    <a:pt x="225" y="141"/>
                    <a:pt x="229" y="144"/>
                  </a:cubicBezTo>
                  <a:cubicBezTo>
                    <a:pt x="229" y="144"/>
                    <a:pt x="229" y="144"/>
                    <a:pt x="229" y="143"/>
                  </a:cubicBezTo>
                  <a:cubicBezTo>
                    <a:pt x="230" y="144"/>
                    <a:pt x="232" y="144"/>
                    <a:pt x="233" y="144"/>
                  </a:cubicBezTo>
                  <a:cubicBezTo>
                    <a:pt x="233" y="144"/>
                    <a:pt x="234" y="143"/>
                    <a:pt x="235" y="143"/>
                  </a:cubicBezTo>
                  <a:cubicBezTo>
                    <a:pt x="236" y="144"/>
                    <a:pt x="237" y="145"/>
                    <a:pt x="238" y="146"/>
                  </a:cubicBezTo>
                  <a:cubicBezTo>
                    <a:pt x="239" y="144"/>
                    <a:pt x="244" y="147"/>
                    <a:pt x="245" y="147"/>
                  </a:cubicBezTo>
                  <a:cubicBezTo>
                    <a:pt x="247" y="148"/>
                    <a:pt x="249" y="146"/>
                    <a:pt x="250" y="146"/>
                  </a:cubicBezTo>
                  <a:cubicBezTo>
                    <a:pt x="251" y="146"/>
                    <a:pt x="251" y="147"/>
                    <a:pt x="253" y="147"/>
                  </a:cubicBezTo>
                  <a:cubicBezTo>
                    <a:pt x="259" y="145"/>
                    <a:pt x="262" y="142"/>
                    <a:pt x="266" y="140"/>
                  </a:cubicBezTo>
                  <a:cubicBezTo>
                    <a:pt x="267" y="136"/>
                    <a:pt x="271" y="133"/>
                    <a:pt x="271" y="131"/>
                  </a:cubicBezTo>
                  <a:cubicBezTo>
                    <a:pt x="271" y="131"/>
                    <a:pt x="271" y="130"/>
                    <a:pt x="271" y="130"/>
                  </a:cubicBezTo>
                  <a:cubicBezTo>
                    <a:pt x="271" y="130"/>
                    <a:pt x="271" y="130"/>
                    <a:pt x="270" y="130"/>
                  </a:cubicBezTo>
                  <a:close/>
                  <a:moveTo>
                    <a:pt x="170" y="55"/>
                  </a:moveTo>
                  <a:cubicBezTo>
                    <a:pt x="168" y="56"/>
                    <a:pt x="168" y="55"/>
                    <a:pt x="166" y="55"/>
                  </a:cubicBezTo>
                  <a:cubicBezTo>
                    <a:pt x="164" y="55"/>
                    <a:pt x="159" y="55"/>
                    <a:pt x="156" y="55"/>
                  </a:cubicBezTo>
                  <a:cubicBezTo>
                    <a:pt x="154" y="55"/>
                    <a:pt x="151" y="55"/>
                    <a:pt x="149" y="54"/>
                  </a:cubicBezTo>
                  <a:cubicBezTo>
                    <a:pt x="146" y="57"/>
                    <a:pt x="143" y="54"/>
                    <a:pt x="139" y="55"/>
                  </a:cubicBezTo>
                  <a:cubicBezTo>
                    <a:pt x="136" y="56"/>
                    <a:pt x="133" y="57"/>
                    <a:pt x="130" y="57"/>
                  </a:cubicBezTo>
                  <a:cubicBezTo>
                    <a:pt x="130" y="57"/>
                    <a:pt x="129" y="56"/>
                    <a:pt x="129" y="56"/>
                  </a:cubicBezTo>
                  <a:cubicBezTo>
                    <a:pt x="125" y="59"/>
                    <a:pt x="115" y="57"/>
                    <a:pt x="110" y="56"/>
                  </a:cubicBezTo>
                  <a:cubicBezTo>
                    <a:pt x="108" y="56"/>
                    <a:pt x="108" y="57"/>
                    <a:pt x="107" y="58"/>
                  </a:cubicBezTo>
                  <a:cubicBezTo>
                    <a:pt x="106" y="58"/>
                    <a:pt x="104" y="57"/>
                    <a:pt x="103" y="58"/>
                  </a:cubicBezTo>
                  <a:cubicBezTo>
                    <a:pt x="100" y="60"/>
                    <a:pt x="95" y="61"/>
                    <a:pt x="92" y="62"/>
                  </a:cubicBezTo>
                  <a:cubicBezTo>
                    <a:pt x="91" y="62"/>
                    <a:pt x="89" y="61"/>
                    <a:pt x="88" y="61"/>
                  </a:cubicBezTo>
                  <a:cubicBezTo>
                    <a:pt x="88" y="61"/>
                    <a:pt x="87" y="60"/>
                    <a:pt x="87" y="60"/>
                  </a:cubicBezTo>
                  <a:cubicBezTo>
                    <a:pt x="87" y="58"/>
                    <a:pt x="90" y="55"/>
                    <a:pt x="92" y="54"/>
                  </a:cubicBezTo>
                  <a:cubicBezTo>
                    <a:pt x="92" y="54"/>
                    <a:pt x="93" y="53"/>
                    <a:pt x="94" y="53"/>
                  </a:cubicBezTo>
                  <a:cubicBezTo>
                    <a:pt x="95" y="52"/>
                    <a:pt x="96" y="52"/>
                    <a:pt x="96" y="51"/>
                  </a:cubicBezTo>
                  <a:cubicBezTo>
                    <a:pt x="99" y="49"/>
                    <a:pt x="102" y="49"/>
                    <a:pt x="104" y="48"/>
                  </a:cubicBezTo>
                  <a:cubicBezTo>
                    <a:pt x="106" y="48"/>
                    <a:pt x="108" y="47"/>
                    <a:pt x="110" y="47"/>
                  </a:cubicBezTo>
                  <a:cubicBezTo>
                    <a:pt x="111" y="46"/>
                    <a:pt x="117" y="47"/>
                    <a:pt x="117" y="47"/>
                  </a:cubicBezTo>
                  <a:cubicBezTo>
                    <a:pt x="120" y="46"/>
                    <a:pt x="125" y="47"/>
                    <a:pt x="126" y="46"/>
                  </a:cubicBezTo>
                  <a:cubicBezTo>
                    <a:pt x="129" y="45"/>
                    <a:pt x="132" y="44"/>
                    <a:pt x="135" y="45"/>
                  </a:cubicBezTo>
                  <a:cubicBezTo>
                    <a:pt x="139" y="46"/>
                    <a:pt x="142" y="45"/>
                    <a:pt x="148" y="45"/>
                  </a:cubicBezTo>
                  <a:cubicBezTo>
                    <a:pt x="151" y="45"/>
                    <a:pt x="154" y="45"/>
                    <a:pt x="156" y="45"/>
                  </a:cubicBezTo>
                  <a:cubicBezTo>
                    <a:pt x="157" y="45"/>
                    <a:pt x="158" y="44"/>
                    <a:pt x="160" y="44"/>
                  </a:cubicBezTo>
                  <a:cubicBezTo>
                    <a:pt x="162" y="44"/>
                    <a:pt x="163" y="46"/>
                    <a:pt x="166" y="44"/>
                  </a:cubicBezTo>
                  <a:cubicBezTo>
                    <a:pt x="167" y="45"/>
                    <a:pt x="169" y="45"/>
                    <a:pt x="170" y="46"/>
                  </a:cubicBezTo>
                  <a:cubicBezTo>
                    <a:pt x="172" y="47"/>
                    <a:pt x="172" y="51"/>
                    <a:pt x="172" y="53"/>
                  </a:cubicBezTo>
                  <a:cubicBezTo>
                    <a:pt x="172" y="54"/>
                    <a:pt x="171" y="54"/>
                    <a:pt x="170" y="55"/>
                  </a:cubicBezTo>
                  <a:close/>
                  <a:moveTo>
                    <a:pt x="94" y="23"/>
                  </a:moveTo>
                  <a:cubicBezTo>
                    <a:pt x="95" y="22"/>
                    <a:pt x="96" y="21"/>
                    <a:pt x="96" y="21"/>
                  </a:cubicBezTo>
                  <a:cubicBezTo>
                    <a:pt x="97" y="20"/>
                    <a:pt x="99" y="21"/>
                    <a:pt x="100" y="21"/>
                  </a:cubicBezTo>
                  <a:cubicBezTo>
                    <a:pt x="104" y="19"/>
                    <a:pt x="109" y="19"/>
                    <a:pt x="113" y="19"/>
                  </a:cubicBezTo>
                  <a:cubicBezTo>
                    <a:pt x="122" y="18"/>
                    <a:pt x="130" y="21"/>
                    <a:pt x="135" y="20"/>
                  </a:cubicBezTo>
                  <a:cubicBezTo>
                    <a:pt x="140" y="19"/>
                    <a:pt x="156" y="16"/>
                    <a:pt x="159" y="17"/>
                  </a:cubicBezTo>
                  <a:cubicBezTo>
                    <a:pt x="159" y="16"/>
                    <a:pt x="159" y="16"/>
                    <a:pt x="159" y="16"/>
                  </a:cubicBezTo>
                  <a:cubicBezTo>
                    <a:pt x="161" y="17"/>
                    <a:pt x="164" y="17"/>
                    <a:pt x="166" y="18"/>
                  </a:cubicBezTo>
                  <a:cubicBezTo>
                    <a:pt x="168" y="17"/>
                    <a:pt x="173" y="19"/>
                    <a:pt x="174" y="19"/>
                  </a:cubicBezTo>
                  <a:cubicBezTo>
                    <a:pt x="175" y="20"/>
                    <a:pt x="175" y="21"/>
                    <a:pt x="176" y="21"/>
                  </a:cubicBezTo>
                  <a:cubicBezTo>
                    <a:pt x="176" y="22"/>
                    <a:pt x="175" y="27"/>
                    <a:pt x="174" y="28"/>
                  </a:cubicBezTo>
                  <a:cubicBezTo>
                    <a:pt x="174" y="29"/>
                    <a:pt x="174" y="29"/>
                    <a:pt x="174" y="29"/>
                  </a:cubicBezTo>
                  <a:cubicBezTo>
                    <a:pt x="148" y="29"/>
                    <a:pt x="120" y="27"/>
                    <a:pt x="102" y="32"/>
                  </a:cubicBezTo>
                  <a:cubicBezTo>
                    <a:pt x="102" y="32"/>
                    <a:pt x="97" y="32"/>
                    <a:pt x="96" y="32"/>
                  </a:cubicBezTo>
                  <a:cubicBezTo>
                    <a:pt x="96" y="32"/>
                    <a:pt x="88" y="33"/>
                    <a:pt x="87" y="33"/>
                  </a:cubicBezTo>
                  <a:cubicBezTo>
                    <a:pt x="86" y="32"/>
                    <a:pt x="85" y="31"/>
                    <a:pt x="84" y="30"/>
                  </a:cubicBezTo>
                  <a:cubicBezTo>
                    <a:pt x="85" y="27"/>
                    <a:pt x="91" y="24"/>
                    <a:pt x="94" y="23"/>
                  </a:cubicBezTo>
                  <a:close/>
                  <a:moveTo>
                    <a:pt x="121" y="83"/>
                  </a:moveTo>
                  <a:cubicBezTo>
                    <a:pt x="119" y="84"/>
                    <a:pt x="113" y="84"/>
                    <a:pt x="111" y="84"/>
                  </a:cubicBezTo>
                  <a:cubicBezTo>
                    <a:pt x="107" y="84"/>
                    <a:pt x="103" y="85"/>
                    <a:pt x="100" y="85"/>
                  </a:cubicBezTo>
                  <a:cubicBezTo>
                    <a:pt x="98" y="85"/>
                    <a:pt x="96" y="85"/>
                    <a:pt x="95" y="85"/>
                  </a:cubicBezTo>
                  <a:cubicBezTo>
                    <a:pt x="94" y="86"/>
                    <a:pt x="94" y="86"/>
                    <a:pt x="94" y="86"/>
                  </a:cubicBezTo>
                  <a:cubicBezTo>
                    <a:pt x="93" y="86"/>
                    <a:pt x="92" y="86"/>
                    <a:pt x="90" y="86"/>
                  </a:cubicBezTo>
                  <a:cubicBezTo>
                    <a:pt x="86" y="88"/>
                    <a:pt x="85" y="89"/>
                    <a:pt x="80" y="88"/>
                  </a:cubicBezTo>
                  <a:cubicBezTo>
                    <a:pt x="80" y="86"/>
                    <a:pt x="82" y="83"/>
                    <a:pt x="82" y="82"/>
                  </a:cubicBezTo>
                  <a:cubicBezTo>
                    <a:pt x="83" y="78"/>
                    <a:pt x="90" y="77"/>
                    <a:pt x="94" y="75"/>
                  </a:cubicBezTo>
                  <a:cubicBezTo>
                    <a:pt x="95" y="75"/>
                    <a:pt x="96" y="75"/>
                    <a:pt x="98" y="75"/>
                  </a:cubicBezTo>
                  <a:cubicBezTo>
                    <a:pt x="98" y="75"/>
                    <a:pt x="103" y="74"/>
                    <a:pt x="103" y="74"/>
                  </a:cubicBezTo>
                  <a:cubicBezTo>
                    <a:pt x="103" y="74"/>
                    <a:pt x="105" y="75"/>
                    <a:pt x="106" y="75"/>
                  </a:cubicBezTo>
                  <a:cubicBezTo>
                    <a:pt x="110" y="74"/>
                    <a:pt x="118" y="74"/>
                    <a:pt x="122" y="72"/>
                  </a:cubicBezTo>
                  <a:cubicBezTo>
                    <a:pt x="123" y="72"/>
                    <a:pt x="131" y="73"/>
                    <a:pt x="132" y="73"/>
                  </a:cubicBezTo>
                  <a:cubicBezTo>
                    <a:pt x="133" y="74"/>
                    <a:pt x="148" y="72"/>
                    <a:pt x="148" y="72"/>
                  </a:cubicBezTo>
                  <a:cubicBezTo>
                    <a:pt x="149" y="72"/>
                    <a:pt x="149" y="72"/>
                    <a:pt x="149" y="71"/>
                  </a:cubicBezTo>
                  <a:cubicBezTo>
                    <a:pt x="149" y="71"/>
                    <a:pt x="149" y="71"/>
                    <a:pt x="149" y="71"/>
                  </a:cubicBezTo>
                  <a:cubicBezTo>
                    <a:pt x="149" y="71"/>
                    <a:pt x="153" y="73"/>
                    <a:pt x="153" y="73"/>
                  </a:cubicBezTo>
                  <a:cubicBezTo>
                    <a:pt x="159" y="70"/>
                    <a:pt x="164" y="72"/>
                    <a:pt x="169" y="73"/>
                  </a:cubicBezTo>
                  <a:cubicBezTo>
                    <a:pt x="171" y="75"/>
                    <a:pt x="170" y="79"/>
                    <a:pt x="170" y="81"/>
                  </a:cubicBezTo>
                  <a:cubicBezTo>
                    <a:pt x="169" y="82"/>
                    <a:pt x="168" y="82"/>
                    <a:pt x="168" y="83"/>
                  </a:cubicBezTo>
                  <a:cubicBezTo>
                    <a:pt x="162" y="83"/>
                    <a:pt x="154" y="82"/>
                    <a:pt x="148" y="83"/>
                  </a:cubicBezTo>
                  <a:cubicBezTo>
                    <a:pt x="147" y="83"/>
                    <a:pt x="142" y="82"/>
                    <a:pt x="142" y="82"/>
                  </a:cubicBezTo>
                  <a:cubicBezTo>
                    <a:pt x="140" y="83"/>
                    <a:pt x="135" y="83"/>
                    <a:pt x="133" y="82"/>
                  </a:cubicBezTo>
                  <a:cubicBezTo>
                    <a:pt x="130" y="84"/>
                    <a:pt x="122" y="83"/>
                    <a:pt x="121" y="83"/>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2" name="Freeform 8"/>
            <p:cNvSpPr/>
            <p:nvPr/>
          </p:nvSpPr>
          <p:spPr bwMode="auto">
            <a:xfrm>
              <a:off x="1468682" y="6171684"/>
              <a:ext cx="98249" cy="289665"/>
            </a:xfrm>
            <a:custGeom>
              <a:avLst/>
              <a:gdLst>
                <a:gd name="T0" fmla="*/ 67 w 73"/>
                <a:gd name="T1" fmla="*/ 1 h 215"/>
                <a:gd name="T2" fmla="*/ 69 w 73"/>
                <a:gd name="T3" fmla="*/ 18 h 215"/>
                <a:gd name="T4" fmla="*/ 65 w 73"/>
                <a:gd name="T5" fmla="*/ 37 h 215"/>
                <a:gd name="T6" fmla="*/ 67 w 73"/>
                <a:gd name="T7" fmla="*/ 53 h 215"/>
                <a:gd name="T8" fmla="*/ 68 w 73"/>
                <a:gd name="T9" fmla="*/ 65 h 215"/>
                <a:gd name="T10" fmla="*/ 68 w 73"/>
                <a:gd name="T11" fmla="*/ 74 h 215"/>
                <a:gd name="T12" fmla="*/ 67 w 73"/>
                <a:gd name="T13" fmla="*/ 91 h 215"/>
                <a:gd name="T14" fmla="*/ 69 w 73"/>
                <a:gd name="T15" fmla="*/ 99 h 215"/>
                <a:gd name="T16" fmla="*/ 71 w 73"/>
                <a:gd name="T17" fmla="*/ 107 h 215"/>
                <a:gd name="T18" fmla="*/ 73 w 73"/>
                <a:gd name="T19" fmla="*/ 114 h 215"/>
                <a:gd name="T20" fmla="*/ 69 w 73"/>
                <a:gd name="T21" fmla="*/ 118 h 215"/>
                <a:gd name="T22" fmla="*/ 68 w 73"/>
                <a:gd name="T23" fmla="*/ 130 h 215"/>
                <a:gd name="T24" fmla="*/ 67 w 73"/>
                <a:gd name="T25" fmla="*/ 137 h 215"/>
                <a:gd name="T26" fmla="*/ 67 w 73"/>
                <a:gd name="T27" fmla="*/ 148 h 215"/>
                <a:gd name="T28" fmla="*/ 65 w 73"/>
                <a:gd name="T29" fmla="*/ 157 h 215"/>
                <a:gd name="T30" fmla="*/ 64 w 73"/>
                <a:gd name="T31" fmla="*/ 159 h 215"/>
                <a:gd name="T32" fmla="*/ 63 w 73"/>
                <a:gd name="T33" fmla="*/ 160 h 215"/>
                <a:gd name="T34" fmla="*/ 63 w 73"/>
                <a:gd name="T35" fmla="*/ 168 h 215"/>
                <a:gd name="T36" fmla="*/ 64 w 73"/>
                <a:gd name="T37" fmla="*/ 186 h 215"/>
                <a:gd name="T38" fmla="*/ 65 w 73"/>
                <a:gd name="T39" fmla="*/ 197 h 215"/>
                <a:gd name="T40" fmla="*/ 65 w 73"/>
                <a:gd name="T41" fmla="*/ 208 h 215"/>
                <a:gd name="T42" fmla="*/ 61 w 73"/>
                <a:gd name="T43" fmla="*/ 215 h 215"/>
                <a:gd name="T44" fmla="*/ 55 w 73"/>
                <a:gd name="T45" fmla="*/ 208 h 215"/>
                <a:gd name="T46" fmla="*/ 53 w 73"/>
                <a:gd name="T47" fmla="*/ 204 h 215"/>
                <a:gd name="T48" fmla="*/ 48 w 73"/>
                <a:gd name="T49" fmla="*/ 186 h 215"/>
                <a:gd name="T50" fmla="*/ 48 w 73"/>
                <a:gd name="T51" fmla="*/ 178 h 215"/>
                <a:gd name="T52" fmla="*/ 45 w 73"/>
                <a:gd name="T53" fmla="*/ 147 h 215"/>
                <a:gd name="T54" fmla="*/ 33 w 73"/>
                <a:gd name="T55" fmla="*/ 153 h 215"/>
                <a:gd name="T56" fmla="*/ 18 w 73"/>
                <a:gd name="T57" fmla="*/ 161 h 215"/>
                <a:gd name="T58" fmla="*/ 11 w 73"/>
                <a:gd name="T59" fmla="*/ 163 h 215"/>
                <a:gd name="T60" fmla="*/ 4 w 73"/>
                <a:gd name="T61" fmla="*/ 155 h 215"/>
                <a:gd name="T62" fmla="*/ 0 w 73"/>
                <a:gd name="T63" fmla="*/ 147 h 215"/>
                <a:gd name="T64" fmla="*/ 0 w 73"/>
                <a:gd name="T65" fmla="*/ 138 h 215"/>
                <a:gd name="T66" fmla="*/ 0 w 73"/>
                <a:gd name="T67" fmla="*/ 127 h 215"/>
                <a:gd name="T68" fmla="*/ 8 w 73"/>
                <a:gd name="T69" fmla="*/ 112 h 215"/>
                <a:gd name="T70" fmla="*/ 12 w 73"/>
                <a:gd name="T71" fmla="*/ 90 h 215"/>
                <a:gd name="T72" fmla="*/ 12 w 73"/>
                <a:gd name="T73" fmla="*/ 73 h 215"/>
                <a:gd name="T74" fmla="*/ 13 w 73"/>
                <a:gd name="T75" fmla="*/ 64 h 215"/>
                <a:gd name="T76" fmla="*/ 18 w 73"/>
                <a:gd name="T77" fmla="*/ 47 h 215"/>
                <a:gd name="T78" fmla="*/ 24 w 73"/>
                <a:gd name="T79" fmla="*/ 41 h 215"/>
                <a:gd name="T80" fmla="*/ 32 w 73"/>
                <a:gd name="T81" fmla="*/ 39 h 215"/>
                <a:gd name="T82" fmla="*/ 38 w 73"/>
                <a:gd name="T83" fmla="*/ 47 h 215"/>
                <a:gd name="T84" fmla="*/ 28 w 73"/>
                <a:gd name="T85" fmla="*/ 62 h 215"/>
                <a:gd name="T86" fmla="*/ 31 w 73"/>
                <a:gd name="T87" fmla="*/ 81 h 215"/>
                <a:gd name="T88" fmla="*/ 31 w 73"/>
                <a:gd name="T89" fmla="*/ 89 h 215"/>
                <a:gd name="T90" fmla="*/ 30 w 73"/>
                <a:gd name="T91" fmla="*/ 99 h 215"/>
                <a:gd name="T92" fmla="*/ 48 w 73"/>
                <a:gd name="T93" fmla="*/ 115 h 215"/>
                <a:gd name="T94" fmla="*/ 50 w 73"/>
                <a:gd name="T95" fmla="*/ 115 h 215"/>
                <a:gd name="T96" fmla="*/ 51 w 73"/>
                <a:gd name="T97" fmla="*/ 109 h 215"/>
                <a:gd name="T98" fmla="*/ 55 w 73"/>
                <a:gd name="T99" fmla="*/ 79 h 215"/>
                <a:gd name="T100" fmla="*/ 53 w 73"/>
                <a:gd name="T101" fmla="*/ 35 h 215"/>
                <a:gd name="T102" fmla="*/ 60 w 73"/>
                <a:gd name="T103"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215">
                  <a:moveTo>
                    <a:pt x="65" y="0"/>
                  </a:moveTo>
                  <a:cubicBezTo>
                    <a:pt x="66" y="0"/>
                    <a:pt x="67" y="0"/>
                    <a:pt x="67" y="1"/>
                  </a:cubicBezTo>
                  <a:cubicBezTo>
                    <a:pt x="70" y="3"/>
                    <a:pt x="68" y="10"/>
                    <a:pt x="69" y="15"/>
                  </a:cubicBezTo>
                  <a:cubicBezTo>
                    <a:pt x="69" y="16"/>
                    <a:pt x="69" y="17"/>
                    <a:pt x="69" y="18"/>
                  </a:cubicBezTo>
                  <a:cubicBezTo>
                    <a:pt x="71" y="22"/>
                    <a:pt x="69" y="30"/>
                    <a:pt x="67" y="34"/>
                  </a:cubicBezTo>
                  <a:cubicBezTo>
                    <a:pt x="66" y="35"/>
                    <a:pt x="66" y="37"/>
                    <a:pt x="65" y="37"/>
                  </a:cubicBezTo>
                  <a:cubicBezTo>
                    <a:pt x="64" y="39"/>
                    <a:pt x="65" y="45"/>
                    <a:pt x="66" y="46"/>
                  </a:cubicBezTo>
                  <a:cubicBezTo>
                    <a:pt x="66" y="47"/>
                    <a:pt x="66" y="51"/>
                    <a:pt x="67" y="53"/>
                  </a:cubicBezTo>
                  <a:cubicBezTo>
                    <a:pt x="67" y="55"/>
                    <a:pt x="67" y="57"/>
                    <a:pt x="67" y="59"/>
                  </a:cubicBezTo>
                  <a:cubicBezTo>
                    <a:pt x="67" y="61"/>
                    <a:pt x="67" y="63"/>
                    <a:pt x="68" y="65"/>
                  </a:cubicBezTo>
                  <a:cubicBezTo>
                    <a:pt x="68" y="67"/>
                    <a:pt x="67" y="70"/>
                    <a:pt x="67" y="71"/>
                  </a:cubicBezTo>
                  <a:cubicBezTo>
                    <a:pt x="67" y="71"/>
                    <a:pt x="68" y="73"/>
                    <a:pt x="68" y="74"/>
                  </a:cubicBezTo>
                  <a:cubicBezTo>
                    <a:pt x="69" y="76"/>
                    <a:pt x="67" y="82"/>
                    <a:pt x="68" y="85"/>
                  </a:cubicBezTo>
                  <a:cubicBezTo>
                    <a:pt x="68" y="86"/>
                    <a:pt x="65" y="89"/>
                    <a:pt x="67" y="91"/>
                  </a:cubicBezTo>
                  <a:cubicBezTo>
                    <a:pt x="67" y="92"/>
                    <a:pt x="66" y="94"/>
                    <a:pt x="67" y="95"/>
                  </a:cubicBezTo>
                  <a:cubicBezTo>
                    <a:pt x="68" y="97"/>
                    <a:pt x="68" y="98"/>
                    <a:pt x="69" y="99"/>
                  </a:cubicBezTo>
                  <a:cubicBezTo>
                    <a:pt x="69" y="101"/>
                    <a:pt x="69" y="104"/>
                    <a:pt x="69" y="106"/>
                  </a:cubicBezTo>
                  <a:cubicBezTo>
                    <a:pt x="70" y="106"/>
                    <a:pt x="71" y="107"/>
                    <a:pt x="71" y="107"/>
                  </a:cubicBezTo>
                  <a:cubicBezTo>
                    <a:pt x="72" y="109"/>
                    <a:pt x="71" y="110"/>
                    <a:pt x="72" y="112"/>
                  </a:cubicBezTo>
                  <a:cubicBezTo>
                    <a:pt x="72" y="113"/>
                    <a:pt x="73" y="112"/>
                    <a:pt x="73" y="114"/>
                  </a:cubicBezTo>
                  <a:cubicBezTo>
                    <a:pt x="72" y="114"/>
                    <a:pt x="71" y="116"/>
                    <a:pt x="72" y="117"/>
                  </a:cubicBezTo>
                  <a:cubicBezTo>
                    <a:pt x="71" y="117"/>
                    <a:pt x="70" y="118"/>
                    <a:pt x="69" y="118"/>
                  </a:cubicBezTo>
                  <a:cubicBezTo>
                    <a:pt x="69" y="119"/>
                    <a:pt x="67" y="127"/>
                    <a:pt x="67" y="127"/>
                  </a:cubicBezTo>
                  <a:cubicBezTo>
                    <a:pt x="67" y="128"/>
                    <a:pt x="68" y="129"/>
                    <a:pt x="68" y="130"/>
                  </a:cubicBezTo>
                  <a:cubicBezTo>
                    <a:pt x="68" y="132"/>
                    <a:pt x="68" y="133"/>
                    <a:pt x="68" y="134"/>
                  </a:cubicBezTo>
                  <a:cubicBezTo>
                    <a:pt x="68" y="135"/>
                    <a:pt x="67" y="138"/>
                    <a:pt x="67" y="137"/>
                  </a:cubicBezTo>
                  <a:cubicBezTo>
                    <a:pt x="67" y="138"/>
                    <a:pt x="67" y="138"/>
                    <a:pt x="67" y="139"/>
                  </a:cubicBezTo>
                  <a:cubicBezTo>
                    <a:pt x="67" y="139"/>
                    <a:pt x="66" y="148"/>
                    <a:pt x="67" y="148"/>
                  </a:cubicBezTo>
                  <a:cubicBezTo>
                    <a:pt x="67" y="148"/>
                    <a:pt x="67" y="149"/>
                    <a:pt x="67" y="149"/>
                  </a:cubicBezTo>
                  <a:cubicBezTo>
                    <a:pt x="66" y="152"/>
                    <a:pt x="64" y="155"/>
                    <a:pt x="65" y="157"/>
                  </a:cubicBezTo>
                  <a:cubicBezTo>
                    <a:pt x="65" y="157"/>
                    <a:pt x="65" y="158"/>
                    <a:pt x="65" y="158"/>
                  </a:cubicBezTo>
                  <a:cubicBezTo>
                    <a:pt x="65" y="158"/>
                    <a:pt x="65" y="158"/>
                    <a:pt x="64" y="159"/>
                  </a:cubicBezTo>
                  <a:cubicBezTo>
                    <a:pt x="64" y="159"/>
                    <a:pt x="64" y="159"/>
                    <a:pt x="64" y="159"/>
                  </a:cubicBezTo>
                  <a:cubicBezTo>
                    <a:pt x="64" y="160"/>
                    <a:pt x="64" y="160"/>
                    <a:pt x="63" y="160"/>
                  </a:cubicBezTo>
                  <a:cubicBezTo>
                    <a:pt x="63" y="162"/>
                    <a:pt x="63" y="164"/>
                    <a:pt x="63" y="166"/>
                  </a:cubicBezTo>
                  <a:cubicBezTo>
                    <a:pt x="63" y="167"/>
                    <a:pt x="63" y="167"/>
                    <a:pt x="63" y="168"/>
                  </a:cubicBezTo>
                  <a:cubicBezTo>
                    <a:pt x="61" y="173"/>
                    <a:pt x="64" y="179"/>
                    <a:pt x="65" y="181"/>
                  </a:cubicBezTo>
                  <a:cubicBezTo>
                    <a:pt x="65" y="183"/>
                    <a:pt x="65" y="184"/>
                    <a:pt x="64" y="186"/>
                  </a:cubicBezTo>
                  <a:cubicBezTo>
                    <a:pt x="64" y="186"/>
                    <a:pt x="64" y="186"/>
                    <a:pt x="64" y="186"/>
                  </a:cubicBezTo>
                  <a:cubicBezTo>
                    <a:pt x="64" y="186"/>
                    <a:pt x="65" y="197"/>
                    <a:pt x="65" y="197"/>
                  </a:cubicBezTo>
                  <a:cubicBezTo>
                    <a:pt x="65" y="197"/>
                    <a:pt x="64" y="201"/>
                    <a:pt x="64" y="201"/>
                  </a:cubicBezTo>
                  <a:cubicBezTo>
                    <a:pt x="65" y="202"/>
                    <a:pt x="65" y="207"/>
                    <a:pt x="65" y="208"/>
                  </a:cubicBezTo>
                  <a:cubicBezTo>
                    <a:pt x="65" y="209"/>
                    <a:pt x="64" y="209"/>
                    <a:pt x="63" y="209"/>
                  </a:cubicBezTo>
                  <a:cubicBezTo>
                    <a:pt x="63" y="211"/>
                    <a:pt x="63" y="214"/>
                    <a:pt x="61" y="215"/>
                  </a:cubicBezTo>
                  <a:cubicBezTo>
                    <a:pt x="60" y="215"/>
                    <a:pt x="61" y="215"/>
                    <a:pt x="60" y="215"/>
                  </a:cubicBezTo>
                  <a:cubicBezTo>
                    <a:pt x="57" y="213"/>
                    <a:pt x="58" y="210"/>
                    <a:pt x="55" y="208"/>
                  </a:cubicBezTo>
                  <a:cubicBezTo>
                    <a:pt x="55" y="208"/>
                    <a:pt x="56" y="208"/>
                    <a:pt x="56" y="207"/>
                  </a:cubicBezTo>
                  <a:cubicBezTo>
                    <a:pt x="56" y="206"/>
                    <a:pt x="54" y="205"/>
                    <a:pt x="53" y="204"/>
                  </a:cubicBezTo>
                  <a:cubicBezTo>
                    <a:pt x="52" y="202"/>
                    <a:pt x="53" y="199"/>
                    <a:pt x="52" y="197"/>
                  </a:cubicBezTo>
                  <a:cubicBezTo>
                    <a:pt x="51" y="194"/>
                    <a:pt x="50" y="188"/>
                    <a:pt x="48" y="186"/>
                  </a:cubicBezTo>
                  <a:cubicBezTo>
                    <a:pt x="48" y="185"/>
                    <a:pt x="49" y="183"/>
                    <a:pt x="49" y="182"/>
                  </a:cubicBezTo>
                  <a:cubicBezTo>
                    <a:pt x="48" y="181"/>
                    <a:pt x="48" y="179"/>
                    <a:pt x="48" y="178"/>
                  </a:cubicBezTo>
                  <a:cubicBezTo>
                    <a:pt x="48" y="174"/>
                    <a:pt x="49" y="168"/>
                    <a:pt x="48" y="166"/>
                  </a:cubicBezTo>
                  <a:cubicBezTo>
                    <a:pt x="46" y="163"/>
                    <a:pt x="51" y="148"/>
                    <a:pt x="45" y="147"/>
                  </a:cubicBezTo>
                  <a:cubicBezTo>
                    <a:pt x="43" y="148"/>
                    <a:pt x="40" y="148"/>
                    <a:pt x="38" y="149"/>
                  </a:cubicBezTo>
                  <a:cubicBezTo>
                    <a:pt x="37" y="150"/>
                    <a:pt x="35" y="152"/>
                    <a:pt x="33" y="153"/>
                  </a:cubicBezTo>
                  <a:cubicBezTo>
                    <a:pt x="33" y="153"/>
                    <a:pt x="23" y="157"/>
                    <a:pt x="23" y="157"/>
                  </a:cubicBezTo>
                  <a:cubicBezTo>
                    <a:pt x="21" y="158"/>
                    <a:pt x="20" y="160"/>
                    <a:pt x="18" y="161"/>
                  </a:cubicBezTo>
                  <a:cubicBezTo>
                    <a:pt x="16" y="161"/>
                    <a:pt x="15" y="161"/>
                    <a:pt x="13" y="161"/>
                  </a:cubicBezTo>
                  <a:cubicBezTo>
                    <a:pt x="13" y="162"/>
                    <a:pt x="12" y="162"/>
                    <a:pt x="11" y="163"/>
                  </a:cubicBezTo>
                  <a:cubicBezTo>
                    <a:pt x="8" y="164"/>
                    <a:pt x="5" y="159"/>
                    <a:pt x="4" y="157"/>
                  </a:cubicBezTo>
                  <a:cubicBezTo>
                    <a:pt x="4" y="156"/>
                    <a:pt x="4" y="156"/>
                    <a:pt x="4" y="155"/>
                  </a:cubicBezTo>
                  <a:cubicBezTo>
                    <a:pt x="2" y="152"/>
                    <a:pt x="2" y="150"/>
                    <a:pt x="0" y="148"/>
                  </a:cubicBezTo>
                  <a:cubicBezTo>
                    <a:pt x="1" y="147"/>
                    <a:pt x="0" y="146"/>
                    <a:pt x="0" y="147"/>
                  </a:cubicBezTo>
                  <a:cubicBezTo>
                    <a:pt x="0" y="147"/>
                    <a:pt x="0" y="144"/>
                    <a:pt x="0" y="144"/>
                  </a:cubicBezTo>
                  <a:cubicBezTo>
                    <a:pt x="0" y="142"/>
                    <a:pt x="0" y="138"/>
                    <a:pt x="0" y="138"/>
                  </a:cubicBezTo>
                  <a:cubicBezTo>
                    <a:pt x="2" y="137"/>
                    <a:pt x="1" y="129"/>
                    <a:pt x="0" y="127"/>
                  </a:cubicBezTo>
                  <a:cubicBezTo>
                    <a:pt x="0" y="127"/>
                    <a:pt x="0" y="127"/>
                    <a:pt x="0" y="127"/>
                  </a:cubicBezTo>
                  <a:cubicBezTo>
                    <a:pt x="0" y="126"/>
                    <a:pt x="1" y="124"/>
                    <a:pt x="0" y="123"/>
                  </a:cubicBezTo>
                  <a:cubicBezTo>
                    <a:pt x="2" y="119"/>
                    <a:pt x="7" y="115"/>
                    <a:pt x="8" y="112"/>
                  </a:cubicBezTo>
                  <a:cubicBezTo>
                    <a:pt x="8" y="111"/>
                    <a:pt x="8" y="110"/>
                    <a:pt x="8" y="109"/>
                  </a:cubicBezTo>
                  <a:cubicBezTo>
                    <a:pt x="10" y="104"/>
                    <a:pt x="10" y="93"/>
                    <a:pt x="12" y="90"/>
                  </a:cubicBezTo>
                  <a:cubicBezTo>
                    <a:pt x="12" y="87"/>
                    <a:pt x="12" y="85"/>
                    <a:pt x="12" y="83"/>
                  </a:cubicBezTo>
                  <a:cubicBezTo>
                    <a:pt x="12" y="79"/>
                    <a:pt x="11" y="76"/>
                    <a:pt x="12" y="73"/>
                  </a:cubicBezTo>
                  <a:cubicBezTo>
                    <a:pt x="13" y="70"/>
                    <a:pt x="13" y="66"/>
                    <a:pt x="14" y="65"/>
                  </a:cubicBezTo>
                  <a:cubicBezTo>
                    <a:pt x="14" y="64"/>
                    <a:pt x="14" y="64"/>
                    <a:pt x="13" y="64"/>
                  </a:cubicBezTo>
                  <a:cubicBezTo>
                    <a:pt x="13" y="63"/>
                    <a:pt x="15" y="60"/>
                    <a:pt x="14" y="58"/>
                  </a:cubicBezTo>
                  <a:cubicBezTo>
                    <a:pt x="16" y="55"/>
                    <a:pt x="17" y="50"/>
                    <a:pt x="18" y="47"/>
                  </a:cubicBezTo>
                  <a:cubicBezTo>
                    <a:pt x="19" y="47"/>
                    <a:pt x="20" y="46"/>
                    <a:pt x="21" y="45"/>
                  </a:cubicBezTo>
                  <a:cubicBezTo>
                    <a:pt x="23" y="44"/>
                    <a:pt x="21" y="42"/>
                    <a:pt x="24" y="41"/>
                  </a:cubicBezTo>
                  <a:cubicBezTo>
                    <a:pt x="24" y="41"/>
                    <a:pt x="24" y="40"/>
                    <a:pt x="24" y="40"/>
                  </a:cubicBezTo>
                  <a:cubicBezTo>
                    <a:pt x="26" y="40"/>
                    <a:pt x="31" y="38"/>
                    <a:pt x="32" y="39"/>
                  </a:cubicBezTo>
                  <a:cubicBezTo>
                    <a:pt x="33" y="40"/>
                    <a:pt x="33" y="41"/>
                    <a:pt x="34" y="43"/>
                  </a:cubicBezTo>
                  <a:cubicBezTo>
                    <a:pt x="35" y="44"/>
                    <a:pt x="37" y="45"/>
                    <a:pt x="38" y="47"/>
                  </a:cubicBezTo>
                  <a:cubicBezTo>
                    <a:pt x="39" y="48"/>
                    <a:pt x="39" y="49"/>
                    <a:pt x="38" y="50"/>
                  </a:cubicBezTo>
                  <a:cubicBezTo>
                    <a:pt x="37" y="59"/>
                    <a:pt x="31" y="56"/>
                    <a:pt x="28" y="62"/>
                  </a:cubicBezTo>
                  <a:cubicBezTo>
                    <a:pt x="27" y="65"/>
                    <a:pt x="30" y="74"/>
                    <a:pt x="31" y="76"/>
                  </a:cubicBezTo>
                  <a:cubicBezTo>
                    <a:pt x="32" y="78"/>
                    <a:pt x="31" y="80"/>
                    <a:pt x="31" y="81"/>
                  </a:cubicBezTo>
                  <a:cubicBezTo>
                    <a:pt x="31" y="82"/>
                    <a:pt x="31" y="84"/>
                    <a:pt x="30" y="85"/>
                  </a:cubicBezTo>
                  <a:cubicBezTo>
                    <a:pt x="30" y="86"/>
                    <a:pt x="31" y="88"/>
                    <a:pt x="31" y="89"/>
                  </a:cubicBezTo>
                  <a:cubicBezTo>
                    <a:pt x="31" y="92"/>
                    <a:pt x="30" y="93"/>
                    <a:pt x="30" y="94"/>
                  </a:cubicBezTo>
                  <a:cubicBezTo>
                    <a:pt x="29" y="95"/>
                    <a:pt x="30" y="99"/>
                    <a:pt x="30" y="99"/>
                  </a:cubicBezTo>
                  <a:cubicBezTo>
                    <a:pt x="28" y="100"/>
                    <a:pt x="27" y="110"/>
                    <a:pt x="28" y="111"/>
                  </a:cubicBezTo>
                  <a:cubicBezTo>
                    <a:pt x="30" y="115"/>
                    <a:pt x="41" y="114"/>
                    <a:pt x="48" y="115"/>
                  </a:cubicBezTo>
                  <a:cubicBezTo>
                    <a:pt x="48" y="114"/>
                    <a:pt x="48" y="115"/>
                    <a:pt x="49" y="114"/>
                  </a:cubicBezTo>
                  <a:cubicBezTo>
                    <a:pt x="49" y="115"/>
                    <a:pt x="49" y="115"/>
                    <a:pt x="50" y="115"/>
                  </a:cubicBezTo>
                  <a:cubicBezTo>
                    <a:pt x="51" y="113"/>
                    <a:pt x="51" y="113"/>
                    <a:pt x="52" y="111"/>
                  </a:cubicBezTo>
                  <a:cubicBezTo>
                    <a:pt x="51" y="111"/>
                    <a:pt x="51" y="111"/>
                    <a:pt x="51" y="109"/>
                  </a:cubicBezTo>
                  <a:cubicBezTo>
                    <a:pt x="56" y="105"/>
                    <a:pt x="55" y="98"/>
                    <a:pt x="56" y="90"/>
                  </a:cubicBezTo>
                  <a:cubicBezTo>
                    <a:pt x="56" y="87"/>
                    <a:pt x="55" y="83"/>
                    <a:pt x="55" y="79"/>
                  </a:cubicBezTo>
                  <a:cubicBezTo>
                    <a:pt x="57" y="77"/>
                    <a:pt x="56" y="67"/>
                    <a:pt x="56" y="63"/>
                  </a:cubicBezTo>
                  <a:cubicBezTo>
                    <a:pt x="56" y="50"/>
                    <a:pt x="57" y="44"/>
                    <a:pt x="53" y="35"/>
                  </a:cubicBezTo>
                  <a:cubicBezTo>
                    <a:pt x="53" y="30"/>
                    <a:pt x="53" y="25"/>
                    <a:pt x="53" y="19"/>
                  </a:cubicBezTo>
                  <a:cubicBezTo>
                    <a:pt x="57" y="17"/>
                    <a:pt x="58" y="5"/>
                    <a:pt x="60" y="4"/>
                  </a:cubicBezTo>
                  <a:cubicBezTo>
                    <a:pt x="61" y="2"/>
                    <a:pt x="64" y="2"/>
                    <a:pt x="65"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3" name="Freeform 9"/>
            <p:cNvSpPr/>
            <p:nvPr/>
          </p:nvSpPr>
          <p:spPr bwMode="auto">
            <a:xfrm>
              <a:off x="1579918" y="6178459"/>
              <a:ext cx="33879" cy="192546"/>
            </a:xfrm>
            <a:custGeom>
              <a:avLst/>
              <a:gdLst>
                <a:gd name="T0" fmla="*/ 10 w 25"/>
                <a:gd name="T1" fmla="*/ 0 h 143"/>
                <a:gd name="T2" fmla="*/ 16 w 25"/>
                <a:gd name="T3" fmla="*/ 0 h 143"/>
                <a:gd name="T4" fmla="*/ 24 w 25"/>
                <a:gd name="T5" fmla="*/ 12 h 143"/>
                <a:gd name="T6" fmla="*/ 25 w 25"/>
                <a:gd name="T7" fmla="*/ 18 h 143"/>
                <a:gd name="T8" fmla="*/ 23 w 25"/>
                <a:gd name="T9" fmla="*/ 24 h 143"/>
                <a:gd name="T10" fmla="*/ 22 w 25"/>
                <a:gd name="T11" fmla="*/ 26 h 143"/>
                <a:gd name="T12" fmla="*/ 22 w 25"/>
                <a:gd name="T13" fmla="*/ 26 h 143"/>
                <a:gd name="T14" fmla="*/ 21 w 25"/>
                <a:gd name="T15" fmla="*/ 29 h 143"/>
                <a:gd name="T16" fmla="*/ 19 w 25"/>
                <a:gd name="T17" fmla="*/ 32 h 143"/>
                <a:gd name="T18" fmla="*/ 21 w 25"/>
                <a:gd name="T19" fmla="*/ 48 h 143"/>
                <a:gd name="T20" fmla="*/ 21 w 25"/>
                <a:gd name="T21" fmla="*/ 64 h 143"/>
                <a:gd name="T22" fmla="*/ 21 w 25"/>
                <a:gd name="T23" fmla="*/ 64 h 143"/>
                <a:gd name="T24" fmla="*/ 17 w 25"/>
                <a:gd name="T25" fmla="*/ 69 h 143"/>
                <a:gd name="T26" fmla="*/ 17 w 25"/>
                <a:gd name="T27" fmla="*/ 76 h 143"/>
                <a:gd name="T28" fmla="*/ 17 w 25"/>
                <a:gd name="T29" fmla="*/ 76 h 143"/>
                <a:gd name="T30" fmla="*/ 17 w 25"/>
                <a:gd name="T31" fmla="*/ 81 h 143"/>
                <a:gd name="T32" fmla="*/ 17 w 25"/>
                <a:gd name="T33" fmla="*/ 90 h 143"/>
                <a:gd name="T34" fmla="*/ 17 w 25"/>
                <a:gd name="T35" fmla="*/ 91 h 143"/>
                <a:gd name="T36" fmla="*/ 18 w 25"/>
                <a:gd name="T37" fmla="*/ 97 h 143"/>
                <a:gd name="T38" fmla="*/ 17 w 25"/>
                <a:gd name="T39" fmla="*/ 100 h 143"/>
                <a:gd name="T40" fmla="*/ 17 w 25"/>
                <a:gd name="T41" fmla="*/ 100 h 143"/>
                <a:gd name="T42" fmla="*/ 18 w 25"/>
                <a:gd name="T43" fmla="*/ 100 h 143"/>
                <a:gd name="T44" fmla="*/ 18 w 25"/>
                <a:gd name="T45" fmla="*/ 102 h 143"/>
                <a:gd name="T46" fmla="*/ 18 w 25"/>
                <a:gd name="T47" fmla="*/ 108 h 143"/>
                <a:gd name="T48" fmla="*/ 17 w 25"/>
                <a:gd name="T49" fmla="*/ 108 h 143"/>
                <a:gd name="T50" fmla="*/ 17 w 25"/>
                <a:gd name="T51" fmla="*/ 113 h 143"/>
                <a:gd name="T52" fmla="*/ 16 w 25"/>
                <a:gd name="T53" fmla="*/ 117 h 143"/>
                <a:gd name="T54" fmla="*/ 16 w 25"/>
                <a:gd name="T55" fmla="*/ 118 h 143"/>
                <a:gd name="T56" fmla="*/ 15 w 25"/>
                <a:gd name="T57" fmla="*/ 119 h 143"/>
                <a:gd name="T58" fmla="*/ 15 w 25"/>
                <a:gd name="T59" fmla="*/ 121 h 143"/>
                <a:gd name="T60" fmla="*/ 12 w 25"/>
                <a:gd name="T61" fmla="*/ 130 h 143"/>
                <a:gd name="T62" fmla="*/ 5 w 25"/>
                <a:gd name="T63" fmla="*/ 142 h 143"/>
                <a:gd name="T64" fmla="*/ 3 w 25"/>
                <a:gd name="T65" fmla="*/ 141 h 143"/>
                <a:gd name="T66" fmla="*/ 0 w 25"/>
                <a:gd name="T67" fmla="*/ 129 h 143"/>
                <a:gd name="T68" fmla="*/ 1 w 25"/>
                <a:gd name="T69" fmla="*/ 127 h 143"/>
                <a:gd name="T70" fmla="*/ 4 w 25"/>
                <a:gd name="T71" fmla="*/ 126 h 143"/>
                <a:gd name="T72" fmla="*/ 5 w 25"/>
                <a:gd name="T73" fmla="*/ 126 h 143"/>
                <a:gd name="T74" fmla="*/ 8 w 25"/>
                <a:gd name="T75" fmla="*/ 123 h 143"/>
                <a:gd name="T76" fmla="*/ 9 w 25"/>
                <a:gd name="T77" fmla="*/ 114 h 143"/>
                <a:gd name="T78" fmla="*/ 9 w 25"/>
                <a:gd name="T79" fmla="*/ 104 h 143"/>
                <a:gd name="T80" fmla="*/ 9 w 25"/>
                <a:gd name="T81" fmla="*/ 92 h 143"/>
                <a:gd name="T82" fmla="*/ 8 w 25"/>
                <a:gd name="T83" fmla="*/ 83 h 143"/>
                <a:gd name="T84" fmla="*/ 9 w 25"/>
                <a:gd name="T85" fmla="*/ 62 h 143"/>
                <a:gd name="T86" fmla="*/ 8 w 25"/>
                <a:gd name="T87" fmla="*/ 58 h 143"/>
                <a:gd name="T88" fmla="*/ 8 w 25"/>
                <a:gd name="T89" fmla="*/ 57 h 143"/>
                <a:gd name="T90" fmla="*/ 9 w 25"/>
                <a:gd name="T91" fmla="*/ 52 h 143"/>
                <a:gd name="T92" fmla="*/ 10 w 25"/>
                <a:gd name="T93" fmla="*/ 52 h 143"/>
                <a:gd name="T94" fmla="*/ 9 w 25"/>
                <a:gd name="T95" fmla="*/ 48 h 143"/>
                <a:gd name="T96" fmla="*/ 9 w 25"/>
                <a:gd name="T97" fmla="*/ 34 h 143"/>
                <a:gd name="T98" fmla="*/ 9 w 25"/>
                <a:gd name="T99" fmla="*/ 25 h 143"/>
                <a:gd name="T100" fmla="*/ 8 w 25"/>
                <a:gd name="T101" fmla="*/ 20 h 143"/>
                <a:gd name="T102" fmla="*/ 9 w 25"/>
                <a:gd name="T103" fmla="*/ 11 h 143"/>
                <a:gd name="T104" fmla="*/ 10 w 25"/>
                <a:gd name="T10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 h="143">
                  <a:moveTo>
                    <a:pt x="10" y="0"/>
                  </a:moveTo>
                  <a:cubicBezTo>
                    <a:pt x="11" y="0"/>
                    <a:pt x="16" y="0"/>
                    <a:pt x="16" y="0"/>
                  </a:cubicBezTo>
                  <a:cubicBezTo>
                    <a:pt x="20" y="0"/>
                    <a:pt x="23" y="10"/>
                    <a:pt x="24" y="12"/>
                  </a:cubicBezTo>
                  <a:cubicBezTo>
                    <a:pt x="24" y="12"/>
                    <a:pt x="24" y="17"/>
                    <a:pt x="25" y="18"/>
                  </a:cubicBezTo>
                  <a:cubicBezTo>
                    <a:pt x="23" y="19"/>
                    <a:pt x="24" y="22"/>
                    <a:pt x="23" y="24"/>
                  </a:cubicBezTo>
                  <a:cubicBezTo>
                    <a:pt x="23" y="25"/>
                    <a:pt x="22" y="25"/>
                    <a:pt x="22" y="26"/>
                  </a:cubicBezTo>
                  <a:cubicBezTo>
                    <a:pt x="22" y="26"/>
                    <a:pt x="22" y="26"/>
                    <a:pt x="22" y="26"/>
                  </a:cubicBezTo>
                  <a:cubicBezTo>
                    <a:pt x="21" y="27"/>
                    <a:pt x="21" y="28"/>
                    <a:pt x="21" y="29"/>
                  </a:cubicBezTo>
                  <a:cubicBezTo>
                    <a:pt x="20" y="30"/>
                    <a:pt x="19" y="31"/>
                    <a:pt x="19" y="32"/>
                  </a:cubicBezTo>
                  <a:cubicBezTo>
                    <a:pt x="17" y="37"/>
                    <a:pt x="20" y="46"/>
                    <a:pt x="21" y="48"/>
                  </a:cubicBezTo>
                  <a:cubicBezTo>
                    <a:pt x="22" y="49"/>
                    <a:pt x="21" y="62"/>
                    <a:pt x="21" y="64"/>
                  </a:cubicBezTo>
                  <a:cubicBezTo>
                    <a:pt x="21" y="64"/>
                    <a:pt x="21" y="64"/>
                    <a:pt x="21" y="64"/>
                  </a:cubicBezTo>
                  <a:cubicBezTo>
                    <a:pt x="20" y="66"/>
                    <a:pt x="19" y="67"/>
                    <a:pt x="17" y="69"/>
                  </a:cubicBezTo>
                  <a:cubicBezTo>
                    <a:pt x="17" y="69"/>
                    <a:pt x="17" y="76"/>
                    <a:pt x="17" y="76"/>
                  </a:cubicBezTo>
                  <a:cubicBezTo>
                    <a:pt x="17" y="76"/>
                    <a:pt x="17" y="76"/>
                    <a:pt x="17" y="76"/>
                  </a:cubicBezTo>
                  <a:cubicBezTo>
                    <a:pt x="16" y="77"/>
                    <a:pt x="17" y="81"/>
                    <a:pt x="17" y="81"/>
                  </a:cubicBezTo>
                  <a:cubicBezTo>
                    <a:pt x="17" y="82"/>
                    <a:pt x="17" y="88"/>
                    <a:pt x="17" y="90"/>
                  </a:cubicBezTo>
                  <a:cubicBezTo>
                    <a:pt x="17" y="91"/>
                    <a:pt x="18" y="91"/>
                    <a:pt x="17" y="91"/>
                  </a:cubicBezTo>
                  <a:cubicBezTo>
                    <a:pt x="16" y="93"/>
                    <a:pt x="18" y="97"/>
                    <a:pt x="18" y="97"/>
                  </a:cubicBezTo>
                  <a:cubicBezTo>
                    <a:pt x="18" y="98"/>
                    <a:pt x="18" y="99"/>
                    <a:pt x="17" y="100"/>
                  </a:cubicBezTo>
                  <a:cubicBezTo>
                    <a:pt x="17" y="100"/>
                    <a:pt x="17" y="100"/>
                    <a:pt x="17" y="100"/>
                  </a:cubicBezTo>
                  <a:cubicBezTo>
                    <a:pt x="18" y="100"/>
                    <a:pt x="18" y="100"/>
                    <a:pt x="18" y="100"/>
                  </a:cubicBezTo>
                  <a:cubicBezTo>
                    <a:pt x="18" y="101"/>
                    <a:pt x="18" y="102"/>
                    <a:pt x="18" y="102"/>
                  </a:cubicBezTo>
                  <a:cubicBezTo>
                    <a:pt x="17" y="104"/>
                    <a:pt x="18" y="106"/>
                    <a:pt x="18" y="108"/>
                  </a:cubicBezTo>
                  <a:cubicBezTo>
                    <a:pt x="18" y="108"/>
                    <a:pt x="18" y="108"/>
                    <a:pt x="17" y="108"/>
                  </a:cubicBezTo>
                  <a:cubicBezTo>
                    <a:pt x="17" y="110"/>
                    <a:pt x="17" y="112"/>
                    <a:pt x="17" y="113"/>
                  </a:cubicBezTo>
                  <a:cubicBezTo>
                    <a:pt x="17" y="115"/>
                    <a:pt x="16" y="116"/>
                    <a:pt x="16" y="117"/>
                  </a:cubicBezTo>
                  <a:cubicBezTo>
                    <a:pt x="16" y="118"/>
                    <a:pt x="16" y="118"/>
                    <a:pt x="16" y="118"/>
                  </a:cubicBezTo>
                  <a:cubicBezTo>
                    <a:pt x="15" y="118"/>
                    <a:pt x="15" y="119"/>
                    <a:pt x="15" y="119"/>
                  </a:cubicBezTo>
                  <a:cubicBezTo>
                    <a:pt x="15" y="119"/>
                    <a:pt x="15" y="120"/>
                    <a:pt x="15" y="121"/>
                  </a:cubicBezTo>
                  <a:cubicBezTo>
                    <a:pt x="16" y="126"/>
                    <a:pt x="15" y="128"/>
                    <a:pt x="12" y="130"/>
                  </a:cubicBezTo>
                  <a:cubicBezTo>
                    <a:pt x="13" y="136"/>
                    <a:pt x="10" y="143"/>
                    <a:pt x="5" y="142"/>
                  </a:cubicBezTo>
                  <a:cubicBezTo>
                    <a:pt x="4" y="142"/>
                    <a:pt x="4" y="141"/>
                    <a:pt x="3" y="141"/>
                  </a:cubicBezTo>
                  <a:cubicBezTo>
                    <a:pt x="5" y="136"/>
                    <a:pt x="3" y="132"/>
                    <a:pt x="0" y="129"/>
                  </a:cubicBezTo>
                  <a:cubicBezTo>
                    <a:pt x="1" y="128"/>
                    <a:pt x="1" y="128"/>
                    <a:pt x="1" y="127"/>
                  </a:cubicBezTo>
                  <a:cubicBezTo>
                    <a:pt x="3" y="126"/>
                    <a:pt x="3" y="127"/>
                    <a:pt x="4" y="126"/>
                  </a:cubicBezTo>
                  <a:cubicBezTo>
                    <a:pt x="4" y="126"/>
                    <a:pt x="4" y="126"/>
                    <a:pt x="5" y="126"/>
                  </a:cubicBezTo>
                  <a:cubicBezTo>
                    <a:pt x="5" y="125"/>
                    <a:pt x="7" y="125"/>
                    <a:pt x="8" y="123"/>
                  </a:cubicBezTo>
                  <a:cubicBezTo>
                    <a:pt x="9" y="120"/>
                    <a:pt x="8" y="116"/>
                    <a:pt x="9" y="114"/>
                  </a:cubicBezTo>
                  <a:cubicBezTo>
                    <a:pt x="10" y="113"/>
                    <a:pt x="9" y="105"/>
                    <a:pt x="9" y="104"/>
                  </a:cubicBezTo>
                  <a:cubicBezTo>
                    <a:pt x="9" y="104"/>
                    <a:pt x="9" y="92"/>
                    <a:pt x="9" y="92"/>
                  </a:cubicBezTo>
                  <a:cubicBezTo>
                    <a:pt x="9" y="91"/>
                    <a:pt x="8" y="86"/>
                    <a:pt x="8" y="83"/>
                  </a:cubicBezTo>
                  <a:cubicBezTo>
                    <a:pt x="10" y="76"/>
                    <a:pt x="7" y="65"/>
                    <a:pt x="9" y="62"/>
                  </a:cubicBezTo>
                  <a:cubicBezTo>
                    <a:pt x="9" y="61"/>
                    <a:pt x="9" y="58"/>
                    <a:pt x="8" y="58"/>
                  </a:cubicBezTo>
                  <a:cubicBezTo>
                    <a:pt x="8" y="58"/>
                    <a:pt x="8" y="58"/>
                    <a:pt x="8" y="57"/>
                  </a:cubicBezTo>
                  <a:cubicBezTo>
                    <a:pt x="8" y="57"/>
                    <a:pt x="9" y="52"/>
                    <a:pt x="9" y="52"/>
                  </a:cubicBezTo>
                  <a:cubicBezTo>
                    <a:pt x="9" y="52"/>
                    <a:pt x="9" y="52"/>
                    <a:pt x="10" y="52"/>
                  </a:cubicBezTo>
                  <a:cubicBezTo>
                    <a:pt x="10" y="51"/>
                    <a:pt x="9" y="49"/>
                    <a:pt x="9" y="48"/>
                  </a:cubicBezTo>
                  <a:cubicBezTo>
                    <a:pt x="12" y="44"/>
                    <a:pt x="9" y="37"/>
                    <a:pt x="9" y="34"/>
                  </a:cubicBezTo>
                  <a:cubicBezTo>
                    <a:pt x="10" y="32"/>
                    <a:pt x="9" y="27"/>
                    <a:pt x="9" y="25"/>
                  </a:cubicBezTo>
                  <a:cubicBezTo>
                    <a:pt x="9" y="24"/>
                    <a:pt x="9" y="21"/>
                    <a:pt x="8" y="20"/>
                  </a:cubicBezTo>
                  <a:cubicBezTo>
                    <a:pt x="7" y="19"/>
                    <a:pt x="9" y="14"/>
                    <a:pt x="9" y="11"/>
                  </a:cubicBezTo>
                  <a:cubicBezTo>
                    <a:pt x="8" y="5"/>
                    <a:pt x="5" y="6"/>
                    <a:pt x="10"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4" name="Freeform 10"/>
            <p:cNvSpPr>
              <a:spLocks noEditPoints="1"/>
            </p:cNvSpPr>
            <p:nvPr/>
          </p:nvSpPr>
          <p:spPr bwMode="auto">
            <a:xfrm>
              <a:off x="1616621" y="6175636"/>
              <a:ext cx="229248" cy="284584"/>
            </a:xfrm>
            <a:custGeom>
              <a:avLst/>
              <a:gdLst>
                <a:gd name="T0" fmla="*/ 167 w 171"/>
                <a:gd name="T1" fmla="*/ 161 h 211"/>
                <a:gd name="T2" fmla="*/ 143 w 171"/>
                <a:gd name="T3" fmla="*/ 165 h 211"/>
                <a:gd name="T4" fmla="*/ 111 w 171"/>
                <a:gd name="T5" fmla="*/ 167 h 211"/>
                <a:gd name="T6" fmla="*/ 85 w 171"/>
                <a:gd name="T7" fmla="*/ 159 h 211"/>
                <a:gd name="T8" fmla="*/ 84 w 171"/>
                <a:gd name="T9" fmla="*/ 147 h 211"/>
                <a:gd name="T10" fmla="*/ 109 w 171"/>
                <a:gd name="T11" fmla="*/ 141 h 211"/>
                <a:gd name="T12" fmla="*/ 137 w 171"/>
                <a:gd name="T13" fmla="*/ 128 h 211"/>
                <a:gd name="T14" fmla="*/ 105 w 171"/>
                <a:gd name="T15" fmla="*/ 123 h 211"/>
                <a:gd name="T16" fmla="*/ 108 w 171"/>
                <a:gd name="T17" fmla="*/ 102 h 211"/>
                <a:gd name="T18" fmla="*/ 139 w 171"/>
                <a:gd name="T19" fmla="*/ 103 h 211"/>
                <a:gd name="T20" fmla="*/ 124 w 171"/>
                <a:gd name="T21" fmla="*/ 90 h 211"/>
                <a:gd name="T22" fmla="*/ 101 w 171"/>
                <a:gd name="T23" fmla="*/ 90 h 211"/>
                <a:gd name="T24" fmla="*/ 80 w 171"/>
                <a:gd name="T25" fmla="*/ 79 h 211"/>
                <a:gd name="T26" fmla="*/ 49 w 171"/>
                <a:gd name="T27" fmla="*/ 91 h 211"/>
                <a:gd name="T28" fmla="*/ 20 w 171"/>
                <a:gd name="T29" fmla="*/ 54 h 211"/>
                <a:gd name="T30" fmla="*/ 35 w 171"/>
                <a:gd name="T31" fmla="*/ 43 h 211"/>
                <a:gd name="T32" fmla="*/ 54 w 171"/>
                <a:gd name="T33" fmla="*/ 33 h 211"/>
                <a:gd name="T34" fmla="*/ 88 w 171"/>
                <a:gd name="T35" fmla="*/ 30 h 211"/>
                <a:gd name="T36" fmla="*/ 86 w 171"/>
                <a:gd name="T37" fmla="*/ 44 h 211"/>
                <a:gd name="T38" fmla="*/ 47 w 171"/>
                <a:gd name="T39" fmla="*/ 60 h 211"/>
                <a:gd name="T40" fmla="*/ 49 w 171"/>
                <a:gd name="T41" fmla="*/ 67 h 211"/>
                <a:gd name="T42" fmla="*/ 67 w 171"/>
                <a:gd name="T43" fmla="*/ 69 h 211"/>
                <a:gd name="T44" fmla="*/ 99 w 171"/>
                <a:gd name="T45" fmla="*/ 68 h 211"/>
                <a:gd name="T46" fmla="*/ 133 w 171"/>
                <a:gd name="T47" fmla="*/ 67 h 211"/>
                <a:gd name="T48" fmla="*/ 149 w 171"/>
                <a:gd name="T49" fmla="*/ 61 h 211"/>
                <a:gd name="T50" fmla="*/ 125 w 171"/>
                <a:gd name="T51" fmla="*/ 57 h 211"/>
                <a:gd name="T52" fmla="*/ 94 w 171"/>
                <a:gd name="T53" fmla="*/ 56 h 211"/>
                <a:gd name="T54" fmla="*/ 108 w 171"/>
                <a:gd name="T55" fmla="*/ 38 h 211"/>
                <a:gd name="T56" fmla="*/ 91 w 171"/>
                <a:gd name="T57" fmla="*/ 8 h 211"/>
                <a:gd name="T58" fmla="*/ 75 w 171"/>
                <a:gd name="T59" fmla="*/ 3 h 211"/>
                <a:gd name="T60" fmla="*/ 67 w 171"/>
                <a:gd name="T61" fmla="*/ 0 h 211"/>
                <a:gd name="T62" fmla="*/ 56 w 171"/>
                <a:gd name="T63" fmla="*/ 14 h 211"/>
                <a:gd name="T64" fmla="*/ 47 w 171"/>
                <a:gd name="T65" fmla="*/ 21 h 211"/>
                <a:gd name="T66" fmla="*/ 36 w 171"/>
                <a:gd name="T67" fmla="*/ 28 h 211"/>
                <a:gd name="T68" fmla="*/ 17 w 171"/>
                <a:gd name="T69" fmla="*/ 37 h 211"/>
                <a:gd name="T70" fmla="*/ 0 w 171"/>
                <a:gd name="T71" fmla="*/ 47 h 211"/>
                <a:gd name="T72" fmla="*/ 10 w 171"/>
                <a:gd name="T73" fmla="*/ 52 h 211"/>
                <a:gd name="T74" fmla="*/ 13 w 171"/>
                <a:gd name="T75" fmla="*/ 64 h 211"/>
                <a:gd name="T76" fmla="*/ 15 w 171"/>
                <a:gd name="T77" fmla="*/ 87 h 211"/>
                <a:gd name="T78" fmla="*/ 15 w 171"/>
                <a:gd name="T79" fmla="*/ 106 h 211"/>
                <a:gd name="T80" fmla="*/ 14 w 171"/>
                <a:gd name="T81" fmla="*/ 130 h 211"/>
                <a:gd name="T82" fmla="*/ 12 w 171"/>
                <a:gd name="T83" fmla="*/ 149 h 211"/>
                <a:gd name="T84" fmla="*/ 10 w 171"/>
                <a:gd name="T85" fmla="*/ 183 h 211"/>
                <a:gd name="T86" fmla="*/ 10 w 171"/>
                <a:gd name="T87" fmla="*/ 196 h 211"/>
                <a:gd name="T88" fmla="*/ 18 w 171"/>
                <a:gd name="T89" fmla="*/ 205 h 211"/>
                <a:gd name="T90" fmla="*/ 37 w 171"/>
                <a:gd name="T91" fmla="*/ 195 h 211"/>
                <a:gd name="T92" fmla="*/ 55 w 171"/>
                <a:gd name="T93" fmla="*/ 191 h 211"/>
                <a:gd name="T94" fmla="*/ 67 w 171"/>
                <a:gd name="T95" fmla="*/ 191 h 211"/>
                <a:gd name="T96" fmla="*/ 79 w 171"/>
                <a:gd name="T97" fmla="*/ 192 h 211"/>
                <a:gd name="T98" fmla="*/ 114 w 171"/>
                <a:gd name="T99" fmla="*/ 195 h 211"/>
                <a:gd name="T100" fmla="*/ 147 w 171"/>
                <a:gd name="T101" fmla="*/ 202 h 211"/>
                <a:gd name="T102" fmla="*/ 70 w 171"/>
                <a:gd name="T103" fmla="*/ 155 h 211"/>
                <a:gd name="T104" fmla="*/ 32 w 171"/>
                <a:gd name="T105" fmla="*/ 172 h 211"/>
                <a:gd name="T106" fmla="*/ 23 w 171"/>
                <a:gd name="T107" fmla="*/ 160 h 211"/>
                <a:gd name="T108" fmla="*/ 32 w 171"/>
                <a:gd name="T109" fmla="*/ 146 h 211"/>
                <a:gd name="T110" fmla="*/ 67 w 171"/>
                <a:gd name="T111" fmla="*/ 141 h 211"/>
                <a:gd name="T112" fmla="*/ 70 w 171"/>
                <a:gd name="T113" fmla="*/ 124 h 211"/>
                <a:gd name="T114" fmla="*/ 54 w 171"/>
                <a:gd name="T115" fmla="*/ 129 h 211"/>
                <a:gd name="T116" fmla="*/ 25 w 171"/>
                <a:gd name="T117" fmla="*/ 121 h 211"/>
                <a:gd name="T118" fmla="*/ 42 w 171"/>
                <a:gd name="T119" fmla="*/ 105 h 211"/>
                <a:gd name="T120" fmla="*/ 69 w 171"/>
                <a:gd name="T121" fmla="*/ 103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1" h="211">
                  <a:moveTo>
                    <a:pt x="167" y="171"/>
                  </a:moveTo>
                  <a:cubicBezTo>
                    <a:pt x="167" y="168"/>
                    <a:pt x="166" y="166"/>
                    <a:pt x="167" y="165"/>
                  </a:cubicBezTo>
                  <a:cubicBezTo>
                    <a:pt x="167" y="165"/>
                    <a:pt x="168" y="162"/>
                    <a:pt x="168" y="161"/>
                  </a:cubicBezTo>
                  <a:cubicBezTo>
                    <a:pt x="168" y="161"/>
                    <a:pt x="168" y="161"/>
                    <a:pt x="167" y="161"/>
                  </a:cubicBezTo>
                  <a:cubicBezTo>
                    <a:pt x="164" y="161"/>
                    <a:pt x="163" y="162"/>
                    <a:pt x="162" y="163"/>
                  </a:cubicBezTo>
                  <a:cubicBezTo>
                    <a:pt x="161" y="164"/>
                    <a:pt x="158" y="164"/>
                    <a:pt x="158" y="164"/>
                  </a:cubicBezTo>
                  <a:cubicBezTo>
                    <a:pt x="155" y="165"/>
                    <a:pt x="154" y="161"/>
                    <a:pt x="151" y="162"/>
                  </a:cubicBezTo>
                  <a:cubicBezTo>
                    <a:pt x="148" y="163"/>
                    <a:pt x="146" y="163"/>
                    <a:pt x="143" y="165"/>
                  </a:cubicBezTo>
                  <a:cubicBezTo>
                    <a:pt x="142" y="164"/>
                    <a:pt x="140" y="164"/>
                    <a:pt x="139" y="164"/>
                  </a:cubicBezTo>
                  <a:cubicBezTo>
                    <a:pt x="138" y="164"/>
                    <a:pt x="138" y="165"/>
                    <a:pt x="137" y="166"/>
                  </a:cubicBezTo>
                  <a:cubicBezTo>
                    <a:pt x="135" y="167"/>
                    <a:pt x="133" y="164"/>
                    <a:pt x="130" y="165"/>
                  </a:cubicBezTo>
                  <a:cubicBezTo>
                    <a:pt x="124" y="166"/>
                    <a:pt x="118" y="167"/>
                    <a:pt x="111" y="167"/>
                  </a:cubicBezTo>
                  <a:cubicBezTo>
                    <a:pt x="110" y="167"/>
                    <a:pt x="109" y="168"/>
                    <a:pt x="108" y="168"/>
                  </a:cubicBezTo>
                  <a:cubicBezTo>
                    <a:pt x="105" y="168"/>
                    <a:pt x="103" y="168"/>
                    <a:pt x="100" y="168"/>
                  </a:cubicBezTo>
                  <a:cubicBezTo>
                    <a:pt x="95" y="170"/>
                    <a:pt x="88" y="169"/>
                    <a:pt x="84" y="167"/>
                  </a:cubicBezTo>
                  <a:cubicBezTo>
                    <a:pt x="84" y="165"/>
                    <a:pt x="86" y="162"/>
                    <a:pt x="85" y="159"/>
                  </a:cubicBezTo>
                  <a:cubicBezTo>
                    <a:pt x="85" y="159"/>
                    <a:pt x="84" y="158"/>
                    <a:pt x="84" y="157"/>
                  </a:cubicBezTo>
                  <a:cubicBezTo>
                    <a:pt x="83" y="156"/>
                    <a:pt x="84" y="153"/>
                    <a:pt x="84" y="152"/>
                  </a:cubicBezTo>
                  <a:cubicBezTo>
                    <a:pt x="83" y="151"/>
                    <a:pt x="84" y="149"/>
                    <a:pt x="84" y="147"/>
                  </a:cubicBezTo>
                  <a:cubicBezTo>
                    <a:pt x="84" y="147"/>
                    <a:pt x="84" y="147"/>
                    <a:pt x="84" y="147"/>
                  </a:cubicBezTo>
                  <a:cubicBezTo>
                    <a:pt x="86" y="145"/>
                    <a:pt x="87" y="142"/>
                    <a:pt x="88" y="139"/>
                  </a:cubicBezTo>
                  <a:cubicBezTo>
                    <a:pt x="92" y="137"/>
                    <a:pt x="97" y="139"/>
                    <a:pt x="100" y="140"/>
                  </a:cubicBezTo>
                  <a:cubicBezTo>
                    <a:pt x="102" y="140"/>
                    <a:pt x="103" y="140"/>
                    <a:pt x="104" y="140"/>
                  </a:cubicBezTo>
                  <a:cubicBezTo>
                    <a:pt x="104" y="140"/>
                    <a:pt x="107" y="141"/>
                    <a:pt x="109" y="141"/>
                  </a:cubicBezTo>
                  <a:cubicBezTo>
                    <a:pt x="116" y="138"/>
                    <a:pt x="131" y="140"/>
                    <a:pt x="141" y="140"/>
                  </a:cubicBezTo>
                  <a:cubicBezTo>
                    <a:pt x="142" y="139"/>
                    <a:pt x="142" y="137"/>
                    <a:pt x="144" y="136"/>
                  </a:cubicBezTo>
                  <a:cubicBezTo>
                    <a:pt x="144" y="135"/>
                    <a:pt x="144" y="135"/>
                    <a:pt x="143" y="134"/>
                  </a:cubicBezTo>
                  <a:cubicBezTo>
                    <a:pt x="142" y="133"/>
                    <a:pt x="138" y="129"/>
                    <a:pt x="137" y="128"/>
                  </a:cubicBezTo>
                  <a:cubicBezTo>
                    <a:pt x="137" y="128"/>
                    <a:pt x="137" y="128"/>
                    <a:pt x="137" y="128"/>
                  </a:cubicBezTo>
                  <a:cubicBezTo>
                    <a:pt x="135" y="128"/>
                    <a:pt x="133" y="127"/>
                    <a:pt x="132" y="126"/>
                  </a:cubicBezTo>
                  <a:cubicBezTo>
                    <a:pt x="131" y="127"/>
                    <a:pt x="121" y="124"/>
                    <a:pt x="118" y="123"/>
                  </a:cubicBezTo>
                  <a:cubicBezTo>
                    <a:pt x="113" y="123"/>
                    <a:pt x="109" y="123"/>
                    <a:pt x="105" y="123"/>
                  </a:cubicBezTo>
                  <a:cubicBezTo>
                    <a:pt x="100" y="124"/>
                    <a:pt x="91" y="125"/>
                    <a:pt x="87" y="124"/>
                  </a:cubicBezTo>
                  <a:cubicBezTo>
                    <a:pt x="85" y="117"/>
                    <a:pt x="85" y="109"/>
                    <a:pt x="88" y="103"/>
                  </a:cubicBezTo>
                  <a:cubicBezTo>
                    <a:pt x="92" y="102"/>
                    <a:pt x="98" y="101"/>
                    <a:pt x="102" y="103"/>
                  </a:cubicBezTo>
                  <a:cubicBezTo>
                    <a:pt x="102" y="103"/>
                    <a:pt x="108" y="102"/>
                    <a:pt x="108" y="102"/>
                  </a:cubicBezTo>
                  <a:cubicBezTo>
                    <a:pt x="110" y="104"/>
                    <a:pt x="119" y="103"/>
                    <a:pt x="119" y="103"/>
                  </a:cubicBezTo>
                  <a:cubicBezTo>
                    <a:pt x="120" y="103"/>
                    <a:pt x="120" y="103"/>
                    <a:pt x="120" y="103"/>
                  </a:cubicBezTo>
                  <a:cubicBezTo>
                    <a:pt x="121" y="103"/>
                    <a:pt x="121" y="103"/>
                    <a:pt x="121" y="103"/>
                  </a:cubicBezTo>
                  <a:cubicBezTo>
                    <a:pt x="127" y="103"/>
                    <a:pt x="133" y="103"/>
                    <a:pt x="139" y="103"/>
                  </a:cubicBezTo>
                  <a:cubicBezTo>
                    <a:pt x="140" y="102"/>
                    <a:pt x="141" y="102"/>
                    <a:pt x="141" y="101"/>
                  </a:cubicBezTo>
                  <a:cubicBezTo>
                    <a:pt x="141" y="97"/>
                    <a:pt x="138" y="93"/>
                    <a:pt x="135" y="91"/>
                  </a:cubicBezTo>
                  <a:cubicBezTo>
                    <a:pt x="133" y="90"/>
                    <a:pt x="131" y="92"/>
                    <a:pt x="128" y="91"/>
                  </a:cubicBezTo>
                  <a:cubicBezTo>
                    <a:pt x="128" y="91"/>
                    <a:pt x="125" y="90"/>
                    <a:pt x="124" y="90"/>
                  </a:cubicBezTo>
                  <a:cubicBezTo>
                    <a:pt x="124" y="90"/>
                    <a:pt x="123" y="89"/>
                    <a:pt x="123" y="89"/>
                  </a:cubicBezTo>
                  <a:cubicBezTo>
                    <a:pt x="122" y="89"/>
                    <a:pt x="122" y="90"/>
                    <a:pt x="122" y="90"/>
                  </a:cubicBezTo>
                  <a:cubicBezTo>
                    <a:pt x="120" y="91"/>
                    <a:pt x="118" y="89"/>
                    <a:pt x="117" y="89"/>
                  </a:cubicBezTo>
                  <a:cubicBezTo>
                    <a:pt x="116" y="89"/>
                    <a:pt x="102" y="90"/>
                    <a:pt x="101" y="90"/>
                  </a:cubicBezTo>
                  <a:cubicBezTo>
                    <a:pt x="99" y="90"/>
                    <a:pt x="90" y="91"/>
                    <a:pt x="88" y="91"/>
                  </a:cubicBezTo>
                  <a:cubicBezTo>
                    <a:pt x="85" y="89"/>
                    <a:pt x="83" y="86"/>
                    <a:pt x="82" y="84"/>
                  </a:cubicBezTo>
                  <a:cubicBezTo>
                    <a:pt x="82" y="82"/>
                    <a:pt x="82" y="80"/>
                    <a:pt x="81" y="79"/>
                  </a:cubicBezTo>
                  <a:cubicBezTo>
                    <a:pt x="80" y="79"/>
                    <a:pt x="80" y="79"/>
                    <a:pt x="80" y="79"/>
                  </a:cubicBezTo>
                  <a:cubicBezTo>
                    <a:pt x="78" y="82"/>
                    <a:pt x="75" y="83"/>
                    <a:pt x="73" y="86"/>
                  </a:cubicBezTo>
                  <a:cubicBezTo>
                    <a:pt x="72" y="87"/>
                    <a:pt x="73" y="90"/>
                    <a:pt x="72" y="91"/>
                  </a:cubicBezTo>
                  <a:cubicBezTo>
                    <a:pt x="68" y="93"/>
                    <a:pt x="59" y="90"/>
                    <a:pt x="55" y="91"/>
                  </a:cubicBezTo>
                  <a:cubicBezTo>
                    <a:pt x="54" y="91"/>
                    <a:pt x="51" y="90"/>
                    <a:pt x="49" y="91"/>
                  </a:cubicBezTo>
                  <a:cubicBezTo>
                    <a:pt x="41" y="93"/>
                    <a:pt x="34" y="93"/>
                    <a:pt x="28" y="89"/>
                  </a:cubicBezTo>
                  <a:cubicBezTo>
                    <a:pt x="26" y="88"/>
                    <a:pt x="25" y="89"/>
                    <a:pt x="24" y="86"/>
                  </a:cubicBezTo>
                  <a:cubicBezTo>
                    <a:pt x="24" y="86"/>
                    <a:pt x="24" y="78"/>
                    <a:pt x="25" y="76"/>
                  </a:cubicBezTo>
                  <a:cubicBezTo>
                    <a:pt x="26" y="67"/>
                    <a:pt x="23" y="61"/>
                    <a:pt x="20" y="54"/>
                  </a:cubicBezTo>
                  <a:cubicBezTo>
                    <a:pt x="19" y="53"/>
                    <a:pt x="21" y="50"/>
                    <a:pt x="21" y="48"/>
                  </a:cubicBezTo>
                  <a:cubicBezTo>
                    <a:pt x="22" y="48"/>
                    <a:pt x="22" y="46"/>
                    <a:pt x="23" y="45"/>
                  </a:cubicBezTo>
                  <a:cubicBezTo>
                    <a:pt x="24" y="45"/>
                    <a:pt x="27" y="45"/>
                    <a:pt x="28" y="44"/>
                  </a:cubicBezTo>
                  <a:cubicBezTo>
                    <a:pt x="30" y="43"/>
                    <a:pt x="34" y="43"/>
                    <a:pt x="35" y="43"/>
                  </a:cubicBezTo>
                  <a:cubicBezTo>
                    <a:pt x="37" y="42"/>
                    <a:pt x="46" y="38"/>
                    <a:pt x="46" y="37"/>
                  </a:cubicBezTo>
                  <a:cubicBezTo>
                    <a:pt x="47" y="37"/>
                    <a:pt x="47" y="37"/>
                    <a:pt x="48" y="37"/>
                  </a:cubicBezTo>
                  <a:cubicBezTo>
                    <a:pt x="49" y="37"/>
                    <a:pt x="50" y="34"/>
                    <a:pt x="52" y="33"/>
                  </a:cubicBezTo>
                  <a:cubicBezTo>
                    <a:pt x="53" y="33"/>
                    <a:pt x="53" y="33"/>
                    <a:pt x="54" y="33"/>
                  </a:cubicBezTo>
                  <a:cubicBezTo>
                    <a:pt x="54" y="32"/>
                    <a:pt x="54" y="32"/>
                    <a:pt x="55" y="31"/>
                  </a:cubicBezTo>
                  <a:cubicBezTo>
                    <a:pt x="56" y="31"/>
                    <a:pt x="56" y="31"/>
                    <a:pt x="57" y="30"/>
                  </a:cubicBezTo>
                  <a:cubicBezTo>
                    <a:pt x="66" y="24"/>
                    <a:pt x="76" y="24"/>
                    <a:pt x="87" y="26"/>
                  </a:cubicBezTo>
                  <a:cubicBezTo>
                    <a:pt x="87" y="27"/>
                    <a:pt x="88" y="28"/>
                    <a:pt x="88" y="30"/>
                  </a:cubicBezTo>
                  <a:cubicBezTo>
                    <a:pt x="90" y="31"/>
                    <a:pt x="91" y="32"/>
                    <a:pt x="93" y="33"/>
                  </a:cubicBezTo>
                  <a:cubicBezTo>
                    <a:pt x="92" y="34"/>
                    <a:pt x="92" y="35"/>
                    <a:pt x="92" y="36"/>
                  </a:cubicBezTo>
                  <a:cubicBezTo>
                    <a:pt x="91" y="37"/>
                    <a:pt x="88" y="38"/>
                    <a:pt x="88" y="40"/>
                  </a:cubicBezTo>
                  <a:cubicBezTo>
                    <a:pt x="87" y="41"/>
                    <a:pt x="87" y="43"/>
                    <a:pt x="86" y="44"/>
                  </a:cubicBezTo>
                  <a:cubicBezTo>
                    <a:pt x="84" y="48"/>
                    <a:pt x="78" y="55"/>
                    <a:pt x="74" y="57"/>
                  </a:cubicBezTo>
                  <a:cubicBezTo>
                    <a:pt x="71" y="58"/>
                    <a:pt x="68" y="56"/>
                    <a:pt x="65" y="57"/>
                  </a:cubicBezTo>
                  <a:cubicBezTo>
                    <a:pt x="65" y="57"/>
                    <a:pt x="58" y="57"/>
                    <a:pt x="56" y="57"/>
                  </a:cubicBezTo>
                  <a:cubicBezTo>
                    <a:pt x="53" y="58"/>
                    <a:pt x="50" y="59"/>
                    <a:pt x="47" y="60"/>
                  </a:cubicBezTo>
                  <a:cubicBezTo>
                    <a:pt x="44" y="61"/>
                    <a:pt x="41" y="59"/>
                    <a:pt x="39" y="61"/>
                  </a:cubicBezTo>
                  <a:cubicBezTo>
                    <a:pt x="38" y="62"/>
                    <a:pt x="37" y="62"/>
                    <a:pt x="36" y="63"/>
                  </a:cubicBezTo>
                  <a:cubicBezTo>
                    <a:pt x="36" y="64"/>
                    <a:pt x="37" y="65"/>
                    <a:pt x="37" y="65"/>
                  </a:cubicBezTo>
                  <a:cubicBezTo>
                    <a:pt x="39" y="66"/>
                    <a:pt x="48" y="66"/>
                    <a:pt x="49" y="67"/>
                  </a:cubicBezTo>
                  <a:cubicBezTo>
                    <a:pt x="50" y="67"/>
                    <a:pt x="51" y="69"/>
                    <a:pt x="52" y="69"/>
                  </a:cubicBezTo>
                  <a:cubicBezTo>
                    <a:pt x="54" y="71"/>
                    <a:pt x="60" y="69"/>
                    <a:pt x="62" y="69"/>
                  </a:cubicBezTo>
                  <a:cubicBezTo>
                    <a:pt x="63" y="69"/>
                    <a:pt x="63" y="69"/>
                    <a:pt x="64" y="69"/>
                  </a:cubicBezTo>
                  <a:cubicBezTo>
                    <a:pt x="65" y="69"/>
                    <a:pt x="66" y="69"/>
                    <a:pt x="67" y="69"/>
                  </a:cubicBezTo>
                  <a:cubicBezTo>
                    <a:pt x="70" y="69"/>
                    <a:pt x="73" y="67"/>
                    <a:pt x="78" y="68"/>
                  </a:cubicBezTo>
                  <a:cubicBezTo>
                    <a:pt x="81" y="69"/>
                    <a:pt x="84" y="68"/>
                    <a:pt x="88" y="68"/>
                  </a:cubicBezTo>
                  <a:cubicBezTo>
                    <a:pt x="89" y="68"/>
                    <a:pt x="91" y="68"/>
                    <a:pt x="92" y="68"/>
                  </a:cubicBezTo>
                  <a:cubicBezTo>
                    <a:pt x="94" y="69"/>
                    <a:pt x="96" y="67"/>
                    <a:pt x="99" y="68"/>
                  </a:cubicBezTo>
                  <a:cubicBezTo>
                    <a:pt x="104" y="70"/>
                    <a:pt x="120" y="68"/>
                    <a:pt x="124" y="67"/>
                  </a:cubicBezTo>
                  <a:cubicBezTo>
                    <a:pt x="125" y="67"/>
                    <a:pt x="126" y="68"/>
                    <a:pt x="127" y="68"/>
                  </a:cubicBezTo>
                  <a:cubicBezTo>
                    <a:pt x="129" y="67"/>
                    <a:pt x="130" y="67"/>
                    <a:pt x="133" y="67"/>
                  </a:cubicBezTo>
                  <a:cubicBezTo>
                    <a:pt x="133" y="67"/>
                    <a:pt x="133" y="67"/>
                    <a:pt x="133" y="67"/>
                  </a:cubicBezTo>
                  <a:cubicBezTo>
                    <a:pt x="135" y="66"/>
                    <a:pt x="141" y="66"/>
                    <a:pt x="144" y="65"/>
                  </a:cubicBezTo>
                  <a:cubicBezTo>
                    <a:pt x="148" y="64"/>
                    <a:pt x="149" y="67"/>
                    <a:pt x="151" y="63"/>
                  </a:cubicBezTo>
                  <a:cubicBezTo>
                    <a:pt x="151" y="63"/>
                    <a:pt x="151" y="63"/>
                    <a:pt x="151" y="63"/>
                  </a:cubicBezTo>
                  <a:cubicBezTo>
                    <a:pt x="150" y="62"/>
                    <a:pt x="150" y="62"/>
                    <a:pt x="149" y="61"/>
                  </a:cubicBezTo>
                  <a:cubicBezTo>
                    <a:pt x="148" y="61"/>
                    <a:pt x="148" y="61"/>
                    <a:pt x="147" y="61"/>
                  </a:cubicBezTo>
                  <a:cubicBezTo>
                    <a:pt x="146" y="61"/>
                    <a:pt x="146" y="58"/>
                    <a:pt x="145" y="58"/>
                  </a:cubicBezTo>
                  <a:cubicBezTo>
                    <a:pt x="140" y="55"/>
                    <a:pt x="132" y="56"/>
                    <a:pt x="129" y="57"/>
                  </a:cubicBezTo>
                  <a:cubicBezTo>
                    <a:pt x="129" y="58"/>
                    <a:pt x="126" y="56"/>
                    <a:pt x="125" y="57"/>
                  </a:cubicBezTo>
                  <a:cubicBezTo>
                    <a:pt x="123" y="57"/>
                    <a:pt x="124" y="56"/>
                    <a:pt x="122" y="56"/>
                  </a:cubicBezTo>
                  <a:cubicBezTo>
                    <a:pt x="121" y="55"/>
                    <a:pt x="111" y="57"/>
                    <a:pt x="110" y="57"/>
                  </a:cubicBezTo>
                  <a:cubicBezTo>
                    <a:pt x="110" y="57"/>
                    <a:pt x="96" y="56"/>
                    <a:pt x="96" y="56"/>
                  </a:cubicBezTo>
                  <a:cubicBezTo>
                    <a:pt x="95" y="56"/>
                    <a:pt x="95" y="56"/>
                    <a:pt x="94" y="56"/>
                  </a:cubicBezTo>
                  <a:cubicBezTo>
                    <a:pt x="93" y="55"/>
                    <a:pt x="92" y="54"/>
                    <a:pt x="90" y="54"/>
                  </a:cubicBezTo>
                  <a:cubicBezTo>
                    <a:pt x="90" y="53"/>
                    <a:pt x="90" y="53"/>
                    <a:pt x="90" y="53"/>
                  </a:cubicBezTo>
                  <a:cubicBezTo>
                    <a:pt x="90" y="50"/>
                    <a:pt x="99" y="43"/>
                    <a:pt x="102" y="43"/>
                  </a:cubicBezTo>
                  <a:cubicBezTo>
                    <a:pt x="105" y="42"/>
                    <a:pt x="108" y="41"/>
                    <a:pt x="108" y="38"/>
                  </a:cubicBezTo>
                  <a:cubicBezTo>
                    <a:pt x="109" y="38"/>
                    <a:pt x="111" y="37"/>
                    <a:pt x="112" y="37"/>
                  </a:cubicBezTo>
                  <a:cubicBezTo>
                    <a:pt x="113" y="36"/>
                    <a:pt x="113" y="34"/>
                    <a:pt x="113" y="33"/>
                  </a:cubicBezTo>
                  <a:cubicBezTo>
                    <a:pt x="119" y="24"/>
                    <a:pt x="103" y="13"/>
                    <a:pt x="97" y="9"/>
                  </a:cubicBezTo>
                  <a:cubicBezTo>
                    <a:pt x="97" y="9"/>
                    <a:pt x="92" y="8"/>
                    <a:pt x="91" y="8"/>
                  </a:cubicBezTo>
                  <a:cubicBezTo>
                    <a:pt x="91" y="9"/>
                    <a:pt x="90" y="8"/>
                    <a:pt x="90" y="8"/>
                  </a:cubicBezTo>
                  <a:cubicBezTo>
                    <a:pt x="89" y="7"/>
                    <a:pt x="80" y="6"/>
                    <a:pt x="80" y="5"/>
                  </a:cubicBezTo>
                  <a:cubicBezTo>
                    <a:pt x="78" y="4"/>
                    <a:pt x="79" y="3"/>
                    <a:pt x="78" y="3"/>
                  </a:cubicBezTo>
                  <a:cubicBezTo>
                    <a:pt x="77" y="3"/>
                    <a:pt x="76" y="3"/>
                    <a:pt x="75" y="3"/>
                  </a:cubicBezTo>
                  <a:cubicBezTo>
                    <a:pt x="74" y="2"/>
                    <a:pt x="73" y="1"/>
                    <a:pt x="71" y="0"/>
                  </a:cubicBezTo>
                  <a:cubicBezTo>
                    <a:pt x="71" y="0"/>
                    <a:pt x="70" y="0"/>
                    <a:pt x="70" y="0"/>
                  </a:cubicBezTo>
                  <a:cubicBezTo>
                    <a:pt x="70" y="0"/>
                    <a:pt x="69" y="1"/>
                    <a:pt x="69" y="1"/>
                  </a:cubicBezTo>
                  <a:cubicBezTo>
                    <a:pt x="68" y="1"/>
                    <a:pt x="68" y="1"/>
                    <a:pt x="67" y="0"/>
                  </a:cubicBezTo>
                  <a:cubicBezTo>
                    <a:pt x="67" y="1"/>
                    <a:pt x="62" y="1"/>
                    <a:pt x="60" y="1"/>
                  </a:cubicBezTo>
                  <a:cubicBezTo>
                    <a:pt x="59" y="2"/>
                    <a:pt x="58" y="4"/>
                    <a:pt x="56" y="5"/>
                  </a:cubicBezTo>
                  <a:cubicBezTo>
                    <a:pt x="56" y="7"/>
                    <a:pt x="56" y="10"/>
                    <a:pt x="58" y="10"/>
                  </a:cubicBezTo>
                  <a:cubicBezTo>
                    <a:pt x="57" y="12"/>
                    <a:pt x="57" y="13"/>
                    <a:pt x="56" y="14"/>
                  </a:cubicBezTo>
                  <a:cubicBezTo>
                    <a:pt x="56" y="15"/>
                    <a:pt x="51" y="17"/>
                    <a:pt x="50" y="19"/>
                  </a:cubicBezTo>
                  <a:cubicBezTo>
                    <a:pt x="50" y="19"/>
                    <a:pt x="50" y="19"/>
                    <a:pt x="50" y="19"/>
                  </a:cubicBezTo>
                  <a:cubicBezTo>
                    <a:pt x="49" y="20"/>
                    <a:pt x="48" y="19"/>
                    <a:pt x="47" y="20"/>
                  </a:cubicBezTo>
                  <a:cubicBezTo>
                    <a:pt x="47" y="20"/>
                    <a:pt x="47" y="21"/>
                    <a:pt x="47" y="21"/>
                  </a:cubicBezTo>
                  <a:cubicBezTo>
                    <a:pt x="46" y="21"/>
                    <a:pt x="44" y="21"/>
                    <a:pt x="43" y="22"/>
                  </a:cubicBezTo>
                  <a:cubicBezTo>
                    <a:pt x="43" y="23"/>
                    <a:pt x="42" y="24"/>
                    <a:pt x="41" y="24"/>
                  </a:cubicBezTo>
                  <a:cubicBezTo>
                    <a:pt x="41" y="25"/>
                    <a:pt x="37" y="25"/>
                    <a:pt x="36" y="26"/>
                  </a:cubicBezTo>
                  <a:cubicBezTo>
                    <a:pt x="36" y="27"/>
                    <a:pt x="36" y="27"/>
                    <a:pt x="36" y="28"/>
                  </a:cubicBezTo>
                  <a:cubicBezTo>
                    <a:pt x="35" y="28"/>
                    <a:pt x="30" y="30"/>
                    <a:pt x="30" y="31"/>
                  </a:cubicBezTo>
                  <a:cubicBezTo>
                    <a:pt x="29" y="32"/>
                    <a:pt x="28" y="34"/>
                    <a:pt x="27" y="34"/>
                  </a:cubicBezTo>
                  <a:cubicBezTo>
                    <a:pt x="24" y="36"/>
                    <a:pt x="22" y="37"/>
                    <a:pt x="19" y="38"/>
                  </a:cubicBezTo>
                  <a:cubicBezTo>
                    <a:pt x="17" y="38"/>
                    <a:pt x="17" y="38"/>
                    <a:pt x="17" y="37"/>
                  </a:cubicBezTo>
                  <a:cubicBezTo>
                    <a:pt x="16" y="38"/>
                    <a:pt x="9" y="42"/>
                    <a:pt x="9" y="43"/>
                  </a:cubicBezTo>
                  <a:cubicBezTo>
                    <a:pt x="6" y="43"/>
                    <a:pt x="3" y="44"/>
                    <a:pt x="1" y="46"/>
                  </a:cubicBezTo>
                  <a:cubicBezTo>
                    <a:pt x="0" y="46"/>
                    <a:pt x="0" y="46"/>
                    <a:pt x="0" y="46"/>
                  </a:cubicBezTo>
                  <a:cubicBezTo>
                    <a:pt x="0" y="46"/>
                    <a:pt x="0" y="47"/>
                    <a:pt x="0" y="47"/>
                  </a:cubicBezTo>
                  <a:cubicBezTo>
                    <a:pt x="2" y="47"/>
                    <a:pt x="2" y="47"/>
                    <a:pt x="3" y="47"/>
                  </a:cubicBezTo>
                  <a:cubicBezTo>
                    <a:pt x="4" y="48"/>
                    <a:pt x="4" y="49"/>
                    <a:pt x="4" y="49"/>
                  </a:cubicBezTo>
                  <a:cubicBezTo>
                    <a:pt x="4" y="50"/>
                    <a:pt x="8" y="51"/>
                    <a:pt x="9" y="51"/>
                  </a:cubicBezTo>
                  <a:cubicBezTo>
                    <a:pt x="10" y="51"/>
                    <a:pt x="10" y="51"/>
                    <a:pt x="10" y="52"/>
                  </a:cubicBezTo>
                  <a:cubicBezTo>
                    <a:pt x="12" y="51"/>
                    <a:pt x="13" y="50"/>
                    <a:pt x="14" y="50"/>
                  </a:cubicBezTo>
                  <a:cubicBezTo>
                    <a:pt x="14" y="50"/>
                    <a:pt x="15" y="50"/>
                    <a:pt x="15" y="50"/>
                  </a:cubicBezTo>
                  <a:cubicBezTo>
                    <a:pt x="15" y="51"/>
                    <a:pt x="15" y="50"/>
                    <a:pt x="15" y="51"/>
                  </a:cubicBezTo>
                  <a:cubicBezTo>
                    <a:pt x="15" y="56"/>
                    <a:pt x="14" y="62"/>
                    <a:pt x="13" y="64"/>
                  </a:cubicBezTo>
                  <a:cubicBezTo>
                    <a:pt x="13" y="67"/>
                    <a:pt x="13" y="69"/>
                    <a:pt x="13" y="72"/>
                  </a:cubicBezTo>
                  <a:cubicBezTo>
                    <a:pt x="12" y="75"/>
                    <a:pt x="14" y="76"/>
                    <a:pt x="14" y="78"/>
                  </a:cubicBezTo>
                  <a:cubicBezTo>
                    <a:pt x="15" y="80"/>
                    <a:pt x="14" y="84"/>
                    <a:pt x="15" y="86"/>
                  </a:cubicBezTo>
                  <a:cubicBezTo>
                    <a:pt x="15" y="86"/>
                    <a:pt x="15" y="87"/>
                    <a:pt x="15" y="87"/>
                  </a:cubicBezTo>
                  <a:cubicBezTo>
                    <a:pt x="15" y="87"/>
                    <a:pt x="13" y="96"/>
                    <a:pt x="13" y="97"/>
                  </a:cubicBezTo>
                  <a:cubicBezTo>
                    <a:pt x="14" y="98"/>
                    <a:pt x="14" y="99"/>
                    <a:pt x="15" y="99"/>
                  </a:cubicBezTo>
                  <a:cubicBezTo>
                    <a:pt x="15" y="100"/>
                    <a:pt x="14" y="103"/>
                    <a:pt x="14" y="104"/>
                  </a:cubicBezTo>
                  <a:cubicBezTo>
                    <a:pt x="14" y="104"/>
                    <a:pt x="15" y="105"/>
                    <a:pt x="15" y="106"/>
                  </a:cubicBezTo>
                  <a:cubicBezTo>
                    <a:pt x="15" y="106"/>
                    <a:pt x="14" y="110"/>
                    <a:pt x="14" y="111"/>
                  </a:cubicBezTo>
                  <a:cubicBezTo>
                    <a:pt x="14" y="111"/>
                    <a:pt x="15" y="111"/>
                    <a:pt x="15" y="112"/>
                  </a:cubicBezTo>
                  <a:cubicBezTo>
                    <a:pt x="16" y="112"/>
                    <a:pt x="14" y="115"/>
                    <a:pt x="15" y="117"/>
                  </a:cubicBezTo>
                  <a:cubicBezTo>
                    <a:pt x="16" y="120"/>
                    <a:pt x="16" y="127"/>
                    <a:pt x="14" y="130"/>
                  </a:cubicBezTo>
                  <a:cubicBezTo>
                    <a:pt x="14" y="131"/>
                    <a:pt x="15" y="133"/>
                    <a:pt x="15" y="134"/>
                  </a:cubicBezTo>
                  <a:cubicBezTo>
                    <a:pt x="14" y="134"/>
                    <a:pt x="13" y="135"/>
                    <a:pt x="14" y="136"/>
                  </a:cubicBezTo>
                  <a:cubicBezTo>
                    <a:pt x="14" y="138"/>
                    <a:pt x="13" y="138"/>
                    <a:pt x="13" y="139"/>
                  </a:cubicBezTo>
                  <a:cubicBezTo>
                    <a:pt x="14" y="143"/>
                    <a:pt x="13" y="147"/>
                    <a:pt x="12" y="149"/>
                  </a:cubicBezTo>
                  <a:cubicBezTo>
                    <a:pt x="13" y="153"/>
                    <a:pt x="12" y="157"/>
                    <a:pt x="12" y="159"/>
                  </a:cubicBezTo>
                  <a:cubicBezTo>
                    <a:pt x="12" y="161"/>
                    <a:pt x="13" y="164"/>
                    <a:pt x="11" y="165"/>
                  </a:cubicBezTo>
                  <a:cubicBezTo>
                    <a:pt x="11" y="168"/>
                    <a:pt x="13" y="172"/>
                    <a:pt x="10" y="174"/>
                  </a:cubicBezTo>
                  <a:cubicBezTo>
                    <a:pt x="12" y="177"/>
                    <a:pt x="11" y="180"/>
                    <a:pt x="10" y="183"/>
                  </a:cubicBezTo>
                  <a:cubicBezTo>
                    <a:pt x="10" y="183"/>
                    <a:pt x="10" y="183"/>
                    <a:pt x="10" y="184"/>
                  </a:cubicBezTo>
                  <a:cubicBezTo>
                    <a:pt x="11" y="184"/>
                    <a:pt x="11" y="185"/>
                    <a:pt x="11" y="186"/>
                  </a:cubicBezTo>
                  <a:cubicBezTo>
                    <a:pt x="11" y="188"/>
                    <a:pt x="10" y="189"/>
                    <a:pt x="10" y="191"/>
                  </a:cubicBezTo>
                  <a:cubicBezTo>
                    <a:pt x="10" y="192"/>
                    <a:pt x="9" y="194"/>
                    <a:pt x="10" y="196"/>
                  </a:cubicBezTo>
                  <a:cubicBezTo>
                    <a:pt x="11" y="200"/>
                    <a:pt x="12" y="206"/>
                    <a:pt x="13" y="211"/>
                  </a:cubicBezTo>
                  <a:cubicBezTo>
                    <a:pt x="14" y="211"/>
                    <a:pt x="14" y="211"/>
                    <a:pt x="14" y="211"/>
                  </a:cubicBezTo>
                  <a:cubicBezTo>
                    <a:pt x="16" y="210"/>
                    <a:pt x="15" y="210"/>
                    <a:pt x="16" y="208"/>
                  </a:cubicBezTo>
                  <a:cubicBezTo>
                    <a:pt x="16" y="207"/>
                    <a:pt x="18" y="206"/>
                    <a:pt x="18" y="205"/>
                  </a:cubicBezTo>
                  <a:cubicBezTo>
                    <a:pt x="19" y="204"/>
                    <a:pt x="19" y="203"/>
                    <a:pt x="19" y="202"/>
                  </a:cubicBezTo>
                  <a:cubicBezTo>
                    <a:pt x="21" y="200"/>
                    <a:pt x="25" y="198"/>
                    <a:pt x="27" y="196"/>
                  </a:cubicBezTo>
                  <a:cubicBezTo>
                    <a:pt x="29" y="196"/>
                    <a:pt x="33" y="196"/>
                    <a:pt x="34" y="194"/>
                  </a:cubicBezTo>
                  <a:cubicBezTo>
                    <a:pt x="36" y="194"/>
                    <a:pt x="36" y="195"/>
                    <a:pt x="37" y="195"/>
                  </a:cubicBezTo>
                  <a:cubicBezTo>
                    <a:pt x="39" y="195"/>
                    <a:pt x="39" y="194"/>
                    <a:pt x="40" y="193"/>
                  </a:cubicBezTo>
                  <a:cubicBezTo>
                    <a:pt x="43" y="192"/>
                    <a:pt x="46" y="193"/>
                    <a:pt x="48" y="191"/>
                  </a:cubicBezTo>
                  <a:cubicBezTo>
                    <a:pt x="51" y="190"/>
                    <a:pt x="51" y="193"/>
                    <a:pt x="53" y="193"/>
                  </a:cubicBezTo>
                  <a:cubicBezTo>
                    <a:pt x="54" y="192"/>
                    <a:pt x="55" y="192"/>
                    <a:pt x="55" y="191"/>
                  </a:cubicBezTo>
                  <a:cubicBezTo>
                    <a:pt x="55" y="191"/>
                    <a:pt x="56" y="191"/>
                    <a:pt x="56" y="191"/>
                  </a:cubicBezTo>
                  <a:cubicBezTo>
                    <a:pt x="56" y="192"/>
                    <a:pt x="56" y="192"/>
                    <a:pt x="56" y="192"/>
                  </a:cubicBezTo>
                  <a:cubicBezTo>
                    <a:pt x="58" y="191"/>
                    <a:pt x="64" y="190"/>
                    <a:pt x="66" y="191"/>
                  </a:cubicBezTo>
                  <a:cubicBezTo>
                    <a:pt x="66" y="191"/>
                    <a:pt x="67" y="191"/>
                    <a:pt x="67" y="191"/>
                  </a:cubicBezTo>
                  <a:cubicBezTo>
                    <a:pt x="67" y="191"/>
                    <a:pt x="67" y="191"/>
                    <a:pt x="67" y="191"/>
                  </a:cubicBezTo>
                  <a:cubicBezTo>
                    <a:pt x="68" y="191"/>
                    <a:pt x="68" y="191"/>
                    <a:pt x="68" y="191"/>
                  </a:cubicBezTo>
                  <a:cubicBezTo>
                    <a:pt x="70" y="191"/>
                    <a:pt x="71" y="191"/>
                    <a:pt x="72" y="192"/>
                  </a:cubicBezTo>
                  <a:cubicBezTo>
                    <a:pt x="73" y="191"/>
                    <a:pt x="79" y="192"/>
                    <a:pt x="79" y="192"/>
                  </a:cubicBezTo>
                  <a:cubicBezTo>
                    <a:pt x="81" y="192"/>
                    <a:pt x="90" y="192"/>
                    <a:pt x="91" y="191"/>
                  </a:cubicBezTo>
                  <a:cubicBezTo>
                    <a:pt x="93" y="191"/>
                    <a:pt x="94" y="194"/>
                    <a:pt x="97" y="193"/>
                  </a:cubicBezTo>
                  <a:cubicBezTo>
                    <a:pt x="100" y="192"/>
                    <a:pt x="108" y="195"/>
                    <a:pt x="111" y="196"/>
                  </a:cubicBezTo>
                  <a:cubicBezTo>
                    <a:pt x="112" y="196"/>
                    <a:pt x="113" y="195"/>
                    <a:pt x="114" y="195"/>
                  </a:cubicBezTo>
                  <a:cubicBezTo>
                    <a:pt x="116" y="196"/>
                    <a:pt x="117" y="197"/>
                    <a:pt x="119" y="196"/>
                  </a:cubicBezTo>
                  <a:cubicBezTo>
                    <a:pt x="122" y="195"/>
                    <a:pt x="128" y="200"/>
                    <a:pt x="130" y="200"/>
                  </a:cubicBezTo>
                  <a:cubicBezTo>
                    <a:pt x="132" y="199"/>
                    <a:pt x="142" y="200"/>
                    <a:pt x="144" y="202"/>
                  </a:cubicBezTo>
                  <a:cubicBezTo>
                    <a:pt x="145" y="202"/>
                    <a:pt x="146" y="202"/>
                    <a:pt x="147" y="202"/>
                  </a:cubicBezTo>
                  <a:cubicBezTo>
                    <a:pt x="149" y="202"/>
                    <a:pt x="152" y="204"/>
                    <a:pt x="155" y="203"/>
                  </a:cubicBezTo>
                  <a:cubicBezTo>
                    <a:pt x="160" y="201"/>
                    <a:pt x="161" y="200"/>
                    <a:pt x="166" y="197"/>
                  </a:cubicBezTo>
                  <a:cubicBezTo>
                    <a:pt x="171" y="193"/>
                    <a:pt x="166" y="176"/>
                    <a:pt x="167" y="171"/>
                  </a:cubicBezTo>
                  <a:close/>
                  <a:moveTo>
                    <a:pt x="70" y="155"/>
                  </a:moveTo>
                  <a:cubicBezTo>
                    <a:pt x="70" y="157"/>
                    <a:pt x="70" y="159"/>
                    <a:pt x="70" y="161"/>
                  </a:cubicBezTo>
                  <a:cubicBezTo>
                    <a:pt x="70" y="162"/>
                    <a:pt x="69" y="167"/>
                    <a:pt x="69" y="168"/>
                  </a:cubicBezTo>
                  <a:cubicBezTo>
                    <a:pt x="64" y="172"/>
                    <a:pt x="49" y="171"/>
                    <a:pt x="42" y="171"/>
                  </a:cubicBezTo>
                  <a:cubicBezTo>
                    <a:pt x="38" y="172"/>
                    <a:pt x="36" y="173"/>
                    <a:pt x="32" y="172"/>
                  </a:cubicBezTo>
                  <a:cubicBezTo>
                    <a:pt x="32" y="172"/>
                    <a:pt x="32" y="172"/>
                    <a:pt x="32" y="172"/>
                  </a:cubicBezTo>
                  <a:cubicBezTo>
                    <a:pt x="30" y="171"/>
                    <a:pt x="30" y="169"/>
                    <a:pt x="30" y="168"/>
                  </a:cubicBezTo>
                  <a:cubicBezTo>
                    <a:pt x="29" y="167"/>
                    <a:pt x="26" y="166"/>
                    <a:pt x="25" y="165"/>
                  </a:cubicBezTo>
                  <a:cubicBezTo>
                    <a:pt x="25" y="163"/>
                    <a:pt x="24" y="161"/>
                    <a:pt x="23" y="160"/>
                  </a:cubicBezTo>
                  <a:cubicBezTo>
                    <a:pt x="23" y="159"/>
                    <a:pt x="23" y="159"/>
                    <a:pt x="23" y="159"/>
                  </a:cubicBezTo>
                  <a:cubicBezTo>
                    <a:pt x="24" y="158"/>
                    <a:pt x="23" y="154"/>
                    <a:pt x="23" y="152"/>
                  </a:cubicBezTo>
                  <a:cubicBezTo>
                    <a:pt x="25" y="151"/>
                    <a:pt x="24" y="149"/>
                    <a:pt x="26" y="148"/>
                  </a:cubicBezTo>
                  <a:cubicBezTo>
                    <a:pt x="26" y="149"/>
                    <a:pt x="29" y="146"/>
                    <a:pt x="32" y="146"/>
                  </a:cubicBezTo>
                  <a:cubicBezTo>
                    <a:pt x="34" y="146"/>
                    <a:pt x="35" y="143"/>
                    <a:pt x="37" y="143"/>
                  </a:cubicBezTo>
                  <a:cubicBezTo>
                    <a:pt x="40" y="142"/>
                    <a:pt x="42" y="143"/>
                    <a:pt x="45" y="143"/>
                  </a:cubicBezTo>
                  <a:cubicBezTo>
                    <a:pt x="47" y="142"/>
                    <a:pt x="50" y="142"/>
                    <a:pt x="51" y="142"/>
                  </a:cubicBezTo>
                  <a:cubicBezTo>
                    <a:pt x="56" y="141"/>
                    <a:pt x="65" y="144"/>
                    <a:pt x="67" y="141"/>
                  </a:cubicBezTo>
                  <a:cubicBezTo>
                    <a:pt x="68" y="141"/>
                    <a:pt x="68" y="141"/>
                    <a:pt x="69" y="141"/>
                  </a:cubicBezTo>
                  <a:cubicBezTo>
                    <a:pt x="70" y="144"/>
                    <a:pt x="70" y="146"/>
                    <a:pt x="71" y="149"/>
                  </a:cubicBezTo>
                  <a:cubicBezTo>
                    <a:pt x="72" y="152"/>
                    <a:pt x="69" y="153"/>
                    <a:pt x="70" y="155"/>
                  </a:cubicBezTo>
                  <a:close/>
                  <a:moveTo>
                    <a:pt x="70" y="124"/>
                  </a:moveTo>
                  <a:cubicBezTo>
                    <a:pt x="70" y="123"/>
                    <a:pt x="70" y="123"/>
                    <a:pt x="70" y="123"/>
                  </a:cubicBezTo>
                  <a:cubicBezTo>
                    <a:pt x="70" y="123"/>
                    <a:pt x="70" y="124"/>
                    <a:pt x="70" y="124"/>
                  </a:cubicBezTo>
                  <a:cubicBezTo>
                    <a:pt x="70" y="124"/>
                    <a:pt x="62" y="127"/>
                    <a:pt x="62" y="127"/>
                  </a:cubicBezTo>
                  <a:cubicBezTo>
                    <a:pt x="62" y="127"/>
                    <a:pt x="55" y="128"/>
                    <a:pt x="54" y="129"/>
                  </a:cubicBezTo>
                  <a:cubicBezTo>
                    <a:pt x="54" y="129"/>
                    <a:pt x="53" y="129"/>
                    <a:pt x="53" y="129"/>
                  </a:cubicBezTo>
                  <a:cubicBezTo>
                    <a:pt x="45" y="129"/>
                    <a:pt x="37" y="132"/>
                    <a:pt x="30" y="127"/>
                  </a:cubicBezTo>
                  <a:cubicBezTo>
                    <a:pt x="30" y="127"/>
                    <a:pt x="30" y="126"/>
                    <a:pt x="30" y="126"/>
                  </a:cubicBezTo>
                  <a:cubicBezTo>
                    <a:pt x="28" y="125"/>
                    <a:pt x="28" y="124"/>
                    <a:pt x="25" y="121"/>
                  </a:cubicBezTo>
                  <a:cubicBezTo>
                    <a:pt x="26" y="120"/>
                    <a:pt x="25" y="118"/>
                    <a:pt x="25" y="118"/>
                  </a:cubicBezTo>
                  <a:cubicBezTo>
                    <a:pt x="25" y="113"/>
                    <a:pt x="29" y="110"/>
                    <a:pt x="32" y="109"/>
                  </a:cubicBezTo>
                  <a:cubicBezTo>
                    <a:pt x="33" y="108"/>
                    <a:pt x="35" y="108"/>
                    <a:pt x="36" y="108"/>
                  </a:cubicBezTo>
                  <a:cubicBezTo>
                    <a:pt x="38" y="107"/>
                    <a:pt x="40" y="106"/>
                    <a:pt x="42" y="105"/>
                  </a:cubicBezTo>
                  <a:cubicBezTo>
                    <a:pt x="43" y="105"/>
                    <a:pt x="49" y="105"/>
                    <a:pt x="49" y="104"/>
                  </a:cubicBezTo>
                  <a:cubicBezTo>
                    <a:pt x="51" y="104"/>
                    <a:pt x="58" y="105"/>
                    <a:pt x="59" y="105"/>
                  </a:cubicBezTo>
                  <a:cubicBezTo>
                    <a:pt x="61" y="105"/>
                    <a:pt x="65" y="103"/>
                    <a:pt x="68" y="104"/>
                  </a:cubicBezTo>
                  <a:cubicBezTo>
                    <a:pt x="68" y="104"/>
                    <a:pt x="69" y="103"/>
                    <a:pt x="69" y="103"/>
                  </a:cubicBezTo>
                  <a:cubicBezTo>
                    <a:pt x="69" y="103"/>
                    <a:pt x="71" y="104"/>
                    <a:pt x="71" y="104"/>
                  </a:cubicBezTo>
                  <a:cubicBezTo>
                    <a:pt x="73" y="105"/>
                    <a:pt x="72" y="110"/>
                    <a:pt x="72" y="112"/>
                  </a:cubicBezTo>
                  <a:cubicBezTo>
                    <a:pt x="71" y="115"/>
                    <a:pt x="73" y="121"/>
                    <a:pt x="70" y="124"/>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5" name="Freeform 11"/>
            <p:cNvSpPr/>
            <p:nvPr/>
          </p:nvSpPr>
          <p:spPr bwMode="auto">
            <a:xfrm>
              <a:off x="614365" y="6160955"/>
              <a:ext cx="182383" cy="300394"/>
            </a:xfrm>
            <a:custGeom>
              <a:avLst/>
              <a:gdLst>
                <a:gd name="T0" fmla="*/ 103 w 136"/>
                <a:gd name="T1" fmla="*/ 7 h 223"/>
                <a:gd name="T2" fmla="*/ 106 w 136"/>
                <a:gd name="T3" fmla="*/ 25 h 223"/>
                <a:gd name="T4" fmla="*/ 103 w 136"/>
                <a:gd name="T5" fmla="*/ 38 h 223"/>
                <a:gd name="T6" fmla="*/ 94 w 136"/>
                <a:gd name="T7" fmla="*/ 60 h 223"/>
                <a:gd name="T8" fmla="*/ 105 w 136"/>
                <a:gd name="T9" fmla="*/ 71 h 223"/>
                <a:gd name="T10" fmla="*/ 116 w 136"/>
                <a:gd name="T11" fmla="*/ 53 h 223"/>
                <a:gd name="T12" fmla="*/ 119 w 136"/>
                <a:gd name="T13" fmla="*/ 38 h 223"/>
                <a:gd name="T14" fmla="*/ 124 w 136"/>
                <a:gd name="T15" fmla="*/ 9 h 223"/>
                <a:gd name="T16" fmla="*/ 135 w 136"/>
                <a:gd name="T17" fmla="*/ 25 h 223"/>
                <a:gd name="T18" fmla="*/ 128 w 136"/>
                <a:gd name="T19" fmla="*/ 42 h 223"/>
                <a:gd name="T20" fmla="*/ 124 w 136"/>
                <a:gd name="T21" fmla="*/ 63 h 223"/>
                <a:gd name="T22" fmla="*/ 96 w 136"/>
                <a:gd name="T23" fmla="*/ 85 h 223"/>
                <a:gd name="T24" fmla="*/ 92 w 136"/>
                <a:gd name="T25" fmla="*/ 129 h 223"/>
                <a:gd name="T26" fmla="*/ 86 w 136"/>
                <a:gd name="T27" fmla="*/ 160 h 223"/>
                <a:gd name="T28" fmla="*/ 79 w 136"/>
                <a:gd name="T29" fmla="*/ 176 h 223"/>
                <a:gd name="T30" fmla="*/ 69 w 136"/>
                <a:gd name="T31" fmla="*/ 162 h 223"/>
                <a:gd name="T32" fmla="*/ 61 w 136"/>
                <a:gd name="T33" fmla="*/ 174 h 223"/>
                <a:gd name="T34" fmla="*/ 52 w 136"/>
                <a:gd name="T35" fmla="*/ 223 h 223"/>
                <a:gd name="T36" fmla="*/ 45 w 136"/>
                <a:gd name="T37" fmla="*/ 211 h 223"/>
                <a:gd name="T38" fmla="*/ 46 w 136"/>
                <a:gd name="T39" fmla="*/ 152 h 223"/>
                <a:gd name="T40" fmla="*/ 27 w 136"/>
                <a:gd name="T41" fmla="*/ 153 h 223"/>
                <a:gd name="T42" fmla="*/ 2 w 136"/>
                <a:gd name="T43" fmla="*/ 149 h 223"/>
                <a:gd name="T44" fmla="*/ 2 w 136"/>
                <a:gd name="T45" fmla="*/ 126 h 223"/>
                <a:gd name="T46" fmla="*/ 7 w 136"/>
                <a:gd name="T47" fmla="*/ 95 h 223"/>
                <a:gd name="T48" fmla="*/ 11 w 136"/>
                <a:gd name="T49" fmla="*/ 68 h 223"/>
                <a:gd name="T50" fmla="*/ 15 w 136"/>
                <a:gd name="T51" fmla="*/ 50 h 223"/>
                <a:gd name="T52" fmla="*/ 30 w 136"/>
                <a:gd name="T53" fmla="*/ 65 h 223"/>
                <a:gd name="T54" fmla="*/ 28 w 136"/>
                <a:gd name="T55" fmla="*/ 74 h 223"/>
                <a:gd name="T56" fmla="*/ 29 w 136"/>
                <a:gd name="T57" fmla="*/ 100 h 223"/>
                <a:gd name="T58" fmla="*/ 47 w 136"/>
                <a:gd name="T59" fmla="*/ 90 h 223"/>
                <a:gd name="T60" fmla="*/ 49 w 136"/>
                <a:gd name="T61" fmla="*/ 64 h 223"/>
                <a:gd name="T62" fmla="*/ 50 w 136"/>
                <a:gd name="T63" fmla="*/ 31 h 223"/>
                <a:gd name="T64" fmla="*/ 66 w 136"/>
                <a:gd name="T65" fmla="*/ 4 h 223"/>
                <a:gd name="T66" fmla="*/ 69 w 136"/>
                <a:gd name="T67" fmla="*/ 34 h 223"/>
                <a:gd name="T68" fmla="*/ 65 w 136"/>
                <a:gd name="T69" fmla="*/ 55 h 223"/>
                <a:gd name="T70" fmla="*/ 65 w 136"/>
                <a:gd name="T71" fmla="*/ 97 h 223"/>
                <a:gd name="T72" fmla="*/ 69 w 136"/>
                <a:gd name="T73" fmla="*/ 126 h 223"/>
                <a:gd name="T74" fmla="*/ 62 w 136"/>
                <a:gd name="T75" fmla="*/ 139 h 223"/>
                <a:gd name="T76" fmla="*/ 74 w 136"/>
                <a:gd name="T77" fmla="*/ 153 h 223"/>
                <a:gd name="T78" fmla="*/ 82 w 136"/>
                <a:gd name="T79" fmla="*/ 139 h 223"/>
                <a:gd name="T80" fmla="*/ 85 w 136"/>
                <a:gd name="T81" fmla="*/ 97 h 223"/>
                <a:gd name="T82" fmla="*/ 75 w 136"/>
                <a:gd name="T83" fmla="*/ 85 h 223"/>
                <a:gd name="T84" fmla="*/ 66 w 136"/>
                <a:gd name="T85" fmla="*/ 91 h 223"/>
                <a:gd name="T86" fmla="*/ 69 w 136"/>
                <a:gd name="T87" fmla="*/ 81 h 223"/>
                <a:gd name="T88" fmla="*/ 87 w 136"/>
                <a:gd name="T89" fmla="*/ 54 h 223"/>
                <a:gd name="T90" fmla="*/ 91 w 136"/>
                <a:gd name="T91" fmla="*/ 1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23">
                  <a:moveTo>
                    <a:pt x="94" y="2"/>
                  </a:moveTo>
                  <a:cubicBezTo>
                    <a:pt x="96" y="3"/>
                    <a:pt x="100" y="3"/>
                    <a:pt x="101" y="4"/>
                  </a:cubicBezTo>
                  <a:cubicBezTo>
                    <a:pt x="102" y="5"/>
                    <a:pt x="102" y="6"/>
                    <a:pt x="103" y="7"/>
                  </a:cubicBezTo>
                  <a:cubicBezTo>
                    <a:pt x="104" y="9"/>
                    <a:pt x="106" y="12"/>
                    <a:pt x="106" y="13"/>
                  </a:cubicBezTo>
                  <a:cubicBezTo>
                    <a:pt x="107" y="15"/>
                    <a:pt x="106" y="19"/>
                    <a:pt x="106" y="20"/>
                  </a:cubicBezTo>
                  <a:cubicBezTo>
                    <a:pt x="106" y="22"/>
                    <a:pt x="106" y="23"/>
                    <a:pt x="106" y="25"/>
                  </a:cubicBezTo>
                  <a:cubicBezTo>
                    <a:pt x="105" y="27"/>
                    <a:pt x="105" y="29"/>
                    <a:pt x="104" y="31"/>
                  </a:cubicBezTo>
                  <a:cubicBezTo>
                    <a:pt x="104" y="33"/>
                    <a:pt x="104" y="35"/>
                    <a:pt x="104" y="36"/>
                  </a:cubicBezTo>
                  <a:cubicBezTo>
                    <a:pt x="103" y="37"/>
                    <a:pt x="103" y="37"/>
                    <a:pt x="103" y="38"/>
                  </a:cubicBezTo>
                  <a:cubicBezTo>
                    <a:pt x="102" y="39"/>
                    <a:pt x="103" y="41"/>
                    <a:pt x="103" y="42"/>
                  </a:cubicBezTo>
                  <a:cubicBezTo>
                    <a:pt x="103" y="43"/>
                    <a:pt x="103" y="44"/>
                    <a:pt x="103" y="46"/>
                  </a:cubicBezTo>
                  <a:cubicBezTo>
                    <a:pt x="100" y="51"/>
                    <a:pt x="96" y="54"/>
                    <a:pt x="94" y="60"/>
                  </a:cubicBezTo>
                  <a:cubicBezTo>
                    <a:pt x="94" y="62"/>
                    <a:pt x="96" y="72"/>
                    <a:pt x="96" y="73"/>
                  </a:cubicBezTo>
                  <a:cubicBezTo>
                    <a:pt x="99" y="73"/>
                    <a:pt x="100" y="73"/>
                    <a:pt x="102" y="72"/>
                  </a:cubicBezTo>
                  <a:cubicBezTo>
                    <a:pt x="103" y="72"/>
                    <a:pt x="104" y="72"/>
                    <a:pt x="105" y="71"/>
                  </a:cubicBezTo>
                  <a:cubicBezTo>
                    <a:pt x="110" y="70"/>
                    <a:pt x="110" y="66"/>
                    <a:pt x="112" y="60"/>
                  </a:cubicBezTo>
                  <a:cubicBezTo>
                    <a:pt x="112" y="58"/>
                    <a:pt x="115" y="56"/>
                    <a:pt x="116" y="54"/>
                  </a:cubicBezTo>
                  <a:cubicBezTo>
                    <a:pt x="116" y="54"/>
                    <a:pt x="116" y="53"/>
                    <a:pt x="116" y="53"/>
                  </a:cubicBezTo>
                  <a:cubicBezTo>
                    <a:pt x="116" y="53"/>
                    <a:pt x="118" y="48"/>
                    <a:pt x="117" y="47"/>
                  </a:cubicBezTo>
                  <a:cubicBezTo>
                    <a:pt x="118" y="47"/>
                    <a:pt x="119" y="47"/>
                    <a:pt x="119" y="45"/>
                  </a:cubicBezTo>
                  <a:cubicBezTo>
                    <a:pt x="119" y="43"/>
                    <a:pt x="119" y="41"/>
                    <a:pt x="119" y="38"/>
                  </a:cubicBezTo>
                  <a:cubicBezTo>
                    <a:pt x="118" y="35"/>
                    <a:pt x="120" y="23"/>
                    <a:pt x="122" y="19"/>
                  </a:cubicBezTo>
                  <a:cubicBezTo>
                    <a:pt x="122" y="18"/>
                    <a:pt x="122" y="18"/>
                    <a:pt x="121" y="19"/>
                  </a:cubicBezTo>
                  <a:cubicBezTo>
                    <a:pt x="119" y="13"/>
                    <a:pt x="118" y="11"/>
                    <a:pt x="124" y="9"/>
                  </a:cubicBezTo>
                  <a:cubicBezTo>
                    <a:pt x="126" y="9"/>
                    <a:pt x="126" y="8"/>
                    <a:pt x="128" y="9"/>
                  </a:cubicBezTo>
                  <a:cubicBezTo>
                    <a:pt x="132" y="11"/>
                    <a:pt x="134" y="17"/>
                    <a:pt x="135" y="22"/>
                  </a:cubicBezTo>
                  <a:cubicBezTo>
                    <a:pt x="135" y="23"/>
                    <a:pt x="135" y="24"/>
                    <a:pt x="135" y="25"/>
                  </a:cubicBezTo>
                  <a:cubicBezTo>
                    <a:pt x="135" y="26"/>
                    <a:pt x="136" y="27"/>
                    <a:pt x="136" y="29"/>
                  </a:cubicBezTo>
                  <a:cubicBezTo>
                    <a:pt x="135" y="29"/>
                    <a:pt x="135" y="29"/>
                    <a:pt x="134" y="30"/>
                  </a:cubicBezTo>
                  <a:cubicBezTo>
                    <a:pt x="135" y="35"/>
                    <a:pt x="130" y="39"/>
                    <a:pt x="128" y="42"/>
                  </a:cubicBezTo>
                  <a:cubicBezTo>
                    <a:pt x="128" y="44"/>
                    <a:pt x="127" y="46"/>
                    <a:pt x="127" y="48"/>
                  </a:cubicBezTo>
                  <a:cubicBezTo>
                    <a:pt x="127" y="48"/>
                    <a:pt x="126" y="49"/>
                    <a:pt x="126" y="50"/>
                  </a:cubicBezTo>
                  <a:cubicBezTo>
                    <a:pt x="128" y="53"/>
                    <a:pt x="126" y="59"/>
                    <a:pt x="124" y="63"/>
                  </a:cubicBezTo>
                  <a:cubicBezTo>
                    <a:pt x="123" y="66"/>
                    <a:pt x="124" y="69"/>
                    <a:pt x="123" y="74"/>
                  </a:cubicBezTo>
                  <a:cubicBezTo>
                    <a:pt x="122" y="78"/>
                    <a:pt x="117" y="84"/>
                    <a:pt x="114" y="85"/>
                  </a:cubicBezTo>
                  <a:cubicBezTo>
                    <a:pt x="109" y="88"/>
                    <a:pt x="100" y="78"/>
                    <a:pt x="96" y="85"/>
                  </a:cubicBezTo>
                  <a:cubicBezTo>
                    <a:pt x="95" y="86"/>
                    <a:pt x="95" y="89"/>
                    <a:pt x="94" y="91"/>
                  </a:cubicBezTo>
                  <a:cubicBezTo>
                    <a:pt x="94" y="98"/>
                    <a:pt x="94" y="106"/>
                    <a:pt x="94" y="113"/>
                  </a:cubicBezTo>
                  <a:cubicBezTo>
                    <a:pt x="94" y="119"/>
                    <a:pt x="93" y="124"/>
                    <a:pt x="92" y="129"/>
                  </a:cubicBezTo>
                  <a:cubicBezTo>
                    <a:pt x="92" y="130"/>
                    <a:pt x="92" y="142"/>
                    <a:pt x="92" y="142"/>
                  </a:cubicBezTo>
                  <a:cubicBezTo>
                    <a:pt x="92" y="143"/>
                    <a:pt x="89" y="153"/>
                    <a:pt x="90" y="154"/>
                  </a:cubicBezTo>
                  <a:cubicBezTo>
                    <a:pt x="88" y="155"/>
                    <a:pt x="87" y="158"/>
                    <a:pt x="86" y="160"/>
                  </a:cubicBezTo>
                  <a:cubicBezTo>
                    <a:pt x="86" y="162"/>
                    <a:pt x="86" y="164"/>
                    <a:pt x="86" y="166"/>
                  </a:cubicBezTo>
                  <a:cubicBezTo>
                    <a:pt x="84" y="168"/>
                    <a:pt x="84" y="170"/>
                    <a:pt x="83" y="172"/>
                  </a:cubicBezTo>
                  <a:cubicBezTo>
                    <a:pt x="83" y="173"/>
                    <a:pt x="80" y="175"/>
                    <a:pt x="79" y="176"/>
                  </a:cubicBezTo>
                  <a:cubicBezTo>
                    <a:pt x="78" y="177"/>
                    <a:pt x="72" y="173"/>
                    <a:pt x="71" y="171"/>
                  </a:cubicBezTo>
                  <a:cubicBezTo>
                    <a:pt x="71" y="170"/>
                    <a:pt x="69" y="168"/>
                    <a:pt x="69" y="166"/>
                  </a:cubicBezTo>
                  <a:cubicBezTo>
                    <a:pt x="68" y="165"/>
                    <a:pt x="68" y="163"/>
                    <a:pt x="69" y="162"/>
                  </a:cubicBezTo>
                  <a:cubicBezTo>
                    <a:pt x="67" y="158"/>
                    <a:pt x="65" y="149"/>
                    <a:pt x="61" y="149"/>
                  </a:cubicBezTo>
                  <a:cubicBezTo>
                    <a:pt x="61" y="156"/>
                    <a:pt x="61" y="162"/>
                    <a:pt x="60" y="169"/>
                  </a:cubicBezTo>
                  <a:cubicBezTo>
                    <a:pt x="61" y="171"/>
                    <a:pt x="61" y="172"/>
                    <a:pt x="61" y="174"/>
                  </a:cubicBezTo>
                  <a:cubicBezTo>
                    <a:pt x="60" y="177"/>
                    <a:pt x="59" y="180"/>
                    <a:pt x="58" y="183"/>
                  </a:cubicBezTo>
                  <a:cubicBezTo>
                    <a:pt x="58" y="188"/>
                    <a:pt x="58" y="194"/>
                    <a:pt x="58" y="199"/>
                  </a:cubicBezTo>
                  <a:cubicBezTo>
                    <a:pt x="58" y="209"/>
                    <a:pt x="61" y="222"/>
                    <a:pt x="52" y="223"/>
                  </a:cubicBezTo>
                  <a:cubicBezTo>
                    <a:pt x="51" y="221"/>
                    <a:pt x="48" y="222"/>
                    <a:pt x="47" y="220"/>
                  </a:cubicBezTo>
                  <a:cubicBezTo>
                    <a:pt x="47" y="218"/>
                    <a:pt x="47" y="217"/>
                    <a:pt x="47" y="215"/>
                  </a:cubicBezTo>
                  <a:cubicBezTo>
                    <a:pt x="46" y="213"/>
                    <a:pt x="45" y="212"/>
                    <a:pt x="45" y="211"/>
                  </a:cubicBezTo>
                  <a:cubicBezTo>
                    <a:pt x="43" y="207"/>
                    <a:pt x="45" y="202"/>
                    <a:pt x="44" y="198"/>
                  </a:cubicBezTo>
                  <a:cubicBezTo>
                    <a:pt x="43" y="190"/>
                    <a:pt x="43" y="178"/>
                    <a:pt x="44" y="170"/>
                  </a:cubicBezTo>
                  <a:cubicBezTo>
                    <a:pt x="46" y="163"/>
                    <a:pt x="43" y="156"/>
                    <a:pt x="46" y="152"/>
                  </a:cubicBezTo>
                  <a:cubicBezTo>
                    <a:pt x="45" y="150"/>
                    <a:pt x="44" y="148"/>
                    <a:pt x="41" y="148"/>
                  </a:cubicBezTo>
                  <a:cubicBezTo>
                    <a:pt x="39" y="148"/>
                    <a:pt x="37" y="150"/>
                    <a:pt x="36" y="150"/>
                  </a:cubicBezTo>
                  <a:cubicBezTo>
                    <a:pt x="33" y="151"/>
                    <a:pt x="29" y="151"/>
                    <a:pt x="27" y="153"/>
                  </a:cubicBezTo>
                  <a:cubicBezTo>
                    <a:pt x="26" y="157"/>
                    <a:pt x="10" y="158"/>
                    <a:pt x="6" y="155"/>
                  </a:cubicBezTo>
                  <a:cubicBezTo>
                    <a:pt x="5" y="154"/>
                    <a:pt x="5" y="153"/>
                    <a:pt x="5" y="151"/>
                  </a:cubicBezTo>
                  <a:cubicBezTo>
                    <a:pt x="4" y="151"/>
                    <a:pt x="3" y="150"/>
                    <a:pt x="2" y="149"/>
                  </a:cubicBezTo>
                  <a:cubicBezTo>
                    <a:pt x="1" y="146"/>
                    <a:pt x="2" y="142"/>
                    <a:pt x="1" y="139"/>
                  </a:cubicBezTo>
                  <a:cubicBezTo>
                    <a:pt x="1" y="136"/>
                    <a:pt x="0" y="134"/>
                    <a:pt x="0" y="132"/>
                  </a:cubicBezTo>
                  <a:cubicBezTo>
                    <a:pt x="1" y="130"/>
                    <a:pt x="2" y="127"/>
                    <a:pt x="2" y="126"/>
                  </a:cubicBezTo>
                  <a:cubicBezTo>
                    <a:pt x="2" y="125"/>
                    <a:pt x="2" y="116"/>
                    <a:pt x="2" y="115"/>
                  </a:cubicBezTo>
                  <a:cubicBezTo>
                    <a:pt x="3" y="111"/>
                    <a:pt x="5" y="107"/>
                    <a:pt x="7" y="105"/>
                  </a:cubicBezTo>
                  <a:cubicBezTo>
                    <a:pt x="7" y="102"/>
                    <a:pt x="7" y="98"/>
                    <a:pt x="7" y="95"/>
                  </a:cubicBezTo>
                  <a:cubicBezTo>
                    <a:pt x="8" y="94"/>
                    <a:pt x="9" y="93"/>
                    <a:pt x="10" y="92"/>
                  </a:cubicBezTo>
                  <a:cubicBezTo>
                    <a:pt x="11" y="89"/>
                    <a:pt x="10" y="86"/>
                    <a:pt x="11" y="84"/>
                  </a:cubicBezTo>
                  <a:cubicBezTo>
                    <a:pt x="12" y="82"/>
                    <a:pt x="10" y="71"/>
                    <a:pt x="11" y="68"/>
                  </a:cubicBezTo>
                  <a:cubicBezTo>
                    <a:pt x="11" y="66"/>
                    <a:pt x="11" y="64"/>
                    <a:pt x="10" y="62"/>
                  </a:cubicBezTo>
                  <a:cubicBezTo>
                    <a:pt x="11" y="61"/>
                    <a:pt x="14" y="51"/>
                    <a:pt x="14" y="50"/>
                  </a:cubicBezTo>
                  <a:cubicBezTo>
                    <a:pt x="15" y="50"/>
                    <a:pt x="15" y="50"/>
                    <a:pt x="15" y="50"/>
                  </a:cubicBezTo>
                  <a:cubicBezTo>
                    <a:pt x="17" y="47"/>
                    <a:pt x="23" y="32"/>
                    <a:pt x="30" y="38"/>
                  </a:cubicBezTo>
                  <a:cubicBezTo>
                    <a:pt x="37" y="45"/>
                    <a:pt x="27" y="48"/>
                    <a:pt x="29" y="53"/>
                  </a:cubicBezTo>
                  <a:cubicBezTo>
                    <a:pt x="30" y="57"/>
                    <a:pt x="31" y="60"/>
                    <a:pt x="30" y="65"/>
                  </a:cubicBezTo>
                  <a:cubicBezTo>
                    <a:pt x="30" y="66"/>
                    <a:pt x="30" y="66"/>
                    <a:pt x="30" y="66"/>
                  </a:cubicBezTo>
                  <a:cubicBezTo>
                    <a:pt x="30" y="68"/>
                    <a:pt x="29" y="69"/>
                    <a:pt x="28" y="70"/>
                  </a:cubicBezTo>
                  <a:cubicBezTo>
                    <a:pt x="28" y="71"/>
                    <a:pt x="28" y="73"/>
                    <a:pt x="28" y="74"/>
                  </a:cubicBezTo>
                  <a:cubicBezTo>
                    <a:pt x="27" y="80"/>
                    <a:pt x="28" y="80"/>
                    <a:pt x="25" y="84"/>
                  </a:cubicBezTo>
                  <a:cubicBezTo>
                    <a:pt x="25" y="86"/>
                    <a:pt x="26" y="87"/>
                    <a:pt x="27" y="88"/>
                  </a:cubicBezTo>
                  <a:cubicBezTo>
                    <a:pt x="27" y="90"/>
                    <a:pt x="28" y="98"/>
                    <a:pt x="29" y="100"/>
                  </a:cubicBezTo>
                  <a:cubicBezTo>
                    <a:pt x="31" y="100"/>
                    <a:pt x="34" y="99"/>
                    <a:pt x="35" y="98"/>
                  </a:cubicBezTo>
                  <a:cubicBezTo>
                    <a:pt x="36" y="98"/>
                    <a:pt x="37" y="98"/>
                    <a:pt x="38" y="98"/>
                  </a:cubicBezTo>
                  <a:cubicBezTo>
                    <a:pt x="40" y="95"/>
                    <a:pt x="45" y="93"/>
                    <a:pt x="47" y="90"/>
                  </a:cubicBezTo>
                  <a:cubicBezTo>
                    <a:pt x="48" y="89"/>
                    <a:pt x="51" y="87"/>
                    <a:pt x="49" y="86"/>
                  </a:cubicBezTo>
                  <a:cubicBezTo>
                    <a:pt x="50" y="85"/>
                    <a:pt x="51" y="84"/>
                    <a:pt x="52" y="82"/>
                  </a:cubicBezTo>
                  <a:cubicBezTo>
                    <a:pt x="53" y="76"/>
                    <a:pt x="50" y="69"/>
                    <a:pt x="49" y="64"/>
                  </a:cubicBezTo>
                  <a:cubicBezTo>
                    <a:pt x="49" y="64"/>
                    <a:pt x="49" y="55"/>
                    <a:pt x="49" y="54"/>
                  </a:cubicBezTo>
                  <a:cubicBezTo>
                    <a:pt x="48" y="51"/>
                    <a:pt x="51" y="44"/>
                    <a:pt x="51" y="41"/>
                  </a:cubicBezTo>
                  <a:cubicBezTo>
                    <a:pt x="52" y="37"/>
                    <a:pt x="50" y="34"/>
                    <a:pt x="50" y="31"/>
                  </a:cubicBezTo>
                  <a:cubicBezTo>
                    <a:pt x="50" y="29"/>
                    <a:pt x="52" y="28"/>
                    <a:pt x="50" y="26"/>
                  </a:cubicBezTo>
                  <a:cubicBezTo>
                    <a:pt x="50" y="25"/>
                    <a:pt x="52" y="18"/>
                    <a:pt x="52" y="18"/>
                  </a:cubicBezTo>
                  <a:cubicBezTo>
                    <a:pt x="54" y="13"/>
                    <a:pt x="58" y="0"/>
                    <a:pt x="66" y="4"/>
                  </a:cubicBezTo>
                  <a:cubicBezTo>
                    <a:pt x="68" y="5"/>
                    <a:pt x="69" y="7"/>
                    <a:pt x="70" y="10"/>
                  </a:cubicBezTo>
                  <a:cubicBezTo>
                    <a:pt x="71" y="11"/>
                    <a:pt x="72" y="13"/>
                    <a:pt x="72" y="14"/>
                  </a:cubicBezTo>
                  <a:cubicBezTo>
                    <a:pt x="74" y="21"/>
                    <a:pt x="69" y="27"/>
                    <a:pt x="69" y="34"/>
                  </a:cubicBezTo>
                  <a:cubicBezTo>
                    <a:pt x="69" y="36"/>
                    <a:pt x="68" y="40"/>
                    <a:pt x="67" y="43"/>
                  </a:cubicBezTo>
                  <a:cubicBezTo>
                    <a:pt x="66" y="45"/>
                    <a:pt x="67" y="50"/>
                    <a:pt x="66" y="53"/>
                  </a:cubicBezTo>
                  <a:cubicBezTo>
                    <a:pt x="66" y="54"/>
                    <a:pt x="65" y="55"/>
                    <a:pt x="65" y="55"/>
                  </a:cubicBezTo>
                  <a:cubicBezTo>
                    <a:pt x="64" y="60"/>
                    <a:pt x="64" y="64"/>
                    <a:pt x="64" y="68"/>
                  </a:cubicBezTo>
                  <a:cubicBezTo>
                    <a:pt x="63" y="70"/>
                    <a:pt x="63" y="71"/>
                    <a:pt x="62" y="73"/>
                  </a:cubicBezTo>
                  <a:cubicBezTo>
                    <a:pt x="60" y="80"/>
                    <a:pt x="63" y="94"/>
                    <a:pt x="65" y="97"/>
                  </a:cubicBezTo>
                  <a:cubicBezTo>
                    <a:pt x="68" y="97"/>
                    <a:pt x="68" y="102"/>
                    <a:pt x="69" y="105"/>
                  </a:cubicBezTo>
                  <a:cubicBezTo>
                    <a:pt x="71" y="109"/>
                    <a:pt x="75" y="116"/>
                    <a:pt x="72" y="121"/>
                  </a:cubicBezTo>
                  <a:cubicBezTo>
                    <a:pt x="71" y="123"/>
                    <a:pt x="70" y="124"/>
                    <a:pt x="69" y="126"/>
                  </a:cubicBezTo>
                  <a:cubicBezTo>
                    <a:pt x="69" y="128"/>
                    <a:pt x="69" y="129"/>
                    <a:pt x="69" y="131"/>
                  </a:cubicBezTo>
                  <a:cubicBezTo>
                    <a:pt x="68" y="132"/>
                    <a:pt x="67" y="133"/>
                    <a:pt x="67" y="135"/>
                  </a:cubicBezTo>
                  <a:cubicBezTo>
                    <a:pt x="66" y="137"/>
                    <a:pt x="63" y="138"/>
                    <a:pt x="62" y="139"/>
                  </a:cubicBezTo>
                  <a:cubicBezTo>
                    <a:pt x="61" y="143"/>
                    <a:pt x="68" y="149"/>
                    <a:pt x="70" y="151"/>
                  </a:cubicBezTo>
                  <a:cubicBezTo>
                    <a:pt x="71" y="151"/>
                    <a:pt x="72" y="151"/>
                    <a:pt x="72" y="151"/>
                  </a:cubicBezTo>
                  <a:cubicBezTo>
                    <a:pt x="72" y="152"/>
                    <a:pt x="73" y="153"/>
                    <a:pt x="74" y="153"/>
                  </a:cubicBezTo>
                  <a:cubicBezTo>
                    <a:pt x="74" y="153"/>
                    <a:pt x="74" y="153"/>
                    <a:pt x="74" y="153"/>
                  </a:cubicBezTo>
                  <a:cubicBezTo>
                    <a:pt x="75" y="154"/>
                    <a:pt x="76" y="156"/>
                    <a:pt x="78" y="155"/>
                  </a:cubicBezTo>
                  <a:cubicBezTo>
                    <a:pt x="78" y="150"/>
                    <a:pt x="81" y="144"/>
                    <a:pt x="82" y="139"/>
                  </a:cubicBezTo>
                  <a:cubicBezTo>
                    <a:pt x="83" y="135"/>
                    <a:pt x="83" y="121"/>
                    <a:pt x="83" y="114"/>
                  </a:cubicBezTo>
                  <a:cubicBezTo>
                    <a:pt x="82" y="111"/>
                    <a:pt x="84" y="107"/>
                    <a:pt x="85" y="105"/>
                  </a:cubicBezTo>
                  <a:cubicBezTo>
                    <a:pt x="85" y="102"/>
                    <a:pt x="85" y="100"/>
                    <a:pt x="85" y="97"/>
                  </a:cubicBezTo>
                  <a:cubicBezTo>
                    <a:pt x="86" y="96"/>
                    <a:pt x="86" y="94"/>
                    <a:pt x="86" y="93"/>
                  </a:cubicBezTo>
                  <a:cubicBezTo>
                    <a:pt x="87" y="90"/>
                    <a:pt x="85" y="86"/>
                    <a:pt x="85" y="84"/>
                  </a:cubicBezTo>
                  <a:cubicBezTo>
                    <a:pt x="82" y="83"/>
                    <a:pt x="77" y="83"/>
                    <a:pt x="75" y="85"/>
                  </a:cubicBezTo>
                  <a:cubicBezTo>
                    <a:pt x="73" y="86"/>
                    <a:pt x="74" y="87"/>
                    <a:pt x="72" y="88"/>
                  </a:cubicBezTo>
                  <a:cubicBezTo>
                    <a:pt x="70" y="89"/>
                    <a:pt x="70" y="87"/>
                    <a:pt x="69" y="89"/>
                  </a:cubicBezTo>
                  <a:cubicBezTo>
                    <a:pt x="69" y="90"/>
                    <a:pt x="67" y="91"/>
                    <a:pt x="66" y="91"/>
                  </a:cubicBezTo>
                  <a:cubicBezTo>
                    <a:pt x="65" y="91"/>
                    <a:pt x="64" y="91"/>
                    <a:pt x="64" y="90"/>
                  </a:cubicBezTo>
                  <a:cubicBezTo>
                    <a:pt x="63" y="88"/>
                    <a:pt x="64" y="87"/>
                    <a:pt x="64" y="85"/>
                  </a:cubicBezTo>
                  <a:cubicBezTo>
                    <a:pt x="66" y="85"/>
                    <a:pt x="67" y="83"/>
                    <a:pt x="69" y="81"/>
                  </a:cubicBezTo>
                  <a:cubicBezTo>
                    <a:pt x="70" y="81"/>
                    <a:pt x="71" y="81"/>
                    <a:pt x="71" y="81"/>
                  </a:cubicBezTo>
                  <a:cubicBezTo>
                    <a:pt x="76" y="80"/>
                    <a:pt x="82" y="80"/>
                    <a:pt x="85" y="76"/>
                  </a:cubicBezTo>
                  <a:cubicBezTo>
                    <a:pt x="84" y="72"/>
                    <a:pt x="86" y="59"/>
                    <a:pt x="87" y="54"/>
                  </a:cubicBezTo>
                  <a:cubicBezTo>
                    <a:pt x="87" y="52"/>
                    <a:pt x="87" y="49"/>
                    <a:pt x="87" y="47"/>
                  </a:cubicBezTo>
                  <a:cubicBezTo>
                    <a:pt x="88" y="40"/>
                    <a:pt x="86" y="30"/>
                    <a:pt x="87" y="24"/>
                  </a:cubicBezTo>
                  <a:cubicBezTo>
                    <a:pt x="87" y="20"/>
                    <a:pt x="90" y="16"/>
                    <a:pt x="91" y="12"/>
                  </a:cubicBezTo>
                  <a:cubicBezTo>
                    <a:pt x="89" y="10"/>
                    <a:pt x="89" y="8"/>
                    <a:pt x="89" y="4"/>
                  </a:cubicBezTo>
                  <a:cubicBezTo>
                    <a:pt x="90" y="3"/>
                    <a:pt x="93" y="3"/>
                    <a:pt x="94" y="2"/>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6" name="Freeform 12"/>
            <p:cNvSpPr/>
            <p:nvPr/>
          </p:nvSpPr>
          <p:spPr bwMode="auto">
            <a:xfrm>
              <a:off x="788842" y="6168860"/>
              <a:ext cx="158102" cy="103896"/>
            </a:xfrm>
            <a:custGeom>
              <a:avLst/>
              <a:gdLst>
                <a:gd name="T0" fmla="*/ 47 w 118"/>
                <a:gd name="T1" fmla="*/ 0 h 77"/>
                <a:gd name="T2" fmla="*/ 52 w 118"/>
                <a:gd name="T3" fmla="*/ 3 h 77"/>
                <a:gd name="T4" fmla="*/ 53 w 118"/>
                <a:gd name="T5" fmla="*/ 4 h 77"/>
                <a:gd name="T6" fmla="*/ 65 w 118"/>
                <a:gd name="T7" fmla="*/ 8 h 77"/>
                <a:gd name="T8" fmla="*/ 71 w 118"/>
                <a:gd name="T9" fmla="*/ 9 h 77"/>
                <a:gd name="T10" fmla="*/ 74 w 118"/>
                <a:gd name="T11" fmla="*/ 11 h 77"/>
                <a:gd name="T12" fmla="*/ 88 w 118"/>
                <a:gd name="T13" fmla="*/ 19 h 77"/>
                <a:gd name="T14" fmla="*/ 88 w 118"/>
                <a:gd name="T15" fmla="*/ 38 h 77"/>
                <a:gd name="T16" fmla="*/ 79 w 118"/>
                <a:gd name="T17" fmla="*/ 48 h 77"/>
                <a:gd name="T18" fmla="*/ 65 w 118"/>
                <a:gd name="T19" fmla="*/ 57 h 77"/>
                <a:gd name="T20" fmla="*/ 70 w 118"/>
                <a:gd name="T21" fmla="*/ 59 h 77"/>
                <a:gd name="T22" fmla="*/ 86 w 118"/>
                <a:gd name="T23" fmla="*/ 60 h 77"/>
                <a:gd name="T24" fmla="*/ 93 w 118"/>
                <a:gd name="T25" fmla="*/ 59 h 77"/>
                <a:gd name="T26" fmla="*/ 113 w 118"/>
                <a:gd name="T27" fmla="*/ 64 h 77"/>
                <a:gd name="T28" fmla="*/ 116 w 118"/>
                <a:gd name="T29" fmla="*/ 75 h 77"/>
                <a:gd name="T30" fmla="*/ 101 w 118"/>
                <a:gd name="T31" fmla="*/ 75 h 77"/>
                <a:gd name="T32" fmla="*/ 88 w 118"/>
                <a:gd name="T33" fmla="*/ 76 h 77"/>
                <a:gd name="T34" fmla="*/ 76 w 118"/>
                <a:gd name="T35" fmla="*/ 75 h 77"/>
                <a:gd name="T36" fmla="*/ 50 w 118"/>
                <a:gd name="T37" fmla="*/ 75 h 77"/>
                <a:gd name="T38" fmla="*/ 44 w 118"/>
                <a:gd name="T39" fmla="*/ 75 h 77"/>
                <a:gd name="T40" fmla="*/ 34 w 118"/>
                <a:gd name="T41" fmla="*/ 77 h 77"/>
                <a:gd name="T42" fmla="*/ 23 w 118"/>
                <a:gd name="T43" fmla="*/ 75 h 77"/>
                <a:gd name="T44" fmla="*/ 16 w 118"/>
                <a:gd name="T45" fmla="*/ 69 h 77"/>
                <a:gd name="T46" fmla="*/ 18 w 118"/>
                <a:gd name="T47" fmla="*/ 65 h 77"/>
                <a:gd name="T48" fmla="*/ 56 w 118"/>
                <a:gd name="T49" fmla="*/ 54 h 77"/>
                <a:gd name="T50" fmla="*/ 61 w 118"/>
                <a:gd name="T51" fmla="*/ 48 h 77"/>
                <a:gd name="T52" fmla="*/ 68 w 118"/>
                <a:gd name="T53" fmla="*/ 42 h 77"/>
                <a:gd name="T54" fmla="*/ 60 w 118"/>
                <a:gd name="T55" fmla="*/ 29 h 77"/>
                <a:gd name="T56" fmla="*/ 50 w 118"/>
                <a:gd name="T57" fmla="*/ 26 h 77"/>
                <a:gd name="T58" fmla="*/ 48 w 118"/>
                <a:gd name="T59" fmla="*/ 25 h 77"/>
                <a:gd name="T60" fmla="*/ 40 w 118"/>
                <a:gd name="T61" fmla="*/ 31 h 77"/>
                <a:gd name="T62" fmla="*/ 20 w 118"/>
                <a:gd name="T63" fmla="*/ 47 h 77"/>
                <a:gd name="T64" fmla="*/ 9 w 118"/>
                <a:gd name="T65" fmla="*/ 53 h 77"/>
                <a:gd name="T66" fmla="*/ 3 w 118"/>
                <a:gd name="T67" fmla="*/ 53 h 77"/>
                <a:gd name="T68" fmla="*/ 0 w 118"/>
                <a:gd name="T69" fmla="*/ 48 h 77"/>
                <a:gd name="T70" fmla="*/ 18 w 118"/>
                <a:gd name="T71" fmla="*/ 33 h 77"/>
                <a:gd name="T72" fmla="*/ 21 w 118"/>
                <a:gd name="T73" fmla="*/ 30 h 77"/>
                <a:gd name="T74" fmla="*/ 24 w 118"/>
                <a:gd name="T75" fmla="*/ 29 h 77"/>
                <a:gd name="T76" fmla="*/ 26 w 118"/>
                <a:gd name="T77" fmla="*/ 27 h 77"/>
                <a:gd name="T78" fmla="*/ 34 w 118"/>
                <a:gd name="T79" fmla="*/ 14 h 77"/>
                <a:gd name="T80" fmla="*/ 31 w 118"/>
                <a:gd name="T81"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77">
                  <a:moveTo>
                    <a:pt x="38" y="0"/>
                  </a:moveTo>
                  <a:cubicBezTo>
                    <a:pt x="42" y="1"/>
                    <a:pt x="44" y="0"/>
                    <a:pt x="47" y="0"/>
                  </a:cubicBezTo>
                  <a:cubicBezTo>
                    <a:pt x="49" y="1"/>
                    <a:pt x="50" y="2"/>
                    <a:pt x="51" y="3"/>
                  </a:cubicBezTo>
                  <a:cubicBezTo>
                    <a:pt x="52" y="3"/>
                    <a:pt x="52" y="3"/>
                    <a:pt x="52" y="3"/>
                  </a:cubicBezTo>
                  <a:cubicBezTo>
                    <a:pt x="53" y="3"/>
                    <a:pt x="52" y="4"/>
                    <a:pt x="53" y="4"/>
                  </a:cubicBezTo>
                  <a:cubicBezTo>
                    <a:pt x="53" y="4"/>
                    <a:pt x="53" y="4"/>
                    <a:pt x="53" y="4"/>
                  </a:cubicBezTo>
                  <a:cubicBezTo>
                    <a:pt x="55" y="4"/>
                    <a:pt x="61" y="6"/>
                    <a:pt x="62" y="6"/>
                  </a:cubicBezTo>
                  <a:cubicBezTo>
                    <a:pt x="63" y="6"/>
                    <a:pt x="64" y="8"/>
                    <a:pt x="65" y="8"/>
                  </a:cubicBezTo>
                  <a:cubicBezTo>
                    <a:pt x="66" y="8"/>
                    <a:pt x="70" y="9"/>
                    <a:pt x="70" y="9"/>
                  </a:cubicBezTo>
                  <a:cubicBezTo>
                    <a:pt x="70" y="9"/>
                    <a:pt x="70" y="9"/>
                    <a:pt x="71" y="9"/>
                  </a:cubicBezTo>
                  <a:cubicBezTo>
                    <a:pt x="71" y="9"/>
                    <a:pt x="72" y="10"/>
                    <a:pt x="72" y="11"/>
                  </a:cubicBezTo>
                  <a:cubicBezTo>
                    <a:pt x="73" y="11"/>
                    <a:pt x="73" y="10"/>
                    <a:pt x="74" y="11"/>
                  </a:cubicBezTo>
                  <a:cubicBezTo>
                    <a:pt x="75" y="12"/>
                    <a:pt x="76" y="13"/>
                    <a:pt x="78" y="14"/>
                  </a:cubicBezTo>
                  <a:cubicBezTo>
                    <a:pt x="80" y="15"/>
                    <a:pt x="86" y="16"/>
                    <a:pt x="88" y="19"/>
                  </a:cubicBezTo>
                  <a:cubicBezTo>
                    <a:pt x="89" y="21"/>
                    <a:pt x="88" y="30"/>
                    <a:pt x="88" y="31"/>
                  </a:cubicBezTo>
                  <a:cubicBezTo>
                    <a:pt x="88" y="33"/>
                    <a:pt x="88" y="36"/>
                    <a:pt x="88" y="38"/>
                  </a:cubicBezTo>
                  <a:cubicBezTo>
                    <a:pt x="87" y="40"/>
                    <a:pt x="86" y="43"/>
                    <a:pt x="84" y="44"/>
                  </a:cubicBezTo>
                  <a:cubicBezTo>
                    <a:pt x="82" y="46"/>
                    <a:pt x="80" y="45"/>
                    <a:pt x="79" y="48"/>
                  </a:cubicBezTo>
                  <a:cubicBezTo>
                    <a:pt x="77" y="48"/>
                    <a:pt x="65" y="53"/>
                    <a:pt x="65" y="57"/>
                  </a:cubicBezTo>
                  <a:cubicBezTo>
                    <a:pt x="65" y="57"/>
                    <a:pt x="65" y="57"/>
                    <a:pt x="65" y="57"/>
                  </a:cubicBezTo>
                  <a:cubicBezTo>
                    <a:pt x="65" y="58"/>
                    <a:pt x="65" y="58"/>
                    <a:pt x="66" y="59"/>
                  </a:cubicBezTo>
                  <a:cubicBezTo>
                    <a:pt x="66" y="59"/>
                    <a:pt x="70" y="59"/>
                    <a:pt x="70" y="59"/>
                  </a:cubicBezTo>
                  <a:cubicBezTo>
                    <a:pt x="72" y="60"/>
                    <a:pt x="81" y="57"/>
                    <a:pt x="85" y="59"/>
                  </a:cubicBezTo>
                  <a:cubicBezTo>
                    <a:pt x="85" y="59"/>
                    <a:pt x="86" y="59"/>
                    <a:pt x="86" y="60"/>
                  </a:cubicBezTo>
                  <a:cubicBezTo>
                    <a:pt x="92" y="59"/>
                    <a:pt x="92" y="59"/>
                    <a:pt x="92" y="59"/>
                  </a:cubicBezTo>
                  <a:cubicBezTo>
                    <a:pt x="92" y="59"/>
                    <a:pt x="92" y="59"/>
                    <a:pt x="93" y="59"/>
                  </a:cubicBezTo>
                  <a:cubicBezTo>
                    <a:pt x="94" y="61"/>
                    <a:pt x="100" y="62"/>
                    <a:pt x="102" y="60"/>
                  </a:cubicBezTo>
                  <a:cubicBezTo>
                    <a:pt x="105" y="61"/>
                    <a:pt x="110" y="61"/>
                    <a:pt x="113" y="64"/>
                  </a:cubicBezTo>
                  <a:cubicBezTo>
                    <a:pt x="114" y="65"/>
                    <a:pt x="116" y="69"/>
                    <a:pt x="118" y="71"/>
                  </a:cubicBezTo>
                  <a:cubicBezTo>
                    <a:pt x="117" y="72"/>
                    <a:pt x="116" y="74"/>
                    <a:pt x="116" y="75"/>
                  </a:cubicBezTo>
                  <a:cubicBezTo>
                    <a:pt x="114" y="76"/>
                    <a:pt x="108" y="76"/>
                    <a:pt x="106" y="75"/>
                  </a:cubicBezTo>
                  <a:cubicBezTo>
                    <a:pt x="104" y="75"/>
                    <a:pt x="103" y="75"/>
                    <a:pt x="101" y="75"/>
                  </a:cubicBezTo>
                  <a:cubicBezTo>
                    <a:pt x="101" y="75"/>
                    <a:pt x="100" y="74"/>
                    <a:pt x="99" y="75"/>
                  </a:cubicBezTo>
                  <a:cubicBezTo>
                    <a:pt x="97" y="76"/>
                    <a:pt x="90" y="76"/>
                    <a:pt x="88" y="76"/>
                  </a:cubicBezTo>
                  <a:cubicBezTo>
                    <a:pt x="87" y="76"/>
                    <a:pt x="83" y="75"/>
                    <a:pt x="82" y="76"/>
                  </a:cubicBezTo>
                  <a:cubicBezTo>
                    <a:pt x="81" y="76"/>
                    <a:pt x="78" y="74"/>
                    <a:pt x="76" y="75"/>
                  </a:cubicBezTo>
                  <a:cubicBezTo>
                    <a:pt x="74" y="75"/>
                    <a:pt x="65" y="74"/>
                    <a:pt x="61" y="75"/>
                  </a:cubicBezTo>
                  <a:cubicBezTo>
                    <a:pt x="60" y="75"/>
                    <a:pt x="53" y="74"/>
                    <a:pt x="50" y="75"/>
                  </a:cubicBezTo>
                  <a:cubicBezTo>
                    <a:pt x="49" y="75"/>
                    <a:pt x="48" y="75"/>
                    <a:pt x="47" y="76"/>
                  </a:cubicBezTo>
                  <a:cubicBezTo>
                    <a:pt x="46" y="75"/>
                    <a:pt x="45" y="75"/>
                    <a:pt x="44" y="75"/>
                  </a:cubicBezTo>
                  <a:cubicBezTo>
                    <a:pt x="43" y="76"/>
                    <a:pt x="42" y="76"/>
                    <a:pt x="41" y="77"/>
                  </a:cubicBezTo>
                  <a:cubicBezTo>
                    <a:pt x="40" y="77"/>
                    <a:pt x="34" y="77"/>
                    <a:pt x="34" y="77"/>
                  </a:cubicBezTo>
                  <a:cubicBezTo>
                    <a:pt x="33" y="77"/>
                    <a:pt x="33" y="77"/>
                    <a:pt x="32" y="76"/>
                  </a:cubicBezTo>
                  <a:cubicBezTo>
                    <a:pt x="32" y="76"/>
                    <a:pt x="24" y="74"/>
                    <a:pt x="23" y="75"/>
                  </a:cubicBezTo>
                  <a:cubicBezTo>
                    <a:pt x="22" y="74"/>
                    <a:pt x="21" y="74"/>
                    <a:pt x="19" y="72"/>
                  </a:cubicBezTo>
                  <a:cubicBezTo>
                    <a:pt x="17" y="72"/>
                    <a:pt x="18" y="70"/>
                    <a:pt x="16" y="69"/>
                  </a:cubicBezTo>
                  <a:cubicBezTo>
                    <a:pt x="16" y="68"/>
                    <a:pt x="16" y="68"/>
                    <a:pt x="16" y="67"/>
                  </a:cubicBezTo>
                  <a:cubicBezTo>
                    <a:pt x="17" y="67"/>
                    <a:pt x="17" y="66"/>
                    <a:pt x="18" y="65"/>
                  </a:cubicBezTo>
                  <a:cubicBezTo>
                    <a:pt x="23" y="67"/>
                    <a:pt x="40" y="61"/>
                    <a:pt x="44" y="58"/>
                  </a:cubicBezTo>
                  <a:cubicBezTo>
                    <a:pt x="47" y="59"/>
                    <a:pt x="53" y="56"/>
                    <a:pt x="56" y="54"/>
                  </a:cubicBezTo>
                  <a:cubicBezTo>
                    <a:pt x="56" y="53"/>
                    <a:pt x="56" y="52"/>
                    <a:pt x="57" y="51"/>
                  </a:cubicBezTo>
                  <a:cubicBezTo>
                    <a:pt x="58" y="50"/>
                    <a:pt x="60" y="49"/>
                    <a:pt x="61" y="48"/>
                  </a:cubicBezTo>
                  <a:cubicBezTo>
                    <a:pt x="62" y="48"/>
                    <a:pt x="62" y="47"/>
                    <a:pt x="62" y="46"/>
                  </a:cubicBezTo>
                  <a:cubicBezTo>
                    <a:pt x="64" y="45"/>
                    <a:pt x="66" y="43"/>
                    <a:pt x="68" y="42"/>
                  </a:cubicBezTo>
                  <a:cubicBezTo>
                    <a:pt x="70" y="40"/>
                    <a:pt x="71" y="38"/>
                    <a:pt x="72" y="37"/>
                  </a:cubicBezTo>
                  <a:cubicBezTo>
                    <a:pt x="69" y="31"/>
                    <a:pt x="62" y="32"/>
                    <a:pt x="60" y="29"/>
                  </a:cubicBezTo>
                  <a:cubicBezTo>
                    <a:pt x="59" y="29"/>
                    <a:pt x="58" y="28"/>
                    <a:pt x="58" y="28"/>
                  </a:cubicBezTo>
                  <a:cubicBezTo>
                    <a:pt x="54" y="26"/>
                    <a:pt x="53" y="29"/>
                    <a:pt x="50" y="26"/>
                  </a:cubicBezTo>
                  <a:cubicBezTo>
                    <a:pt x="50" y="25"/>
                    <a:pt x="50" y="26"/>
                    <a:pt x="50" y="25"/>
                  </a:cubicBezTo>
                  <a:cubicBezTo>
                    <a:pt x="49" y="25"/>
                    <a:pt x="49" y="25"/>
                    <a:pt x="48" y="25"/>
                  </a:cubicBezTo>
                  <a:cubicBezTo>
                    <a:pt x="47" y="27"/>
                    <a:pt x="44" y="29"/>
                    <a:pt x="42" y="30"/>
                  </a:cubicBezTo>
                  <a:cubicBezTo>
                    <a:pt x="41" y="30"/>
                    <a:pt x="41" y="31"/>
                    <a:pt x="40" y="31"/>
                  </a:cubicBezTo>
                  <a:cubicBezTo>
                    <a:pt x="40" y="35"/>
                    <a:pt x="35" y="36"/>
                    <a:pt x="32" y="37"/>
                  </a:cubicBezTo>
                  <a:cubicBezTo>
                    <a:pt x="27" y="40"/>
                    <a:pt x="24" y="44"/>
                    <a:pt x="20" y="47"/>
                  </a:cubicBezTo>
                  <a:cubicBezTo>
                    <a:pt x="19" y="48"/>
                    <a:pt x="18" y="47"/>
                    <a:pt x="17" y="48"/>
                  </a:cubicBezTo>
                  <a:cubicBezTo>
                    <a:pt x="14" y="49"/>
                    <a:pt x="11" y="50"/>
                    <a:pt x="9" y="53"/>
                  </a:cubicBezTo>
                  <a:cubicBezTo>
                    <a:pt x="7" y="53"/>
                    <a:pt x="7" y="53"/>
                    <a:pt x="6" y="52"/>
                  </a:cubicBezTo>
                  <a:cubicBezTo>
                    <a:pt x="5" y="52"/>
                    <a:pt x="4" y="53"/>
                    <a:pt x="3" y="53"/>
                  </a:cubicBezTo>
                  <a:cubicBezTo>
                    <a:pt x="2" y="53"/>
                    <a:pt x="2" y="53"/>
                    <a:pt x="1" y="52"/>
                  </a:cubicBezTo>
                  <a:cubicBezTo>
                    <a:pt x="1" y="51"/>
                    <a:pt x="0" y="48"/>
                    <a:pt x="0" y="48"/>
                  </a:cubicBezTo>
                  <a:cubicBezTo>
                    <a:pt x="3" y="45"/>
                    <a:pt x="13" y="41"/>
                    <a:pt x="14" y="38"/>
                  </a:cubicBezTo>
                  <a:cubicBezTo>
                    <a:pt x="15" y="38"/>
                    <a:pt x="17" y="34"/>
                    <a:pt x="18" y="33"/>
                  </a:cubicBezTo>
                  <a:cubicBezTo>
                    <a:pt x="19" y="33"/>
                    <a:pt x="19" y="33"/>
                    <a:pt x="20" y="32"/>
                  </a:cubicBezTo>
                  <a:cubicBezTo>
                    <a:pt x="21" y="32"/>
                    <a:pt x="20" y="31"/>
                    <a:pt x="21" y="30"/>
                  </a:cubicBezTo>
                  <a:cubicBezTo>
                    <a:pt x="21" y="30"/>
                    <a:pt x="23" y="30"/>
                    <a:pt x="24" y="29"/>
                  </a:cubicBezTo>
                  <a:cubicBezTo>
                    <a:pt x="24" y="29"/>
                    <a:pt x="24" y="29"/>
                    <a:pt x="24" y="29"/>
                  </a:cubicBezTo>
                  <a:cubicBezTo>
                    <a:pt x="23" y="28"/>
                    <a:pt x="24" y="28"/>
                    <a:pt x="25" y="27"/>
                  </a:cubicBezTo>
                  <a:cubicBezTo>
                    <a:pt x="25" y="27"/>
                    <a:pt x="25" y="27"/>
                    <a:pt x="26" y="27"/>
                  </a:cubicBezTo>
                  <a:cubicBezTo>
                    <a:pt x="26" y="25"/>
                    <a:pt x="30" y="23"/>
                    <a:pt x="31" y="22"/>
                  </a:cubicBezTo>
                  <a:cubicBezTo>
                    <a:pt x="32" y="19"/>
                    <a:pt x="33" y="16"/>
                    <a:pt x="34" y="14"/>
                  </a:cubicBezTo>
                  <a:cubicBezTo>
                    <a:pt x="34" y="14"/>
                    <a:pt x="34" y="13"/>
                    <a:pt x="34" y="13"/>
                  </a:cubicBezTo>
                  <a:cubicBezTo>
                    <a:pt x="35" y="10"/>
                    <a:pt x="30" y="7"/>
                    <a:pt x="31" y="3"/>
                  </a:cubicBezTo>
                  <a:cubicBezTo>
                    <a:pt x="32" y="2"/>
                    <a:pt x="38" y="0"/>
                    <a:pt x="38"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7" name="Freeform 13"/>
            <p:cNvSpPr>
              <a:spLocks noEditPoints="1"/>
            </p:cNvSpPr>
            <p:nvPr/>
          </p:nvSpPr>
          <p:spPr bwMode="auto">
            <a:xfrm>
              <a:off x="772467" y="6252428"/>
              <a:ext cx="209486" cy="203839"/>
            </a:xfrm>
            <a:custGeom>
              <a:avLst/>
              <a:gdLst>
                <a:gd name="T0" fmla="*/ 150 w 156"/>
                <a:gd name="T1" fmla="*/ 104 h 151"/>
                <a:gd name="T2" fmla="*/ 142 w 156"/>
                <a:gd name="T3" fmla="*/ 107 h 151"/>
                <a:gd name="T4" fmla="*/ 118 w 156"/>
                <a:gd name="T5" fmla="*/ 108 h 151"/>
                <a:gd name="T6" fmla="*/ 95 w 156"/>
                <a:gd name="T7" fmla="*/ 111 h 151"/>
                <a:gd name="T8" fmla="*/ 83 w 156"/>
                <a:gd name="T9" fmla="*/ 110 h 151"/>
                <a:gd name="T10" fmla="*/ 72 w 156"/>
                <a:gd name="T11" fmla="*/ 107 h 151"/>
                <a:gd name="T12" fmla="*/ 91 w 156"/>
                <a:gd name="T13" fmla="*/ 86 h 151"/>
                <a:gd name="T14" fmla="*/ 125 w 156"/>
                <a:gd name="T15" fmla="*/ 82 h 151"/>
                <a:gd name="T16" fmla="*/ 126 w 156"/>
                <a:gd name="T17" fmla="*/ 73 h 151"/>
                <a:gd name="T18" fmla="*/ 112 w 156"/>
                <a:gd name="T19" fmla="*/ 64 h 151"/>
                <a:gd name="T20" fmla="*/ 98 w 156"/>
                <a:gd name="T21" fmla="*/ 64 h 151"/>
                <a:gd name="T22" fmla="*/ 74 w 156"/>
                <a:gd name="T23" fmla="*/ 64 h 151"/>
                <a:gd name="T24" fmla="*/ 75 w 156"/>
                <a:gd name="T25" fmla="*/ 51 h 151"/>
                <a:gd name="T26" fmla="*/ 122 w 156"/>
                <a:gd name="T27" fmla="*/ 47 h 151"/>
                <a:gd name="T28" fmla="*/ 122 w 156"/>
                <a:gd name="T29" fmla="*/ 37 h 151"/>
                <a:gd name="T30" fmla="*/ 84 w 156"/>
                <a:gd name="T31" fmla="*/ 31 h 151"/>
                <a:gd name="T32" fmla="*/ 70 w 156"/>
                <a:gd name="T33" fmla="*/ 28 h 151"/>
                <a:gd name="T34" fmla="*/ 63 w 156"/>
                <a:gd name="T35" fmla="*/ 22 h 151"/>
                <a:gd name="T36" fmla="*/ 45 w 156"/>
                <a:gd name="T37" fmla="*/ 33 h 151"/>
                <a:gd name="T38" fmla="*/ 19 w 156"/>
                <a:gd name="T39" fmla="*/ 31 h 151"/>
                <a:gd name="T40" fmla="*/ 20 w 156"/>
                <a:gd name="T41" fmla="*/ 20 h 151"/>
                <a:gd name="T42" fmla="*/ 18 w 156"/>
                <a:gd name="T43" fmla="*/ 5 h 151"/>
                <a:gd name="T44" fmla="*/ 11 w 156"/>
                <a:gd name="T45" fmla="*/ 0 h 151"/>
                <a:gd name="T46" fmla="*/ 8 w 156"/>
                <a:gd name="T47" fmla="*/ 27 h 151"/>
                <a:gd name="T48" fmla="*/ 8 w 156"/>
                <a:gd name="T49" fmla="*/ 41 h 151"/>
                <a:gd name="T50" fmla="*/ 5 w 156"/>
                <a:gd name="T51" fmla="*/ 68 h 151"/>
                <a:gd name="T52" fmla="*/ 5 w 156"/>
                <a:gd name="T53" fmla="*/ 82 h 151"/>
                <a:gd name="T54" fmla="*/ 1 w 156"/>
                <a:gd name="T55" fmla="*/ 119 h 151"/>
                <a:gd name="T56" fmla="*/ 5 w 156"/>
                <a:gd name="T57" fmla="*/ 150 h 151"/>
                <a:gd name="T58" fmla="*/ 11 w 156"/>
                <a:gd name="T59" fmla="*/ 148 h 151"/>
                <a:gd name="T60" fmla="*/ 13 w 156"/>
                <a:gd name="T61" fmla="*/ 143 h 151"/>
                <a:gd name="T62" fmla="*/ 25 w 156"/>
                <a:gd name="T63" fmla="*/ 137 h 151"/>
                <a:gd name="T64" fmla="*/ 39 w 156"/>
                <a:gd name="T65" fmla="*/ 134 h 151"/>
                <a:gd name="T66" fmla="*/ 58 w 156"/>
                <a:gd name="T67" fmla="*/ 134 h 151"/>
                <a:gd name="T68" fmla="*/ 82 w 156"/>
                <a:gd name="T69" fmla="*/ 135 h 151"/>
                <a:gd name="T70" fmla="*/ 113 w 156"/>
                <a:gd name="T71" fmla="*/ 142 h 151"/>
                <a:gd name="T72" fmla="*/ 131 w 156"/>
                <a:gd name="T73" fmla="*/ 147 h 151"/>
                <a:gd name="T74" fmla="*/ 147 w 156"/>
                <a:gd name="T75" fmla="*/ 143 h 151"/>
                <a:gd name="T76" fmla="*/ 153 w 156"/>
                <a:gd name="T77" fmla="*/ 133 h 151"/>
                <a:gd name="T78" fmla="*/ 56 w 156"/>
                <a:gd name="T79" fmla="*/ 109 h 151"/>
                <a:gd name="T80" fmla="*/ 46 w 156"/>
                <a:gd name="T81" fmla="*/ 112 h 151"/>
                <a:gd name="T82" fmla="*/ 20 w 156"/>
                <a:gd name="T83" fmla="*/ 114 h 151"/>
                <a:gd name="T84" fmla="*/ 28 w 156"/>
                <a:gd name="T85" fmla="*/ 92 h 151"/>
                <a:gd name="T86" fmla="*/ 44 w 156"/>
                <a:gd name="T87" fmla="*/ 87 h 151"/>
                <a:gd name="T88" fmla="*/ 60 w 156"/>
                <a:gd name="T89" fmla="*/ 60 h 151"/>
                <a:gd name="T90" fmla="*/ 43 w 156"/>
                <a:gd name="T91" fmla="*/ 67 h 151"/>
                <a:gd name="T92" fmla="*/ 20 w 156"/>
                <a:gd name="T93" fmla="*/ 71 h 151"/>
                <a:gd name="T94" fmla="*/ 46 w 156"/>
                <a:gd name="T95" fmla="*/ 51 h 151"/>
                <a:gd name="T96" fmla="*/ 59 w 156"/>
                <a:gd name="T97" fmla="*/ 4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151">
                  <a:moveTo>
                    <a:pt x="156" y="123"/>
                  </a:moveTo>
                  <a:cubicBezTo>
                    <a:pt x="156" y="122"/>
                    <a:pt x="155" y="117"/>
                    <a:pt x="155" y="117"/>
                  </a:cubicBezTo>
                  <a:cubicBezTo>
                    <a:pt x="154" y="115"/>
                    <a:pt x="149" y="107"/>
                    <a:pt x="150" y="104"/>
                  </a:cubicBezTo>
                  <a:cubicBezTo>
                    <a:pt x="149" y="103"/>
                    <a:pt x="149" y="103"/>
                    <a:pt x="147" y="103"/>
                  </a:cubicBezTo>
                  <a:cubicBezTo>
                    <a:pt x="147" y="105"/>
                    <a:pt x="145" y="106"/>
                    <a:pt x="143" y="108"/>
                  </a:cubicBezTo>
                  <a:cubicBezTo>
                    <a:pt x="142" y="108"/>
                    <a:pt x="142" y="108"/>
                    <a:pt x="142" y="107"/>
                  </a:cubicBezTo>
                  <a:cubicBezTo>
                    <a:pt x="142" y="106"/>
                    <a:pt x="141" y="106"/>
                    <a:pt x="141" y="106"/>
                  </a:cubicBezTo>
                  <a:cubicBezTo>
                    <a:pt x="139" y="109"/>
                    <a:pt x="123" y="105"/>
                    <a:pt x="120" y="109"/>
                  </a:cubicBezTo>
                  <a:cubicBezTo>
                    <a:pt x="119" y="109"/>
                    <a:pt x="119" y="109"/>
                    <a:pt x="118" y="108"/>
                  </a:cubicBezTo>
                  <a:cubicBezTo>
                    <a:pt x="115" y="110"/>
                    <a:pt x="105" y="112"/>
                    <a:pt x="103" y="110"/>
                  </a:cubicBezTo>
                  <a:cubicBezTo>
                    <a:pt x="103" y="110"/>
                    <a:pt x="102" y="111"/>
                    <a:pt x="102" y="111"/>
                  </a:cubicBezTo>
                  <a:cubicBezTo>
                    <a:pt x="102" y="110"/>
                    <a:pt x="96" y="111"/>
                    <a:pt x="95" y="111"/>
                  </a:cubicBezTo>
                  <a:cubicBezTo>
                    <a:pt x="94" y="110"/>
                    <a:pt x="89" y="110"/>
                    <a:pt x="88" y="110"/>
                  </a:cubicBezTo>
                  <a:cubicBezTo>
                    <a:pt x="87" y="110"/>
                    <a:pt x="87" y="111"/>
                    <a:pt x="86" y="111"/>
                  </a:cubicBezTo>
                  <a:cubicBezTo>
                    <a:pt x="85" y="111"/>
                    <a:pt x="84" y="110"/>
                    <a:pt x="83" y="110"/>
                  </a:cubicBezTo>
                  <a:cubicBezTo>
                    <a:pt x="83" y="110"/>
                    <a:pt x="82" y="111"/>
                    <a:pt x="81" y="111"/>
                  </a:cubicBezTo>
                  <a:cubicBezTo>
                    <a:pt x="81" y="111"/>
                    <a:pt x="81" y="111"/>
                    <a:pt x="80" y="111"/>
                  </a:cubicBezTo>
                  <a:cubicBezTo>
                    <a:pt x="78" y="109"/>
                    <a:pt x="75" y="109"/>
                    <a:pt x="72" y="107"/>
                  </a:cubicBezTo>
                  <a:cubicBezTo>
                    <a:pt x="74" y="101"/>
                    <a:pt x="76" y="97"/>
                    <a:pt x="75" y="89"/>
                  </a:cubicBezTo>
                  <a:cubicBezTo>
                    <a:pt x="76" y="89"/>
                    <a:pt x="76" y="88"/>
                    <a:pt x="77" y="87"/>
                  </a:cubicBezTo>
                  <a:cubicBezTo>
                    <a:pt x="78" y="87"/>
                    <a:pt x="90" y="86"/>
                    <a:pt x="91" y="86"/>
                  </a:cubicBezTo>
                  <a:cubicBezTo>
                    <a:pt x="97" y="87"/>
                    <a:pt x="109" y="90"/>
                    <a:pt x="113" y="87"/>
                  </a:cubicBezTo>
                  <a:cubicBezTo>
                    <a:pt x="115" y="87"/>
                    <a:pt x="117" y="88"/>
                    <a:pt x="119" y="88"/>
                  </a:cubicBezTo>
                  <a:cubicBezTo>
                    <a:pt x="121" y="87"/>
                    <a:pt x="124" y="84"/>
                    <a:pt x="125" y="82"/>
                  </a:cubicBezTo>
                  <a:cubicBezTo>
                    <a:pt x="126" y="80"/>
                    <a:pt x="124" y="77"/>
                    <a:pt x="126" y="76"/>
                  </a:cubicBezTo>
                  <a:cubicBezTo>
                    <a:pt x="125" y="75"/>
                    <a:pt x="126" y="75"/>
                    <a:pt x="125" y="75"/>
                  </a:cubicBezTo>
                  <a:cubicBezTo>
                    <a:pt x="125" y="74"/>
                    <a:pt x="125" y="73"/>
                    <a:pt x="126" y="73"/>
                  </a:cubicBezTo>
                  <a:cubicBezTo>
                    <a:pt x="128" y="70"/>
                    <a:pt x="118" y="66"/>
                    <a:pt x="117" y="65"/>
                  </a:cubicBezTo>
                  <a:cubicBezTo>
                    <a:pt x="117" y="65"/>
                    <a:pt x="117" y="65"/>
                    <a:pt x="117" y="65"/>
                  </a:cubicBezTo>
                  <a:cubicBezTo>
                    <a:pt x="116" y="65"/>
                    <a:pt x="113" y="64"/>
                    <a:pt x="112" y="64"/>
                  </a:cubicBezTo>
                  <a:cubicBezTo>
                    <a:pt x="100" y="64"/>
                    <a:pt x="100" y="64"/>
                    <a:pt x="100" y="64"/>
                  </a:cubicBezTo>
                  <a:cubicBezTo>
                    <a:pt x="100" y="64"/>
                    <a:pt x="99" y="64"/>
                    <a:pt x="99" y="64"/>
                  </a:cubicBezTo>
                  <a:cubicBezTo>
                    <a:pt x="98" y="64"/>
                    <a:pt x="99" y="64"/>
                    <a:pt x="98" y="64"/>
                  </a:cubicBezTo>
                  <a:cubicBezTo>
                    <a:pt x="88" y="63"/>
                    <a:pt x="88" y="63"/>
                    <a:pt x="88" y="63"/>
                  </a:cubicBezTo>
                  <a:cubicBezTo>
                    <a:pt x="87" y="64"/>
                    <a:pt x="84" y="65"/>
                    <a:pt x="83" y="65"/>
                  </a:cubicBezTo>
                  <a:cubicBezTo>
                    <a:pt x="80" y="66"/>
                    <a:pt x="78" y="64"/>
                    <a:pt x="74" y="64"/>
                  </a:cubicBezTo>
                  <a:cubicBezTo>
                    <a:pt x="73" y="61"/>
                    <a:pt x="71" y="60"/>
                    <a:pt x="73" y="57"/>
                  </a:cubicBezTo>
                  <a:cubicBezTo>
                    <a:pt x="73" y="56"/>
                    <a:pt x="73" y="55"/>
                    <a:pt x="73" y="54"/>
                  </a:cubicBezTo>
                  <a:cubicBezTo>
                    <a:pt x="74" y="53"/>
                    <a:pt x="75" y="52"/>
                    <a:pt x="75" y="51"/>
                  </a:cubicBezTo>
                  <a:cubicBezTo>
                    <a:pt x="77" y="51"/>
                    <a:pt x="83" y="50"/>
                    <a:pt x="84" y="50"/>
                  </a:cubicBezTo>
                  <a:cubicBezTo>
                    <a:pt x="90" y="53"/>
                    <a:pt x="116" y="51"/>
                    <a:pt x="122" y="48"/>
                  </a:cubicBezTo>
                  <a:cubicBezTo>
                    <a:pt x="121" y="48"/>
                    <a:pt x="122" y="47"/>
                    <a:pt x="122" y="47"/>
                  </a:cubicBezTo>
                  <a:cubicBezTo>
                    <a:pt x="124" y="44"/>
                    <a:pt x="123" y="42"/>
                    <a:pt x="124" y="39"/>
                  </a:cubicBezTo>
                  <a:cubicBezTo>
                    <a:pt x="124" y="39"/>
                    <a:pt x="124" y="39"/>
                    <a:pt x="124" y="39"/>
                  </a:cubicBezTo>
                  <a:cubicBezTo>
                    <a:pt x="123" y="38"/>
                    <a:pt x="122" y="38"/>
                    <a:pt x="122" y="37"/>
                  </a:cubicBezTo>
                  <a:cubicBezTo>
                    <a:pt x="121" y="36"/>
                    <a:pt x="122" y="35"/>
                    <a:pt x="121" y="34"/>
                  </a:cubicBezTo>
                  <a:cubicBezTo>
                    <a:pt x="118" y="33"/>
                    <a:pt x="112" y="34"/>
                    <a:pt x="110" y="33"/>
                  </a:cubicBezTo>
                  <a:cubicBezTo>
                    <a:pt x="105" y="30"/>
                    <a:pt x="87" y="30"/>
                    <a:pt x="84" y="31"/>
                  </a:cubicBezTo>
                  <a:cubicBezTo>
                    <a:pt x="79" y="33"/>
                    <a:pt x="76" y="31"/>
                    <a:pt x="73" y="31"/>
                  </a:cubicBezTo>
                  <a:cubicBezTo>
                    <a:pt x="72" y="30"/>
                    <a:pt x="71" y="29"/>
                    <a:pt x="70" y="29"/>
                  </a:cubicBezTo>
                  <a:cubicBezTo>
                    <a:pt x="70" y="29"/>
                    <a:pt x="70" y="29"/>
                    <a:pt x="70" y="28"/>
                  </a:cubicBezTo>
                  <a:cubicBezTo>
                    <a:pt x="69" y="27"/>
                    <a:pt x="68" y="26"/>
                    <a:pt x="68" y="24"/>
                  </a:cubicBezTo>
                  <a:cubicBezTo>
                    <a:pt x="67" y="23"/>
                    <a:pt x="66" y="22"/>
                    <a:pt x="65" y="22"/>
                  </a:cubicBezTo>
                  <a:cubicBezTo>
                    <a:pt x="64" y="22"/>
                    <a:pt x="64" y="22"/>
                    <a:pt x="63" y="22"/>
                  </a:cubicBezTo>
                  <a:cubicBezTo>
                    <a:pt x="62" y="24"/>
                    <a:pt x="59" y="27"/>
                    <a:pt x="57" y="30"/>
                  </a:cubicBezTo>
                  <a:cubicBezTo>
                    <a:pt x="58" y="31"/>
                    <a:pt x="53" y="32"/>
                    <a:pt x="52" y="32"/>
                  </a:cubicBezTo>
                  <a:cubicBezTo>
                    <a:pt x="51" y="31"/>
                    <a:pt x="47" y="33"/>
                    <a:pt x="45" y="33"/>
                  </a:cubicBezTo>
                  <a:cubicBezTo>
                    <a:pt x="45" y="32"/>
                    <a:pt x="42" y="32"/>
                    <a:pt x="41" y="33"/>
                  </a:cubicBezTo>
                  <a:cubicBezTo>
                    <a:pt x="36" y="34"/>
                    <a:pt x="27" y="35"/>
                    <a:pt x="23" y="35"/>
                  </a:cubicBezTo>
                  <a:cubicBezTo>
                    <a:pt x="23" y="34"/>
                    <a:pt x="20" y="31"/>
                    <a:pt x="19" y="31"/>
                  </a:cubicBezTo>
                  <a:cubicBezTo>
                    <a:pt x="19" y="30"/>
                    <a:pt x="19" y="29"/>
                    <a:pt x="19" y="28"/>
                  </a:cubicBezTo>
                  <a:cubicBezTo>
                    <a:pt x="20" y="25"/>
                    <a:pt x="20" y="23"/>
                    <a:pt x="20" y="20"/>
                  </a:cubicBezTo>
                  <a:cubicBezTo>
                    <a:pt x="20" y="21"/>
                    <a:pt x="20" y="20"/>
                    <a:pt x="20" y="20"/>
                  </a:cubicBezTo>
                  <a:cubicBezTo>
                    <a:pt x="20" y="19"/>
                    <a:pt x="21" y="16"/>
                    <a:pt x="21" y="14"/>
                  </a:cubicBezTo>
                  <a:cubicBezTo>
                    <a:pt x="20" y="13"/>
                    <a:pt x="20" y="13"/>
                    <a:pt x="19" y="12"/>
                  </a:cubicBezTo>
                  <a:cubicBezTo>
                    <a:pt x="18" y="9"/>
                    <a:pt x="19" y="7"/>
                    <a:pt x="18" y="5"/>
                  </a:cubicBezTo>
                  <a:cubicBezTo>
                    <a:pt x="18" y="5"/>
                    <a:pt x="18" y="5"/>
                    <a:pt x="18" y="5"/>
                  </a:cubicBezTo>
                  <a:cubicBezTo>
                    <a:pt x="17" y="4"/>
                    <a:pt x="14" y="2"/>
                    <a:pt x="13" y="0"/>
                  </a:cubicBezTo>
                  <a:cubicBezTo>
                    <a:pt x="12" y="0"/>
                    <a:pt x="12" y="0"/>
                    <a:pt x="11" y="0"/>
                  </a:cubicBezTo>
                  <a:cubicBezTo>
                    <a:pt x="10" y="2"/>
                    <a:pt x="12" y="5"/>
                    <a:pt x="11" y="8"/>
                  </a:cubicBezTo>
                  <a:cubicBezTo>
                    <a:pt x="8" y="13"/>
                    <a:pt x="8" y="19"/>
                    <a:pt x="7" y="24"/>
                  </a:cubicBezTo>
                  <a:cubicBezTo>
                    <a:pt x="7" y="25"/>
                    <a:pt x="8" y="26"/>
                    <a:pt x="8" y="27"/>
                  </a:cubicBezTo>
                  <a:cubicBezTo>
                    <a:pt x="8" y="27"/>
                    <a:pt x="8" y="32"/>
                    <a:pt x="8" y="32"/>
                  </a:cubicBezTo>
                  <a:cubicBezTo>
                    <a:pt x="8" y="32"/>
                    <a:pt x="8" y="33"/>
                    <a:pt x="8" y="34"/>
                  </a:cubicBezTo>
                  <a:cubicBezTo>
                    <a:pt x="7" y="37"/>
                    <a:pt x="8" y="39"/>
                    <a:pt x="8" y="41"/>
                  </a:cubicBezTo>
                  <a:cubicBezTo>
                    <a:pt x="9" y="44"/>
                    <a:pt x="7" y="46"/>
                    <a:pt x="7" y="48"/>
                  </a:cubicBezTo>
                  <a:cubicBezTo>
                    <a:pt x="6" y="50"/>
                    <a:pt x="8" y="54"/>
                    <a:pt x="7" y="55"/>
                  </a:cubicBezTo>
                  <a:cubicBezTo>
                    <a:pt x="5" y="60"/>
                    <a:pt x="6" y="64"/>
                    <a:pt x="5" y="68"/>
                  </a:cubicBezTo>
                  <a:cubicBezTo>
                    <a:pt x="6" y="69"/>
                    <a:pt x="6" y="70"/>
                    <a:pt x="6" y="71"/>
                  </a:cubicBezTo>
                  <a:cubicBezTo>
                    <a:pt x="6" y="71"/>
                    <a:pt x="6" y="71"/>
                    <a:pt x="6" y="71"/>
                  </a:cubicBezTo>
                  <a:cubicBezTo>
                    <a:pt x="5" y="74"/>
                    <a:pt x="4" y="79"/>
                    <a:pt x="5" y="82"/>
                  </a:cubicBezTo>
                  <a:cubicBezTo>
                    <a:pt x="5" y="90"/>
                    <a:pt x="3" y="97"/>
                    <a:pt x="5" y="100"/>
                  </a:cubicBezTo>
                  <a:cubicBezTo>
                    <a:pt x="5" y="102"/>
                    <a:pt x="2" y="106"/>
                    <a:pt x="2" y="108"/>
                  </a:cubicBezTo>
                  <a:cubicBezTo>
                    <a:pt x="3" y="113"/>
                    <a:pt x="1" y="118"/>
                    <a:pt x="1" y="119"/>
                  </a:cubicBezTo>
                  <a:cubicBezTo>
                    <a:pt x="0" y="126"/>
                    <a:pt x="1" y="139"/>
                    <a:pt x="2" y="142"/>
                  </a:cubicBezTo>
                  <a:cubicBezTo>
                    <a:pt x="2" y="142"/>
                    <a:pt x="4" y="144"/>
                    <a:pt x="4" y="144"/>
                  </a:cubicBezTo>
                  <a:cubicBezTo>
                    <a:pt x="5" y="145"/>
                    <a:pt x="4" y="148"/>
                    <a:pt x="5" y="150"/>
                  </a:cubicBezTo>
                  <a:cubicBezTo>
                    <a:pt x="5" y="150"/>
                    <a:pt x="6" y="150"/>
                    <a:pt x="6" y="151"/>
                  </a:cubicBezTo>
                  <a:cubicBezTo>
                    <a:pt x="7" y="151"/>
                    <a:pt x="8" y="150"/>
                    <a:pt x="10" y="150"/>
                  </a:cubicBezTo>
                  <a:cubicBezTo>
                    <a:pt x="10" y="149"/>
                    <a:pt x="11" y="149"/>
                    <a:pt x="11" y="148"/>
                  </a:cubicBezTo>
                  <a:cubicBezTo>
                    <a:pt x="11" y="147"/>
                    <a:pt x="11" y="146"/>
                    <a:pt x="11" y="145"/>
                  </a:cubicBezTo>
                  <a:cubicBezTo>
                    <a:pt x="11" y="145"/>
                    <a:pt x="11" y="145"/>
                    <a:pt x="11" y="145"/>
                  </a:cubicBezTo>
                  <a:cubicBezTo>
                    <a:pt x="12" y="144"/>
                    <a:pt x="13" y="144"/>
                    <a:pt x="13" y="143"/>
                  </a:cubicBezTo>
                  <a:cubicBezTo>
                    <a:pt x="14" y="142"/>
                    <a:pt x="13" y="141"/>
                    <a:pt x="14" y="141"/>
                  </a:cubicBezTo>
                  <a:cubicBezTo>
                    <a:pt x="15" y="138"/>
                    <a:pt x="21" y="139"/>
                    <a:pt x="21" y="139"/>
                  </a:cubicBezTo>
                  <a:cubicBezTo>
                    <a:pt x="23" y="138"/>
                    <a:pt x="24" y="137"/>
                    <a:pt x="25" y="137"/>
                  </a:cubicBezTo>
                  <a:cubicBezTo>
                    <a:pt x="26" y="137"/>
                    <a:pt x="27" y="138"/>
                    <a:pt x="28" y="137"/>
                  </a:cubicBezTo>
                  <a:cubicBezTo>
                    <a:pt x="30" y="136"/>
                    <a:pt x="32" y="135"/>
                    <a:pt x="33" y="134"/>
                  </a:cubicBezTo>
                  <a:cubicBezTo>
                    <a:pt x="35" y="134"/>
                    <a:pt x="38" y="134"/>
                    <a:pt x="39" y="134"/>
                  </a:cubicBezTo>
                  <a:cubicBezTo>
                    <a:pt x="41" y="133"/>
                    <a:pt x="50" y="134"/>
                    <a:pt x="51" y="134"/>
                  </a:cubicBezTo>
                  <a:cubicBezTo>
                    <a:pt x="51" y="134"/>
                    <a:pt x="52" y="134"/>
                    <a:pt x="52" y="134"/>
                  </a:cubicBezTo>
                  <a:cubicBezTo>
                    <a:pt x="53" y="133"/>
                    <a:pt x="58" y="134"/>
                    <a:pt x="58" y="134"/>
                  </a:cubicBezTo>
                  <a:cubicBezTo>
                    <a:pt x="59" y="134"/>
                    <a:pt x="63" y="134"/>
                    <a:pt x="64" y="134"/>
                  </a:cubicBezTo>
                  <a:cubicBezTo>
                    <a:pt x="68" y="134"/>
                    <a:pt x="69" y="134"/>
                    <a:pt x="73" y="135"/>
                  </a:cubicBezTo>
                  <a:cubicBezTo>
                    <a:pt x="74" y="135"/>
                    <a:pt x="81" y="135"/>
                    <a:pt x="82" y="135"/>
                  </a:cubicBezTo>
                  <a:cubicBezTo>
                    <a:pt x="84" y="137"/>
                    <a:pt x="87" y="137"/>
                    <a:pt x="89" y="139"/>
                  </a:cubicBezTo>
                  <a:cubicBezTo>
                    <a:pt x="90" y="137"/>
                    <a:pt x="101" y="140"/>
                    <a:pt x="103" y="140"/>
                  </a:cubicBezTo>
                  <a:cubicBezTo>
                    <a:pt x="107" y="139"/>
                    <a:pt x="112" y="142"/>
                    <a:pt x="113" y="142"/>
                  </a:cubicBezTo>
                  <a:cubicBezTo>
                    <a:pt x="116" y="141"/>
                    <a:pt x="116" y="143"/>
                    <a:pt x="117" y="144"/>
                  </a:cubicBezTo>
                  <a:cubicBezTo>
                    <a:pt x="119" y="144"/>
                    <a:pt x="120" y="144"/>
                    <a:pt x="121" y="144"/>
                  </a:cubicBezTo>
                  <a:cubicBezTo>
                    <a:pt x="125" y="146"/>
                    <a:pt x="127" y="147"/>
                    <a:pt x="131" y="147"/>
                  </a:cubicBezTo>
                  <a:cubicBezTo>
                    <a:pt x="133" y="148"/>
                    <a:pt x="138" y="148"/>
                    <a:pt x="138" y="148"/>
                  </a:cubicBezTo>
                  <a:cubicBezTo>
                    <a:pt x="139" y="147"/>
                    <a:pt x="143" y="146"/>
                    <a:pt x="144" y="146"/>
                  </a:cubicBezTo>
                  <a:cubicBezTo>
                    <a:pt x="145" y="145"/>
                    <a:pt x="146" y="144"/>
                    <a:pt x="147" y="143"/>
                  </a:cubicBezTo>
                  <a:cubicBezTo>
                    <a:pt x="147" y="143"/>
                    <a:pt x="147" y="142"/>
                    <a:pt x="147" y="142"/>
                  </a:cubicBezTo>
                  <a:cubicBezTo>
                    <a:pt x="147" y="141"/>
                    <a:pt x="150" y="140"/>
                    <a:pt x="150" y="140"/>
                  </a:cubicBezTo>
                  <a:cubicBezTo>
                    <a:pt x="152" y="138"/>
                    <a:pt x="151" y="135"/>
                    <a:pt x="153" y="133"/>
                  </a:cubicBezTo>
                  <a:cubicBezTo>
                    <a:pt x="154" y="132"/>
                    <a:pt x="155" y="132"/>
                    <a:pt x="155" y="130"/>
                  </a:cubicBezTo>
                  <a:cubicBezTo>
                    <a:pt x="154" y="129"/>
                    <a:pt x="156" y="124"/>
                    <a:pt x="156" y="123"/>
                  </a:cubicBezTo>
                  <a:close/>
                  <a:moveTo>
                    <a:pt x="56" y="109"/>
                  </a:moveTo>
                  <a:cubicBezTo>
                    <a:pt x="54" y="111"/>
                    <a:pt x="52" y="110"/>
                    <a:pt x="49" y="111"/>
                  </a:cubicBezTo>
                  <a:cubicBezTo>
                    <a:pt x="49" y="111"/>
                    <a:pt x="48" y="111"/>
                    <a:pt x="47" y="111"/>
                  </a:cubicBezTo>
                  <a:cubicBezTo>
                    <a:pt x="47" y="111"/>
                    <a:pt x="47" y="111"/>
                    <a:pt x="46" y="112"/>
                  </a:cubicBezTo>
                  <a:cubicBezTo>
                    <a:pt x="45" y="112"/>
                    <a:pt x="43" y="112"/>
                    <a:pt x="42" y="112"/>
                  </a:cubicBezTo>
                  <a:cubicBezTo>
                    <a:pt x="40" y="112"/>
                    <a:pt x="39" y="112"/>
                    <a:pt x="37" y="112"/>
                  </a:cubicBezTo>
                  <a:cubicBezTo>
                    <a:pt x="33" y="114"/>
                    <a:pt x="25" y="114"/>
                    <a:pt x="20" y="114"/>
                  </a:cubicBezTo>
                  <a:cubicBezTo>
                    <a:pt x="20" y="114"/>
                    <a:pt x="19" y="113"/>
                    <a:pt x="19" y="112"/>
                  </a:cubicBezTo>
                  <a:cubicBezTo>
                    <a:pt x="18" y="111"/>
                    <a:pt x="18" y="98"/>
                    <a:pt x="19" y="97"/>
                  </a:cubicBezTo>
                  <a:cubicBezTo>
                    <a:pt x="19" y="97"/>
                    <a:pt x="28" y="92"/>
                    <a:pt x="28" y="92"/>
                  </a:cubicBezTo>
                  <a:cubicBezTo>
                    <a:pt x="29" y="92"/>
                    <a:pt x="29" y="92"/>
                    <a:pt x="30" y="92"/>
                  </a:cubicBezTo>
                  <a:cubicBezTo>
                    <a:pt x="31" y="91"/>
                    <a:pt x="32" y="90"/>
                    <a:pt x="34" y="89"/>
                  </a:cubicBezTo>
                  <a:cubicBezTo>
                    <a:pt x="36" y="88"/>
                    <a:pt x="42" y="89"/>
                    <a:pt x="44" y="87"/>
                  </a:cubicBezTo>
                  <a:cubicBezTo>
                    <a:pt x="48" y="88"/>
                    <a:pt x="55" y="87"/>
                    <a:pt x="59" y="89"/>
                  </a:cubicBezTo>
                  <a:cubicBezTo>
                    <a:pt x="61" y="95"/>
                    <a:pt x="59" y="107"/>
                    <a:pt x="56" y="109"/>
                  </a:cubicBezTo>
                  <a:close/>
                  <a:moveTo>
                    <a:pt x="60" y="60"/>
                  </a:moveTo>
                  <a:cubicBezTo>
                    <a:pt x="60" y="62"/>
                    <a:pt x="60" y="64"/>
                    <a:pt x="59" y="64"/>
                  </a:cubicBezTo>
                  <a:cubicBezTo>
                    <a:pt x="57" y="66"/>
                    <a:pt x="53" y="68"/>
                    <a:pt x="49" y="67"/>
                  </a:cubicBezTo>
                  <a:cubicBezTo>
                    <a:pt x="48" y="67"/>
                    <a:pt x="45" y="67"/>
                    <a:pt x="43" y="67"/>
                  </a:cubicBezTo>
                  <a:cubicBezTo>
                    <a:pt x="42" y="67"/>
                    <a:pt x="40" y="68"/>
                    <a:pt x="39" y="68"/>
                  </a:cubicBezTo>
                  <a:cubicBezTo>
                    <a:pt x="38" y="68"/>
                    <a:pt x="37" y="68"/>
                    <a:pt x="36" y="68"/>
                  </a:cubicBezTo>
                  <a:cubicBezTo>
                    <a:pt x="29" y="70"/>
                    <a:pt x="27" y="71"/>
                    <a:pt x="20" y="71"/>
                  </a:cubicBezTo>
                  <a:cubicBezTo>
                    <a:pt x="15" y="59"/>
                    <a:pt x="24" y="56"/>
                    <a:pt x="33" y="51"/>
                  </a:cubicBezTo>
                  <a:cubicBezTo>
                    <a:pt x="35" y="50"/>
                    <a:pt x="38" y="52"/>
                    <a:pt x="40" y="52"/>
                  </a:cubicBezTo>
                  <a:cubicBezTo>
                    <a:pt x="42" y="51"/>
                    <a:pt x="44" y="52"/>
                    <a:pt x="46" y="51"/>
                  </a:cubicBezTo>
                  <a:cubicBezTo>
                    <a:pt x="47" y="51"/>
                    <a:pt x="49" y="49"/>
                    <a:pt x="50" y="49"/>
                  </a:cubicBezTo>
                  <a:cubicBezTo>
                    <a:pt x="51" y="48"/>
                    <a:pt x="53" y="49"/>
                    <a:pt x="54" y="48"/>
                  </a:cubicBezTo>
                  <a:cubicBezTo>
                    <a:pt x="56" y="48"/>
                    <a:pt x="57" y="49"/>
                    <a:pt x="59" y="49"/>
                  </a:cubicBezTo>
                  <a:cubicBezTo>
                    <a:pt x="62" y="52"/>
                    <a:pt x="61" y="55"/>
                    <a:pt x="60" y="6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8" name="Freeform 14"/>
            <p:cNvSpPr>
              <a:spLocks noEditPoints="1"/>
            </p:cNvSpPr>
            <p:nvPr/>
          </p:nvSpPr>
          <p:spPr bwMode="auto">
            <a:xfrm>
              <a:off x="1879184" y="6167731"/>
              <a:ext cx="368717" cy="153585"/>
            </a:xfrm>
            <a:custGeom>
              <a:avLst/>
              <a:gdLst>
                <a:gd name="T0" fmla="*/ 262 w 275"/>
                <a:gd name="T1" fmla="*/ 71 h 114"/>
                <a:gd name="T2" fmla="*/ 242 w 275"/>
                <a:gd name="T3" fmla="*/ 70 h 114"/>
                <a:gd name="T4" fmla="*/ 227 w 275"/>
                <a:gd name="T5" fmla="*/ 69 h 114"/>
                <a:gd name="T6" fmla="*/ 178 w 275"/>
                <a:gd name="T7" fmla="*/ 63 h 114"/>
                <a:gd name="T8" fmla="*/ 186 w 275"/>
                <a:gd name="T9" fmla="*/ 34 h 114"/>
                <a:gd name="T10" fmla="*/ 121 w 275"/>
                <a:gd name="T11" fmla="*/ 40 h 114"/>
                <a:gd name="T12" fmla="*/ 96 w 275"/>
                <a:gd name="T13" fmla="*/ 36 h 114"/>
                <a:gd name="T14" fmla="*/ 104 w 275"/>
                <a:gd name="T15" fmla="*/ 28 h 114"/>
                <a:gd name="T16" fmla="*/ 126 w 275"/>
                <a:gd name="T17" fmla="*/ 32 h 114"/>
                <a:gd name="T18" fmla="*/ 144 w 275"/>
                <a:gd name="T19" fmla="*/ 31 h 114"/>
                <a:gd name="T20" fmla="*/ 178 w 275"/>
                <a:gd name="T21" fmla="*/ 29 h 114"/>
                <a:gd name="T22" fmla="*/ 208 w 275"/>
                <a:gd name="T23" fmla="*/ 40 h 114"/>
                <a:gd name="T24" fmla="*/ 229 w 275"/>
                <a:gd name="T25" fmla="*/ 34 h 114"/>
                <a:gd name="T26" fmla="*/ 217 w 275"/>
                <a:gd name="T27" fmla="*/ 20 h 114"/>
                <a:gd name="T28" fmla="*/ 198 w 275"/>
                <a:gd name="T29" fmla="*/ 17 h 114"/>
                <a:gd name="T30" fmla="*/ 161 w 275"/>
                <a:gd name="T31" fmla="*/ 15 h 114"/>
                <a:gd name="T32" fmla="*/ 146 w 275"/>
                <a:gd name="T33" fmla="*/ 9 h 114"/>
                <a:gd name="T34" fmla="*/ 118 w 275"/>
                <a:gd name="T35" fmla="*/ 1 h 114"/>
                <a:gd name="T36" fmla="*/ 96 w 275"/>
                <a:gd name="T37" fmla="*/ 15 h 114"/>
                <a:gd name="T38" fmla="*/ 56 w 275"/>
                <a:gd name="T39" fmla="*/ 19 h 114"/>
                <a:gd name="T40" fmla="*/ 40 w 275"/>
                <a:gd name="T41" fmla="*/ 32 h 114"/>
                <a:gd name="T42" fmla="*/ 30 w 275"/>
                <a:gd name="T43" fmla="*/ 53 h 114"/>
                <a:gd name="T44" fmla="*/ 36 w 275"/>
                <a:gd name="T45" fmla="*/ 63 h 114"/>
                <a:gd name="T46" fmla="*/ 50 w 275"/>
                <a:gd name="T47" fmla="*/ 61 h 114"/>
                <a:gd name="T48" fmla="*/ 58 w 275"/>
                <a:gd name="T49" fmla="*/ 34 h 114"/>
                <a:gd name="T50" fmla="*/ 87 w 275"/>
                <a:gd name="T51" fmla="*/ 54 h 114"/>
                <a:gd name="T52" fmla="*/ 52 w 275"/>
                <a:gd name="T53" fmla="*/ 69 h 114"/>
                <a:gd name="T54" fmla="*/ 0 w 275"/>
                <a:gd name="T55" fmla="*/ 80 h 114"/>
                <a:gd name="T56" fmla="*/ 46 w 275"/>
                <a:gd name="T57" fmla="*/ 86 h 114"/>
                <a:gd name="T58" fmla="*/ 56 w 275"/>
                <a:gd name="T59" fmla="*/ 97 h 114"/>
                <a:gd name="T60" fmla="*/ 49 w 275"/>
                <a:gd name="T61" fmla="*/ 113 h 114"/>
                <a:gd name="T62" fmla="*/ 73 w 275"/>
                <a:gd name="T63" fmla="*/ 98 h 114"/>
                <a:gd name="T64" fmla="*/ 112 w 275"/>
                <a:gd name="T65" fmla="*/ 98 h 114"/>
                <a:gd name="T66" fmla="*/ 150 w 275"/>
                <a:gd name="T67" fmla="*/ 99 h 114"/>
                <a:gd name="T68" fmla="*/ 175 w 275"/>
                <a:gd name="T69" fmla="*/ 100 h 114"/>
                <a:gd name="T70" fmla="*/ 213 w 275"/>
                <a:gd name="T71" fmla="*/ 103 h 114"/>
                <a:gd name="T72" fmla="*/ 185 w 275"/>
                <a:gd name="T73" fmla="*/ 88 h 114"/>
                <a:gd name="T74" fmla="*/ 189 w 275"/>
                <a:gd name="T75" fmla="*/ 78 h 114"/>
                <a:gd name="T76" fmla="*/ 215 w 275"/>
                <a:gd name="T77" fmla="*/ 83 h 114"/>
                <a:gd name="T78" fmla="*/ 232 w 275"/>
                <a:gd name="T79" fmla="*/ 89 h 114"/>
                <a:gd name="T80" fmla="*/ 259 w 275"/>
                <a:gd name="T81" fmla="*/ 91 h 114"/>
                <a:gd name="T82" fmla="*/ 273 w 275"/>
                <a:gd name="T83" fmla="*/ 80 h 114"/>
                <a:gd name="T84" fmla="*/ 115 w 275"/>
                <a:gd name="T85" fmla="*/ 80 h 114"/>
                <a:gd name="T86" fmla="*/ 91 w 275"/>
                <a:gd name="T87" fmla="*/ 88 h 114"/>
                <a:gd name="T88" fmla="*/ 85 w 275"/>
                <a:gd name="T89" fmla="*/ 80 h 114"/>
                <a:gd name="T90" fmla="*/ 114 w 275"/>
                <a:gd name="T91" fmla="*/ 74 h 114"/>
                <a:gd name="T92" fmla="*/ 125 w 275"/>
                <a:gd name="T93" fmla="*/ 60 h 114"/>
                <a:gd name="T94" fmla="*/ 98 w 275"/>
                <a:gd name="T95" fmla="*/ 63 h 114"/>
                <a:gd name="T96" fmla="*/ 118 w 275"/>
                <a:gd name="T97" fmla="*/ 52 h 114"/>
                <a:gd name="T98" fmla="*/ 125 w 275"/>
                <a:gd name="T99" fmla="*/ 60 h 114"/>
                <a:gd name="T100" fmla="*/ 150 w 275"/>
                <a:gd name="T101" fmla="*/ 84 h 114"/>
                <a:gd name="T102" fmla="*/ 132 w 275"/>
                <a:gd name="T103" fmla="*/ 76 h 114"/>
                <a:gd name="T104" fmla="*/ 161 w 275"/>
                <a:gd name="T105" fmla="*/ 75 h 114"/>
                <a:gd name="T106" fmla="*/ 140 w 275"/>
                <a:gd name="T107" fmla="*/ 61 h 114"/>
                <a:gd name="T108" fmla="*/ 167 w 275"/>
                <a:gd name="T109" fmla="*/ 5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5" h="114">
                  <a:moveTo>
                    <a:pt x="271" y="73"/>
                  </a:moveTo>
                  <a:cubicBezTo>
                    <a:pt x="271" y="73"/>
                    <a:pt x="271" y="73"/>
                    <a:pt x="270" y="72"/>
                  </a:cubicBezTo>
                  <a:cubicBezTo>
                    <a:pt x="270" y="72"/>
                    <a:pt x="267" y="73"/>
                    <a:pt x="267" y="74"/>
                  </a:cubicBezTo>
                  <a:cubicBezTo>
                    <a:pt x="265" y="73"/>
                    <a:pt x="263" y="72"/>
                    <a:pt x="262" y="71"/>
                  </a:cubicBezTo>
                  <a:cubicBezTo>
                    <a:pt x="261" y="71"/>
                    <a:pt x="261" y="71"/>
                    <a:pt x="261" y="71"/>
                  </a:cubicBezTo>
                  <a:cubicBezTo>
                    <a:pt x="259" y="72"/>
                    <a:pt x="252" y="68"/>
                    <a:pt x="251" y="68"/>
                  </a:cubicBezTo>
                  <a:cubicBezTo>
                    <a:pt x="249" y="69"/>
                    <a:pt x="247" y="70"/>
                    <a:pt x="244" y="70"/>
                  </a:cubicBezTo>
                  <a:cubicBezTo>
                    <a:pt x="244" y="69"/>
                    <a:pt x="243" y="71"/>
                    <a:pt x="242" y="70"/>
                  </a:cubicBezTo>
                  <a:cubicBezTo>
                    <a:pt x="241" y="70"/>
                    <a:pt x="238" y="68"/>
                    <a:pt x="236" y="68"/>
                  </a:cubicBezTo>
                  <a:cubicBezTo>
                    <a:pt x="235" y="69"/>
                    <a:pt x="234" y="69"/>
                    <a:pt x="233" y="70"/>
                  </a:cubicBezTo>
                  <a:cubicBezTo>
                    <a:pt x="233" y="70"/>
                    <a:pt x="232" y="69"/>
                    <a:pt x="232" y="69"/>
                  </a:cubicBezTo>
                  <a:cubicBezTo>
                    <a:pt x="231" y="68"/>
                    <a:pt x="229" y="70"/>
                    <a:pt x="227" y="69"/>
                  </a:cubicBezTo>
                  <a:cubicBezTo>
                    <a:pt x="222" y="66"/>
                    <a:pt x="216" y="68"/>
                    <a:pt x="209" y="68"/>
                  </a:cubicBezTo>
                  <a:cubicBezTo>
                    <a:pt x="207" y="66"/>
                    <a:pt x="203" y="68"/>
                    <a:pt x="202" y="67"/>
                  </a:cubicBezTo>
                  <a:cubicBezTo>
                    <a:pt x="198" y="64"/>
                    <a:pt x="190" y="67"/>
                    <a:pt x="185" y="64"/>
                  </a:cubicBezTo>
                  <a:cubicBezTo>
                    <a:pt x="183" y="66"/>
                    <a:pt x="178" y="63"/>
                    <a:pt x="178" y="63"/>
                  </a:cubicBezTo>
                  <a:cubicBezTo>
                    <a:pt x="176" y="63"/>
                    <a:pt x="177" y="60"/>
                    <a:pt x="178" y="58"/>
                  </a:cubicBezTo>
                  <a:cubicBezTo>
                    <a:pt x="179" y="56"/>
                    <a:pt x="190" y="48"/>
                    <a:pt x="192" y="48"/>
                  </a:cubicBezTo>
                  <a:cubicBezTo>
                    <a:pt x="193" y="45"/>
                    <a:pt x="193" y="38"/>
                    <a:pt x="190" y="36"/>
                  </a:cubicBezTo>
                  <a:cubicBezTo>
                    <a:pt x="189" y="35"/>
                    <a:pt x="186" y="34"/>
                    <a:pt x="186" y="34"/>
                  </a:cubicBezTo>
                  <a:cubicBezTo>
                    <a:pt x="185" y="34"/>
                    <a:pt x="174" y="39"/>
                    <a:pt x="174" y="40"/>
                  </a:cubicBezTo>
                  <a:cubicBezTo>
                    <a:pt x="163" y="39"/>
                    <a:pt x="149" y="41"/>
                    <a:pt x="141" y="40"/>
                  </a:cubicBezTo>
                  <a:cubicBezTo>
                    <a:pt x="138" y="39"/>
                    <a:pt x="129" y="41"/>
                    <a:pt x="127" y="40"/>
                  </a:cubicBezTo>
                  <a:cubicBezTo>
                    <a:pt x="125" y="40"/>
                    <a:pt x="123" y="40"/>
                    <a:pt x="121" y="40"/>
                  </a:cubicBezTo>
                  <a:cubicBezTo>
                    <a:pt x="120" y="40"/>
                    <a:pt x="118" y="41"/>
                    <a:pt x="116" y="40"/>
                  </a:cubicBezTo>
                  <a:cubicBezTo>
                    <a:pt x="113" y="40"/>
                    <a:pt x="108" y="40"/>
                    <a:pt x="105" y="39"/>
                  </a:cubicBezTo>
                  <a:cubicBezTo>
                    <a:pt x="104" y="40"/>
                    <a:pt x="103" y="40"/>
                    <a:pt x="102" y="40"/>
                  </a:cubicBezTo>
                  <a:cubicBezTo>
                    <a:pt x="100" y="38"/>
                    <a:pt x="98" y="37"/>
                    <a:pt x="96" y="36"/>
                  </a:cubicBezTo>
                  <a:cubicBezTo>
                    <a:pt x="92" y="34"/>
                    <a:pt x="87" y="35"/>
                    <a:pt x="85" y="32"/>
                  </a:cubicBezTo>
                  <a:cubicBezTo>
                    <a:pt x="85" y="32"/>
                    <a:pt x="85" y="32"/>
                    <a:pt x="85" y="31"/>
                  </a:cubicBezTo>
                  <a:cubicBezTo>
                    <a:pt x="84" y="30"/>
                    <a:pt x="91" y="28"/>
                    <a:pt x="93" y="29"/>
                  </a:cubicBezTo>
                  <a:cubicBezTo>
                    <a:pt x="93" y="29"/>
                    <a:pt x="102" y="29"/>
                    <a:pt x="104" y="28"/>
                  </a:cubicBezTo>
                  <a:cubicBezTo>
                    <a:pt x="106" y="28"/>
                    <a:pt x="108" y="26"/>
                    <a:pt x="111" y="27"/>
                  </a:cubicBezTo>
                  <a:cubicBezTo>
                    <a:pt x="113" y="27"/>
                    <a:pt x="115" y="29"/>
                    <a:pt x="118" y="30"/>
                  </a:cubicBezTo>
                  <a:cubicBezTo>
                    <a:pt x="120" y="30"/>
                    <a:pt x="122" y="28"/>
                    <a:pt x="125" y="29"/>
                  </a:cubicBezTo>
                  <a:cubicBezTo>
                    <a:pt x="125" y="30"/>
                    <a:pt x="125" y="31"/>
                    <a:pt x="126" y="32"/>
                  </a:cubicBezTo>
                  <a:cubicBezTo>
                    <a:pt x="126" y="33"/>
                    <a:pt x="128" y="31"/>
                    <a:pt x="128" y="32"/>
                  </a:cubicBezTo>
                  <a:cubicBezTo>
                    <a:pt x="129" y="33"/>
                    <a:pt x="129" y="33"/>
                    <a:pt x="130" y="33"/>
                  </a:cubicBezTo>
                  <a:cubicBezTo>
                    <a:pt x="130" y="33"/>
                    <a:pt x="130" y="33"/>
                    <a:pt x="130" y="33"/>
                  </a:cubicBezTo>
                  <a:cubicBezTo>
                    <a:pt x="134" y="31"/>
                    <a:pt x="140" y="33"/>
                    <a:pt x="144" y="31"/>
                  </a:cubicBezTo>
                  <a:cubicBezTo>
                    <a:pt x="143" y="30"/>
                    <a:pt x="148" y="31"/>
                    <a:pt x="148" y="31"/>
                  </a:cubicBezTo>
                  <a:cubicBezTo>
                    <a:pt x="151" y="29"/>
                    <a:pt x="153" y="28"/>
                    <a:pt x="157" y="29"/>
                  </a:cubicBezTo>
                  <a:cubicBezTo>
                    <a:pt x="158" y="29"/>
                    <a:pt x="163" y="26"/>
                    <a:pt x="165" y="28"/>
                  </a:cubicBezTo>
                  <a:cubicBezTo>
                    <a:pt x="169" y="29"/>
                    <a:pt x="177" y="28"/>
                    <a:pt x="178" y="29"/>
                  </a:cubicBezTo>
                  <a:cubicBezTo>
                    <a:pt x="179" y="29"/>
                    <a:pt x="192" y="28"/>
                    <a:pt x="195" y="27"/>
                  </a:cubicBezTo>
                  <a:cubicBezTo>
                    <a:pt x="196" y="27"/>
                    <a:pt x="198" y="28"/>
                    <a:pt x="199" y="28"/>
                  </a:cubicBezTo>
                  <a:cubicBezTo>
                    <a:pt x="205" y="28"/>
                    <a:pt x="212" y="28"/>
                    <a:pt x="213" y="35"/>
                  </a:cubicBezTo>
                  <a:cubicBezTo>
                    <a:pt x="211" y="37"/>
                    <a:pt x="209" y="39"/>
                    <a:pt x="208" y="40"/>
                  </a:cubicBezTo>
                  <a:cubicBezTo>
                    <a:pt x="205" y="45"/>
                    <a:pt x="208" y="56"/>
                    <a:pt x="209" y="61"/>
                  </a:cubicBezTo>
                  <a:cubicBezTo>
                    <a:pt x="212" y="62"/>
                    <a:pt x="217" y="59"/>
                    <a:pt x="220" y="56"/>
                  </a:cubicBezTo>
                  <a:cubicBezTo>
                    <a:pt x="221" y="57"/>
                    <a:pt x="224" y="52"/>
                    <a:pt x="224" y="51"/>
                  </a:cubicBezTo>
                  <a:cubicBezTo>
                    <a:pt x="227" y="48"/>
                    <a:pt x="231" y="40"/>
                    <a:pt x="229" y="34"/>
                  </a:cubicBezTo>
                  <a:cubicBezTo>
                    <a:pt x="228" y="32"/>
                    <a:pt x="226" y="31"/>
                    <a:pt x="225" y="30"/>
                  </a:cubicBezTo>
                  <a:cubicBezTo>
                    <a:pt x="225" y="29"/>
                    <a:pt x="224" y="28"/>
                    <a:pt x="224" y="27"/>
                  </a:cubicBezTo>
                  <a:cubicBezTo>
                    <a:pt x="223" y="26"/>
                    <a:pt x="221" y="24"/>
                    <a:pt x="221" y="23"/>
                  </a:cubicBezTo>
                  <a:cubicBezTo>
                    <a:pt x="219" y="22"/>
                    <a:pt x="219" y="21"/>
                    <a:pt x="217" y="20"/>
                  </a:cubicBezTo>
                  <a:cubicBezTo>
                    <a:pt x="216" y="21"/>
                    <a:pt x="209" y="16"/>
                    <a:pt x="206" y="18"/>
                  </a:cubicBezTo>
                  <a:cubicBezTo>
                    <a:pt x="206" y="18"/>
                    <a:pt x="205" y="18"/>
                    <a:pt x="205" y="18"/>
                  </a:cubicBezTo>
                  <a:cubicBezTo>
                    <a:pt x="203" y="18"/>
                    <a:pt x="201" y="17"/>
                    <a:pt x="198" y="17"/>
                  </a:cubicBezTo>
                  <a:cubicBezTo>
                    <a:pt x="198" y="17"/>
                    <a:pt x="198" y="17"/>
                    <a:pt x="198" y="17"/>
                  </a:cubicBezTo>
                  <a:cubicBezTo>
                    <a:pt x="197" y="16"/>
                    <a:pt x="187" y="15"/>
                    <a:pt x="184" y="14"/>
                  </a:cubicBezTo>
                  <a:cubicBezTo>
                    <a:pt x="178" y="13"/>
                    <a:pt x="174" y="16"/>
                    <a:pt x="170" y="16"/>
                  </a:cubicBezTo>
                  <a:cubicBezTo>
                    <a:pt x="169" y="16"/>
                    <a:pt x="166" y="18"/>
                    <a:pt x="165" y="17"/>
                  </a:cubicBezTo>
                  <a:cubicBezTo>
                    <a:pt x="164" y="17"/>
                    <a:pt x="161" y="15"/>
                    <a:pt x="161" y="15"/>
                  </a:cubicBezTo>
                  <a:cubicBezTo>
                    <a:pt x="160" y="15"/>
                    <a:pt x="160" y="16"/>
                    <a:pt x="159" y="15"/>
                  </a:cubicBezTo>
                  <a:cubicBezTo>
                    <a:pt x="158" y="15"/>
                    <a:pt x="156" y="14"/>
                    <a:pt x="155" y="13"/>
                  </a:cubicBezTo>
                  <a:cubicBezTo>
                    <a:pt x="155" y="13"/>
                    <a:pt x="150" y="13"/>
                    <a:pt x="150" y="12"/>
                  </a:cubicBezTo>
                  <a:cubicBezTo>
                    <a:pt x="149" y="11"/>
                    <a:pt x="147" y="9"/>
                    <a:pt x="146" y="9"/>
                  </a:cubicBezTo>
                  <a:cubicBezTo>
                    <a:pt x="143" y="8"/>
                    <a:pt x="139" y="7"/>
                    <a:pt x="137" y="5"/>
                  </a:cubicBezTo>
                  <a:cubicBezTo>
                    <a:pt x="137" y="5"/>
                    <a:pt x="136" y="4"/>
                    <a:pt x="136" y="4"/>
                  </a:cubicBezTo>
                  <a:cubicBezTo>
                    <a:pt x="132" y="2"/>
                    <a:pt x="129" y="5"/>
                    <a:pt x="125" y="3"/>
                  </a:cubicBezTo>
                  <a:cubicBezTo>
                    <a:pt x="126" y="3"/>
                    <a:pt x="118" y="1"/>
                    <a:pt x="118" y="1"/>
                  </a:cubicBezTo>
                  <a:cubicBezTo>
                    <a:pt x="117" y="0"/>
                    <a:pt x="117" y="0"/>
                    <a:pt x="116" y="0"/>
                  </a:cubicBezTo>
                  <a:cubicBezTo>
                    <a:pt x="116" y="1"/>
                    <a:pt x="114" y="1"/>
                    <a:pt x="113" y="2"/>
                  </a:cubicBezTo>
                  <a:cubicBezTo>
                    <a:pt x="113" y="2"/>
                    <a:pt x="112" y="8"/>
                    <a:pt x="110" y="9"/>
                  </a:cubicBezTo>
                  <a:cubicBezTo>
                    <a:pt x="105" y="11"/>
                    <a:pt x="101" y="13"/>
                    <a:pt x="96" y="15"/>
                  </a:cubicBezTo>
                  <a:cubicBezTo>
                    <a:pt x="94" y="15"/>
                    <a:pt x="92" y="16"/>
                    <a:pt x="90" y="16"/>
                  </a:cubicBezTo>
                  <a:cubicBezTo>
                    <a:pt x="87" y="18"/>
                    <a:pt x="83" y="17"/>
                    <a:pt x="79" y="18"/>
                  </a:cubicBezTo>
                  <a:cubicBezTo>
                    <a:pt x="78" y="19"/>
                    <a:pt x="76" y="18"/>
                    <a:pt x="75" y="18"/>
                  </a:cubicBezTo>
                  <a:cubicBezTo>
                    <a:pt x="69" y="19"/>
                    <a:pt x="63" y="16"/>
                    <a:pt x="56" y="19"/>
                  </a:cubicBezTo>
                  <a:cubicBezTo>
                    <a:pt x="53" y="20"/>
                    <a:pt x="50" y="22"/>
                    <a:pt x="48" y="24"/>
                  </a:cubicBezTo>
                  <a:cubicBezTo>
                    <a:pt x="48" y="25"/>
                    <a:pt x="47" y="26"/>
                    <a:pt x="47" y="27"/>
                  </a:cubicBezTo>
                  <a:cubicBezTo>
                    <a:pt x="45" y="28"/>
                    <a:pt x="44" y="30"/>
                    <a:pt x="42" y="32"/>
                  </a:cubicBezTo>
                  <a:cubicBezTo>
                    <a:pt x="41" y="32"/>
                    <a:pt x="40" y="32"/>
                    <a:pt x="40" y="32"/>
                  </a:cubicBezTo>
                  <a:cubicBezTo>
                    <a:pt x="39" y="33"/>
                    <a:pt x="36" y="36"/>
                    <a:pt x="36" y="38"/>
                  </a:cubicBezTo>
                  <a:cubicBezTo>
                    <a:pt x="36" y="38"/>
                    <a:pt x="36" y="39"/>
                    <a:pt x="36" y="39"/>
                  </a:cubicBezTo>
                  <a:cubicBezTo>
                    <a:pt x="34" y="42"/>
                    <a:pt x="31" y="44"/>
                    <a:pt x="30" y="47"/>
                  </a:cubicBezTo>
                  <a:cubicBezTo>
                    <a:pt x="30" y="49"/>
                    <a:pt x="30" y="51"/>
                    <a:pt x="30" y="53"/>
                  </a:cubicBezTo>
                  <a:cubicBezTo>
                    <a:pt x="29" y="54"/>
                    <a:pt x="29" y="55"/>
                    <a:pt x="29" y="57"/>
                  </a:cubicBezTo>
                  <a:cubicBezTo>
                    <a:pt x="30" y="57"/>
                    <a:pt x="30" y="58"/>
                    <a:pt x="30" y="59"/>
                  </a:cubicBezTo>
                  <a:cubicBezTo>
                    <a:pt x="31" y="59"/>
                    <a:pt x="31" y="59"/>
                    <a:pt x="31" y="59"/>
                  </a:cubicBezTo>
                  <a:cubicBezTo>
                    <a:pt x="34" y="60"/>
                    <a:pt x="34" y="61"/>
                    <a:pt x="36" y="63"/>
                  </a:cubicBezTo>
                  <a:cubicBezTo>
                    <a:pt x="37" y="62"/>
                    <a:pt x="42" y="65"/>
                    <a:pt x="43" y="65"/>
                  </a:cubicBezTo>
                  <a:cubicBezTo>
                    <a:pt x="45" y="66"/>
                    <a:pt x="48" y="64"/>
                    <a:pt x="49" y="62"/>
                  </a:cubicBezTo>
                  <a:cubicBezTo>
                    <a:pt x="50" y="62"/>
                    <a:pt x="50" y="62"/>
                    <a:pt x="50" y="61"/>
                  </a:cubicBezTo>
                  <a:cubicBezTo>
                    <a:pt x="50" y="61"/>
                    <a:pt x="50" y="61"/>
                    <a:pt x="50" y="61"/>
                  </a:cubicBezTo>
                  <a:cubicBezTo>
                    <a:pt x="50" y="61"/>
                    <a:pt x="50" y="61"/>
                    <a:pt x="50" y="61"/>
                  </a:cubicBezTo>
                  <a:cubicBezTo>
                    <a:pt x="50" y="61"/>
                    <a:pt x="52" y="56"/>
                    <a:pt x="52" y="56"/>
                  </a:cubicBezTo>
                  <a:cubicBezTo>
                    <a:pt x="52" y="55"/>
                    <a:pt x="52" y="54"/>
                    <a:pt x="52" y="53"/>
                  </a:cubicBezTo>
                  <a:cubicBezTo>
                    <a:pt x="56" y="47"/>
                    <a:pt x="56" y="40"/>
                    <a:pt x="58" y="34"/>
                  </a:cubicBezTo>
                  <a:cubicBezTo>
                    <a:pt x="61" y="33"/>
                    <a:pt x="70" y="31"/>
                    <a:pt x="73" y="32"/>
                  </a:cubicBezTo>
                  <a:cubicBezTo>
                    <a:pt x="77" y="34"/>
                    <a:pt x="85" y="45"/>
                    <a:pt x="85" y="51"/>
                  </a:cubicBezTo>
                  <a:cubicBezTo>
                    <a:pt x="86" y="52"/>
                    <a:pt x="86" y="53"/>
                    <a:pt x="87" y="54"/>
                  </a:cubicBezTo>
                  <a:cubicBezTo>
                    <a:pt x="87" y="54"/>
                    <a:pt x="87" y="54"/>
                    <a:pt x="87" y="54"/>
                  </a:cubicBezTo>
                  <a:cubicBezTo>
                    <a:pt x="86" y="54"/>
                    <a:pt x="84" y="60"/>
                    <a:pt x="83" y="61"/>
                  </a:cubicBezTo>
                  <a:cubicBezTo>
                    <a:pt x="81" y="63"/>
                    <a:pt x="73" y="66"/>
                    <a:pt x="69" y="66"/>
                  </a:cubicBezTo>
                  <a:cubicBezTo>
                    <a:pt x="65" y="65"/>
                    <a:pt x="60" y="67"/>
                    <a:pt x="56" y="67"/>
                  </a:cubicBezTo>
                  <a:cubicBezTo>
                    <a:pt x="54" y="67"/>
                    <a:pt x="53" y="68"/>
                    <a:pt x="52" y="69"/>
                  </a:cubicBezTo>
                  <a:cubicBezTo>
                    <a:pt x="40" y="69"/>
                    <a:pt x="27" y="70"/>
                    <a:pt x="15" y="75"/>
                  </a:cubicBezTo>
                  <a:cubicBezTo>
                    <a:pt x="14" y="76"/>
                    <a:pt x="12" y="75"/>
                    <a:pt x="12" y="75"/>
                  </a:cubicBezTo>
                  <a:cubicBezTo>
                    <a:pt x="9" y="76"/>
                    <a:pt x="7" y="75"/>
                    <a:pt x="5" y="76"/>
                  </a:cubicBezTo>
                  <a:cubicBezTo>
                    <a:pt x="3" y="77"/>
                    <a:pt x="2" y="79"/>
                    <a:pt x="0" y="80"/>
                  </a:cubicBezTo>
                  <a:cubicBezTo>
                    <a:pt x="0" y="91"/>
                    <a:pt x="3" y="91"/>
                    <a:pt x="7" y="97"/>
                  </a:cubicBezTo>
                  <a:cubicBezTo>
                    <a:pt x="17" y="97"/>
                    <a:pt x="21" y="95"/>
                    <a:pt x="30" y="91"/>
                  </a:cubicBezTo>
                  <a:cubicBezTo>
                    <a:pt x="31" y="90"/>
                    <a:pt x="33" y="91"/>
                    <a:pt x="34" y="91"/>
                  </a:cubicBezTo>
                  <a:cubicBezTo>
                    <a:pt x="38" y="89"/>
                    <a:pt x="42" y="88"/>
                    <a:pt x="46" y="86"/>
                  </a:cubicBezTo>
                  <a:cubicBezTo>
                    <a:pt x="48" y="85"/>
                    <a:pt x="57" y="79"/>
                    <a:pt x="59" y="82"/>
                  </a:cubicBezTo>
                  <a:cubicBezTo>
                    <a:pt x="60" y="81"/>
                    <a:pt x="67" y="80"/>
                    <a:pt x="69" y="80"/>
                  </a:cubicBezTo>
                  <a:cubicBezTo>
                    <a:pt x="69" y="80"/>
                    <a:pt x="68" y="80"/>
                    <a:pt x="69" y="80"/>
                  </a:cubicBezTo>
                  <a:cubicBezTo>
                    <a:pt x="69" y="84"/>
                    <a:pt x="59" y="95"/>
                    <a:pt x="56" y="97"/>
                  </a:cubicBezTo>
                  <a:cubicBezTo>
                    <a:pt x="55" y="97"/>
                    <a:pt x="55" y="100"/>
                    <a:pt x="53" y="101"/>
                  </a:cubicBezTo>
                  <a:cubicBezTo>
                    <a:pt x="53" y="102"/>
                    <a:pt x="54" y="103"/>
                    <a:pt x="53" y="105"/>
                  </a:cubicBezTo>
                  <a:cubicBezTo>
                    <a:pt x="53" y="106"/>
                    <a:pt x="52" y="106"/>
                    <a:pt x="51" y="107"/>
                  </a:cubicBezTo>
                  <a:cubicBezTo>
                    <a:pt x="50" y="108"/>
                    <a:pt x="50" y="111"/>
                    <a:pt x="49" y="113"/>
                  </a:cubicBezTo>
                  <a:cubicBezTo>
                    <a:pt x="49" y="113"/>
                    <a:pt x="49" y="114"/>
                    <a:pt x="50" y="114"/>
                  </a:cubicBezTo>
                  <a:cubicBezTo>
                    <a:pt x="50" y="114"/>
                    <a:pt x="54" y="112"/>
                    <a:pt x="55" y="112"/>
                  </a:cubicBezTo>
                  <a:cubicBezTo>
                    <a:pt x="57" y="110"/>
                    <a:pt x="71" y="99"/>
                    <a:pt x="71" y="99"/>
                  </a:cubicBezTo>
                  <a:cubicBezTo>
                    <a:pt x="72" y="98"/>
                    <a:pt x="72" y="98"/>
                    <a:pt x="73" y="98"/>
                  </a:cubicBezTo>
                  <a:cubicBezTo>
                    <a:pt x="79" y="103"/>
                    <a:pt x="86" y="102"/>
                    <a:pt x="93" y="100"/>
                  </a:cubicBezTo>
                  <a:cubicBezTo>
                    <a:pt x="95" y="99"/>
                    <a:pt x="100" y="100"/>
                    <a:pt x="101" y="100"/>
                  </a:cubicBezTo>
                  <a:cubicBezTo>
                    <a:pt x="101" y="99"/>
                    <a:pt x="107" y="99"/>
                    <a:pt x="107" y="99"/>
                  </a:cubicBezTo>
                  <a:cubicBezTo>
                    <a:pt x="108" y="100"/>
                    <a:pt x="110" y="97"/>
                    <a:pt x="112" y="98"/>
                  </a:cubicBezTo>
                  <a:cubicBezTo>
                    <a:pt x="123" y="99"/>
                    <a:pt x="123" y="99"/>
                    <a:pt x="123" y="99"/>
                  </a:cubicBezTo>
                  <a:cubicBezTo>
                    <a:pt x="124" y="98"/>
                    <a:pt x="130" y="97"/>
                    <a:pt x="130" y="97"/>
                  </a:cubicBezTo>
                  <a:cubicBezTo>
                    <a:pt x="132" y="97"/>
                    <a:pt x="134" y="97"/>
                    <a:pt x="136" y="97"/>
                  </a:cubicBezTo>
                  <a:cubicBezTo>
                    <a:pt x="139" y="99"/>
                    <a:pt x="149" y="97"/>
                    <a:pt x="150" y="99"/>
                  </a:cubicBezTo>
                  <a:cubicBezTo>
                    <a:pt x="150" y="98"/>
                    <a:pt x="155" y="98"/>
                    <a:pt x="156" y="99"/>
                  </a:cubicBezTo>
                  <a:cubicBezTo>
                    <a:pt x="156" y="99"/>
                    <a:pt x="159" y="98"/>
                    <a:pt x="160" y="99"/>
                  </a:cubicBezTo>
                  <a:cubicBezTo>
                    <a:pt x="160" y="99"/>
                    <a:pt x="161" y="99"/>
                    <a:pt x="161" y="99"/>
                  </a:cubicBezTo>
                  <a:cubicBezTo>
                    <a:pt x="162" y="99"/>
                    <a:pt x="173" y="99"/>
                    <a:pt x="175" y="100"/>
                  </a:cubicBezTo>
                  <a:cubicBezTo>
                    <a:pt x="175" y="100"/>
                    <a:pt x="177" y="99"/>
                    <a:pt x="179" y="100"/>
                  </a:cubicBezTo>
                  <a:cubicBezTo>
                    <a:pt x="186" y="103"/>
                    <a:pt x="194" y="103"/>
                    <a:pt x="202" y="104"/>
                  </a:cubicBezTo>
                  <a:cubicBezTo>
                    <a:pt x="203" y="105"/>
                    <a:pt x="204" y="103"/>
                    <a:pt x="207" y="104"/>
                  </a:cubicBezTo>
                  <a:cubicBezTo>
                    <a:pt x="208" y="103"/>
                    <a:pt x="211" y="103"/>
                    <a:pt x="213" y="103"/>
                  </a:cubicBezTo>
                  <a:cubicBezTo>
                    <a:pt x="214" y="101"/>
                    <a:pt x="213" y="98"/>
                    <a:pt x="213" y="96"/>
                  </a:cubicBezTo>
                  <a:cubicBezTo>
                    <a:pt x="208" y="93"/>
                    <a:pt x="204" y="88"/>
                    <a:pt x="196" y="90"/>
                  </a:cubicBezTo>
                  <a:cubicBezTo>
                    <a:pt x="196" y="89"/>
                    <a:pt x="191" y="88"/>
                    <a:pt x="190" y="88"/>
                  </a:cubicBezTo>
                  <a:cubicBezTo>
                    <a:pt x="188" y="88"/>
                    <a:pt x="187" y="88"/>
                    <a:pt x="185" y="88"/>
                  </a:cubicBezTo>
                  <a:cubicBezTo>
                    <a:pt x="180" y="85"/>
                    <a:pt x="172" y="86"/>
                    <a:pt x="165" y="85"/>
                  </a:cubicBezTo>
                  <a:cubicBezTo>
                    <a:pt x="164" y="82"/>
                    <a:pt x="168" y="81"/>
                    <a:pt x="169" y="79"/>
                  </a:cubicBezTo>
                  <a:cubicBezTo>
                    <a:pt x="168" y="78"/>
                    <a:pt x="170" y="77"/>
                    <a:pt x="170" y="76"/>
                  </a:cubicBezTo>
                  <a:cubicBezTo>
                    <a:pt x="176" y="76"/>
                    <a:pt x="184" y="74"/>
                    <a:pt x="189" y="78"/>
                  </a:cubicBezTo>
                  <a:cubicBezTo>
                    <a:pt x="190" y="76"/>
                    <a:pt x="197" y="80"/>
                    <a:pt x="198" y="80"/>
                  </a:cubicBezTo>
                  <a:cubicBezTo>
                    <a:pt x="200" y="79"/>
                    <a:pt x="203" y="81"/>
                    <a:pt x="204" y="82"/>
                  </a:cubicBezTo>
                  <a:cubicBezTo>
                    <a:pt x="206" y="79"/>
                    <a:pt x="210" y="83"/>
                    <a:pt x="213" y="83"/>
                  </a:cubicBezTo>
                  <a:cubicBezTo>
                    <a:pt x="214" y="83"/>
                    <a:pt x="214" y="83"/>
                    <a:pt x="215" y="83"/>
                  </a:cubicBezTo>
                  <a:cubicBezTo>
                    <a:pt x="216" y="84"/>
                    <a:pt x="216" y="85"/>
                    <a:pt x="217" y="86"/>
                  </a:cubicBezTo>
                  <a:cubicBezTo>
                    <a:pt x="218" y="85"/>
                    <a:pt x="221" y="87"/>
                    <a:pt x="222" y="87"/>
                  </a:cubicBezTo>
                  <a:cubicBezTo>
                    <a:pt x="223" y="87"/>
                    <a:pt x="227" y="88"/>
                    <a:pt x="228" y="89"/>
                  </a:cubicBezTo>
                  <a:cubicBezTo>
                    <a:pt x="229" y="89"/>
                    <a:pt x="231" y="89"/>
                    <a:pt x="232" y="89"/>
                  </a:cubicBezTo>
                  <a:cubicBezTo>
                    <a:pt x="233" y="89"/>
                    <a:pt x="234" y="90"/>
                    <a:pt x="235" y="90"/>
                  </a:cubicBezTo>
                  <a:cubicBezTo>
                    <a:pt x="236" y="90"/>
                    <a:pt x="235" y="90"/>
                    <a:pt x="235" y="90"/>
                  </a:cubicBezTo>
                  <a:cubicBezTo>
                    <a:pt x="239" y="91"/>
                    <a:pt x="253" y="93"/>
                    <a:pt x="255" y="90"/>
                  </a:cubicBezTo>
                  <a:cubicBezTo>
                    <a:pt x="257" y="91"/>
                    <a:pt x="258" y="91"/>
                    <a:pt x="259" y="91"/>
                  </a:cubicBezTo>
                  <a:cubicBezTo>
                    <a:pt x="259" y="90"/>
                    <a:pt x="260" y="89"/>
                    <a:pt x="261" y="88"/>
                  </a:cubicBezTo>
                  <a:cubicBezTo>
                    <a:pt x="263" y="87"/>
                    <a:pt x="268" y="87"/>
                    <a:pt x="270" y="85"/>
                  </a:cubicBezTo>
                  <a:cubicBezTo>
                    <a:pt x="270" y="84"/>
                    <a:pt x="271" y="83"/>
                    <a:pt x="271" y="82"/>
                  </a:cubicBezTo>
                  <a:cubicBezTo>
                    <a:pt x="272" y="81"/>
                    <a:pt x="273" y="81"/>
                    <a:pt x="273" y="80"/>
                  </a:cubicBezTo>
                  <a:cubicBezTo>
                    <a:pt x="275" y="77"/>
                    <a:pt x="271" y="75"/>
                    <a:pt x="271" y="73"/>
                  </a:cubicBezTo>
                  <a:close/>
                  <a:moveTo>
                    <a:pt x="119" y="76"/>
                  </a:moveTo>
                  <a:cubicBezTo>
                    <a:pt x="119" y="76"/>
                    <a:pt x="119" y="76"/>
                    <a:pt x="119" y="77"/>
                  </a:cubicBezTo>
                  <a:cubicBezTo>
                    <a:pt x="118" y="78"/>
                    <a:pt x="117" y="79"/>
                    <a:pt x="115" y="80"/>
                  </a:cubicBezTo>
                  <a:cubicBezTo>
                    <a:pt x="115" y="81"/>
                    <a:pt x="115" y="82"/>
                    <a:pt x="115" y="83"/>
                  </a:cubicBezTo>
                  <a:cubicBezTo>
                    <a:pt x="114" y="84"/>
                    <a:pt x="112" y="84"/>
                    <a:pt x="111" y="85"/>
                  </a:cubicBezTo>
                  <a:cubicBezTo>
                    <a:pt x="110" y="85"/>
                    <a:pt x="110" y="85"/>
                    <a:pt x="109" y="85"/>
                  </a:cubicBezTo>
                  <a:cubicBezTo>
                    <a:pt x="109" y="85"/>
                    <a:pt x="93" y="87"/>
                    <a:pt x="91" y="88"/>
                  </a:cubicBezTo>
                  <a:cubicBezTo>
                    <a:pt x="89" y="89"/>
                    <a:pt x="87" y="88"/>
                    <a:pt x="87" y="88"/>
                  </a:cubicBezTo>
                  <a:cubicBezTo>
                    <a:pt x="85" y="89"/>
                    <a:pt x="83" y="89"/>
                    <a:pt x="81" y="90"/>
                  </a:cubicBezTo>
                  <a:cubicBezTo>
                    <a:pt x="80" y="90"/>
                    <a:pt x="80" y="90"/>
                    <a:pt x="79" y="89"/>
                  </a:cubicBezTo>
                  <a:cubicBezTo>
                    <a:pt x="79" y="88"/>
                    <a:pt x="84" y="82"/>
                    <a:pt x="85" y="80"/>
                  </a:cubicBezTo>
                  <a:cubicBezTo>
                    <a:pt x="90" y="81"/>
                    <a:pt x="95" y="78"/>
                    <a:pt x="98" y="76"/>
                  </a:cubicBezTo>
                  <a:cubicBezTo>
                    <a:pt x="98" y="76"/>
                    <a:pt x="101" y="77"/>
                    <a:pt x="101" y="77"/>
                  </a:cubicBezTo>
                  <a:cubicBezTo>
                    <a:pt x="101" y="76"/>
                    <a:pt x="105" y="75"/>
                    <a:pt x="105" y="75"/>
                  </a:cubicBezTo>
                  <a:cubicBezTo>
                    <a:pt x="108" y="74"/>
                    <a:pt x="113" y="76"/>
                    <a:pt x="114" y="74"/>
                  </a:cubicBezTo>
                  <a:cubicBezTo>
                    <a:pt x="115" y="74"/>
                    <a:pt x="115" y="74"/>
                    <a:pt x="115" y="75"/>
                  </a:cubicBezTo>
                  <a:cubicBezTo>
                    <a:pt x="117" y="74"/>
                    <a:pt x="118" y="75"/>
                    <a:pt x="119" y="75"/>
                  </a:cubicBezTo>
                  <a:cubicBezTo>
                    <a:pt x="119" y="76"/>
                    <a:pt x="119" y="76"/>
                    <a:pt x="119" y="76"/>
                  </a:cubicBezTo>
                  <a:close/>
                  <a:moveTo>
                    <a:pt x="125" y="60"/>
                  </a:moveTo>
                  <a:cubicBezTo>
                    <a:pt x="124" y="61"/>
                    <a:pt x="122" y="63"/>
                    <a:pt x="120" y="63"/>
                  </a:cubicBezTo>
                  <a:cubicBezTo>
                    <a:pt x="120" y="62"/>
                    <a:pt x="120" y="62"/>
                    <a:pt x="120" y="63"/>
                  </a:cubicBezTo>
                  <a:cubicBezTo>
                    <a:pt x="116" y="64"/>
                    <a:pt x="110" y="60"/>
                    <a:pt x="106" y="62"/>
                  </a:cubicBezTo>
                  <a:cubicBezTo>
                    <a:pt x="104" y="63"/>
                    <a:pt x="100" y="64"/>
                    <a:pt x="98" y="63"/>
                  </a:cubicBezTo>
                  <a:cubicBezTo>
                    <a:pt x="97" y="63"/>
                    <a:pt x="97" y="63"/>
                    <a:pt x="97" y="63"/>
                  </a:cubicBezTo>
                  <a:cubicBezTo>
                    <a:pt x="97" y="60"/>
                    <a:pt x="97" y="60"/>
                    <a:pt x="98" y="58"/>
                  </a:cubicBezTo>
                  <a:cubicBezTo>
                    <a:pt x="102" y="56"/>
                    <a:pt x="112" y="51"/>
                    <a:pt x="117" y="53"/>
                  </a:cubicBezTo>
                  <a:cubicBezTo>
                    <a:pt x="118" y="53"/>
                    <a:pt x="118" y="52"/>
                    <a:pt x="118" y="52"/>
                  </a:cubicBezTo>
                  <a:cubicBezTo>
                    <a:pt x="122" y="53"/>
                    <a:pt x="125" y="54"/>
                    <a:pt x="127" y="54"/>
                  </a:cubicBezTo>
                  <a:cubicBezTo>
                    <a:pt x="127" y="54"/>
                    <a:pt x="128" y="55"/>
                    <a:pt x="128" y="55"/>
                  </a:cubicBezTo>
                  <a:cubicBezTo>
                    <a:pt x="128" y="57"/>
                    <a:pt x="127" y="59"/>
                    <a:pt x="125" y="60"/>
                  </a:cubicBezTo>
                  <a:cubicBezTo>
                    <a:pt x="125" y="60"/>
                    <a:pt x="125" y="60"/>
                    <a:pt x="125" y="60"/>
                  </a:cubicBezTo>
                  <a:close/>
                  <a:moveTo>
                    <a:pt x="161" y="75"/>
                  </a:moveTo>
                  <a:cubicBezTo>
                    <a:pt x="159" y="77"/>
                    <a:pt x="158" y="79"/>
                    <a:pt x="157" y="81"/>
                  </a:cubicBezTo>
                  <a:cubicBezTo>
                    <a:pt x="157" y="82"/>
                    <a:pt x="157" y="82"/>
                    <a:pt x="158" y="83"/>
                  </a:cubicBezTo>
                  <a:cubicBezTo>
                    <a:pt x="157" y="86"/>
                    <a:pt x="152" y="85"/>
                    <a:pt x="150" y="84"/>
                  </a:cubicBezTo>
                  <a:cubicBezTo>
                    <a:pt x="149" y="84"/>
                    <a:pt x="148" y="85"/>
                    <a:pt x="147" y="85"/>
                  </a:cubicBezTo>
                  <a:cubicBezTo>
                    <a:pt x="147" y="85"/>
                    <a:pt x="129" y="85"/>
                    <a:pt x="126" y="83"/>
                  </a:cubicBezTo>
                  <a:cubicBezTo>
                    <a:pt x="126" y="81"/>
                    <a:pt x="129" y="79"/>
                    <a:pt x="131" y="78"/>
                  </a:cubicBezTo>
                  <a:cubicBezTo>
                    <a:pt x="132" y="77"/>
                    <a:pt x="131" y="76"/>
                    <a:pt x="132" y="76"/>
                  </a:cubicBezTo>
                  <a:cubicBezTo>
                    <a:pt x="134" y="74"/>
                    <a:pt x="149" y="73"/>
                    <a:pt x="152" y="73"/>
                  </a:cubicBezTo>
                  <a:cubicBezTo>
                    <a:pt x="152" y="73"/>
                    <a:pt x="152" y="73"/>
                    <a:pt x="152" y="73"/>
                  </a:cubicBezTo>
                  <a:cubicBezTo>
                    <a:pt x="156" y="73"/>
                    <a:pt x="158" y="73"/>
                    <a:pt x="161" y="74"/>
                  </a:cubicBezTo>
                  <a:cubicBezTo>
                    <a:pt x="161" y="74"/>
                    <a:pt x="161" y="75"/>
                    <a:pt x="161" y="75"/>
                  </a:cubicBezTo>
                  <a:close/>
                  <a:moveTo>
                    <a:pt x="168" y="56"/>
                  </a:moveTo>
                  <a:cubicBezTo>
                    <a:pt x="169" y="56"/>
                    <a:pt x="166" y="61"/>
                    <a:pt x="165" y="61"/>
                  </a:cubicBezTo>
                  <a:cubicBezTo>
                    <a:pt x="163" y="60"/>
                    <a:pt x="152" y="62"/>
                    <a:pt x="149" y="62"/>
                  </a:cubicBezTo>
                  <a:cubicBezTo>
                    <a:pt x="146" y="63"/>
                    <a:pt x="141" y="60"/>
                    <a:pt x="140" y="61"/>
                  </a:cubicBezTo>
                  <a:cubicBezTo>
                    <a:pt x="139" y="61"/>
                    <a:pt x="139" y="61"/>
                    <a:pt x="138" y="61"/>
                  </a:cubicBezTo>
                  <a:cubicBezTo>
                    <a:pt x="138" y="60"/>
                    <a:pt x="138" y="60"/>
                    <a:pt x="138" y="59"/>
                  </a:cubicBezTo>
                  <a:cubicBezTo>
                    <a:pt x="140" y="57"/>
                    <a:pt x="144" y="56"/>
                    <a:pt x="145" y="53"/>
                  </a:cubicBezTo>
                  <a:cubicBezTo>
                    <a:pt x="150" y="50"/>
                    <a:pt x="162" y="55"/>
                    <a:pt x="167" y="51"/>
                  </a:cubicBezTo>
                  <a:cubicBezTo>
                    <a:pt x="168" y="51"/>
                    <a:pt x="168" y="51"/>
                    <a:pt x="170" y="51"/>
                  </a:cubicBezTo>
                  <a:cubicBezTo>
                    <a:pt x="170" y="52"/>
                    <a:pt x="171" y="52"/>
                    <a:pt x="171" y="52"/>
                  </a:cubicBezTo>
                  <a:cubicBezTo>
                    <a:pt x="171" y="55"/>
                    <a:pt x="170" y="55"/>
                    <a:pt x="168" y="56"/>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39" name="Freeform 15"/>
            <p:cNvSpPr>
              <a:spLocks noEditPoints="1"/>
            </p:cNvSpPr>
            <p:nvPr/>
          </p:nvSpPr>
          <p:spPr bwMode="auto">
            <a:xfrm>
              <a:off x="1968963" y="6306635"/>
              <a:ext cx="195934" cy="152456"/>
            </a:xfrm>
            <a:custGeom>
              <a:avLst/>
              <a:gdLst>
                <a:gd name="T0" fmla="*/ 142 w 146"/>
                <a:gd name="T1" fmla="*/ 77 h 113"/>
                <a:gd name="T2" fmla="*/ 130 w 146"/>
                <a:gd name="T3" fmla="*/ 78 h 113"/>
                <a:gd name="T4" fmla="*/ 120 w 146"/>
                <a:gd name="T5" fmla="*/ 74 h 113"/>
                <a:gd name="T6" fmla="*/ 108 w 146"/>
                <a:gd name="T7" fmla="*/ 55 h 113"/>
                <a:gd name="T8" fmla="*/ 107 w 146"/>
                <a:gd name="T9" fmla="*/ 38 h 113"/>
                <a:gd name="T10" fmla="*/ 108 w 146"/>
                <a:gd name="T11" fmla="*/ 23 h 113"/>
                <a:gd name="T12" fmla="*/ 113 w 146"/>
                <a:gd name="T13" fmla="*/ 8 h 113"/>
                <a:gd name="T14" fmla="*/ 79 w 146"/>
                <a:gd name="T15" fmla="*/ 2 h 113"/>
                <a:gd name="T16" fmla="*/ 62 w 146"/>
                <a:gd name="T17" fmla="*/ 2 h 113"/>
                <a:gd name="T18" fmla="*/ 41 w 146"/>
                <a:gd name="T19" fmla="*/ 4 h 113"/>
                <a:gd name="T20" fmla="*/ 23 w 146"/>
                <a:gd name="T21" fmla="*/ 7 h 113"/>
                <a:gd name="T22" fmla="*/ 9 w 146"/>
                <a:gd name="T23" fmla="*/ 21 h 113"/>
                <a:gd name="T24" fmla="*/ 12 w 146"/>
                <a:gd name="T25" fmla="*/ 41 h 113"/>
                <a:gd name="T26" fmla="*/ 9 w 146"/>
                <a:gd name="T27" fmla="*/ 68 h 113"/>
                <a:gd name="T28" fmla="*/ 11 w 146"/>
                <a:gd name="T29" fmla="*/ 81 h 113"/>
                <a:gd name="T30" fmla="*/ 20 w 146"/>
                <a:gd name="T31" fmla="*/ 87 h 113"/>
                <a:gd name="T32" fmla="*/ 30 w 146"/>
                <a:gd name="T33" fmla="*/ 87 h 113"/>
                <a:gd name="T34" fmla="*/ 33 w 146"/>
                <a:gd name="T35" fmla="*/ 87 h 113"/>
                <a:gd name="T36" fmla="*/ 43 w 146"/>
                <a:gd name="T37" fmla="*/ 86 h 113"/>
                <a:gd name="T38" fmla="*/ 57 w 146"/>
                <a:gd name="T39" fmla="*/ 85 h 113"/>
                <a:gd name="T40" fmla="*/ 63 w 146"/>
                <a:gd name="T41" fmla="*/ 85 h 113"/>
                <a:gd name="T42" fmla="*/ 71 w 146"/>
                <a:gd name="T43" fmla="*/ 85 h 113"/>
                <a:gd name="T44" fmla="*/ 76 w 146"/>
                <a:gd name="T45" fmla="*/ 84 h 113"/>
                <a:gd name="T46" fmla="*/ 101 w 146"/>
                <a:gd name="T47" fmla="*/ 87 h 113"/>
                <a:gd name="T48" fmla="*/ 107 w 146"/>
                <a:gd name="T49" fmla="*/ 97 h 113"/>
                <a:gd name="T50" fmla="*/ 118 w 146"/>
                <a:gd name="T51" fmla="*/ 112 h 113"/>
                <a:gd name="T52" fmla="*/ 145 w 146"/>
                <a:gd name="T53" fmla="*/ 88 h 113"/>
                <a:gd name="T54" fmla="*/ 48 w 146"/>
                <a:gd name="T55" fmla="*/ 71 h 113"/>
                <a:gd name="T56" fmla="*/ 35 w 146"/>
                <a:gd name="T57" fmla="*/ 73 h 113"/>
                <a:gd name="T58" fmla="*/ 17 w 146"/>
                <a:gd name="T59" fmla="*/ 77 h 113"/>
                <a:gd name="T60" fmla="*/ 46 w 146"/>
                <a:gd name="T61" fmla="*/ 62 h 113"/>
                <a:gd name="T62" fmla="*/ 69 w 146"/>
                <a:gd name="T63" fmla="*/ 61 h 113"/>
                <a:gd name="T64" fmla="*/ 95 w 146"/>
                <a:gd name="T65" fmla="*/ 61 h 113"/>
                <a:gd name="T66" fmla="*/ 57 w 146"/>
                <a:gd name="T67" fmla="*/ 46 h 113"/>
                <a:gd name="T68" fmla="*/ 42 w 146"/>
                <a:gd name="T69" fmla="*/ 48 h 113"/>
                <a:gd name="T70" fmla="*/ 26 w 146"/>
                <a:gd name="T71" fmla="*/ 44 h 113"/>
                <a:gd name="T72" fmla="*/ 43 w 146"/>
                <a:gd name="T73" fmla="*/ 39 h 113"/>
                <a:gd name="T74" fmla="*/ 54 w 146"/>
                <a:gd name="T75" fmla="*/ 39 h 113"/>
                <a:gd name="T76" fmla="*/ 84 w 146"/>
                <a:gd name="T77" fmla="*/ 39 h 113"/>
                <a:gd name="T78" fmla="*/ 92 w 146"/>
                <a:gd name="T79" fmla="*/ 48 h 113"/>
                <a:gd name="T80" fmla="*/ 66 w 146"/>
                <a:gd name="T81" fmla="*/ 25 h 113"/>
                <a:gd name="T82" fmla="*/ 54 w 146"/>
                <a:gd name="T83" fmla="*/ 25 h 113"/>
                <a:gd name="T84" fmla="*/ 30 w 146"/>
                <a:gd name="T85" fmla="*/ 29 h 113"/>
                <a:gd name="T86" fmla="*/ 31 w 146"/>
                <a:gd name="T87" fmla="*/ 21 h 113"/>
                <a:gd name="T88" fmla="*/ 46 w 146"/>
                <a:gd name="T89" fmla="*/ 18 h 113"/>
                <a:gd name="T90" fmla="*/ 67 w 146"/>
                <a:gd name="T91" fmla="*/ 18 h 113"/>
                <a:gd name="T92" fmla="*/ 80 w 146"/>
                <a:gd name="T93" fmla="*/ 16 h 113"/>
                <a:gd name="T94" fmla="*/ 95 w 146"/>
                <a:gd name="T95" fmla="*/ 18 h 113"/>
                <a:gd name="T96" fmla="*/ 97 w 146"/>
                <a:gd name="T97" fmla="*/ 2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 h="113">
                  <a:moveTo>
                    <a:pt x="145" y="88"/>
                  </a:moveTo>
                  <a:cubicBezTo>
                    <a:pt x="143" y="84"/>
                    <a:pt x="140" y="83"/>
                    <a:pt x="142" y="78"/>
                  </a:cubicBezTo>
                  <a:cubicBezTo>
                    <a:pt x="142" y="77"/>
                    <a:pt x="142" y="78"/>
                    <a:pt x="142" y="77"/>
                  </a:cubicBezTo>
                  <a:cubicBezTo>
                    <a:pt x="139" y="77"/>
                    <a:pt x="138" y="80"/>
                    <a:pt x="137" y="81"/>
                  </a:cubicBezTo>
                  <a:cubicBezTo>
                    <a:pt x="135" y="81"/>
                    <a:pt x="135" y="81"/>
                    <a:pt x="135" y="81"/>
                  </a:cubicBezTo>
                  <a:cubicBezTo>
                    <a:pt x="133" y="81"/>
                    <a:pt x="132" y="79"/>
                    <a:pt x="130" y="78"/>
                  </a:cubicBezTo>
                  <a:cubicBezTo>
                    <a:pt x="128" y="76"/>
                    <a:pt x="126" y="77"/>
                    <a:pt x="123" y="75"/>
                  </a:cubicBezTo>
                  <a:cubicBezTo>
                    <a:pt x="123" y="75"/>
                    <a:pt x="122" y="75"/>
                    <a:pt x="122" y="76"/>
                  </a:cubicBezTo>
                  <a:cubicBezTo>
                    <a:pt x="122" y="76"/>
                    <a:pt x="120" y="74"/>
                    <a:pt x="120" y="74"/>
                  </a:cubicBezTo>
                  <a:cubicBezTo>
                    <a:pt x="118" y="74"/>
                    <a:pt x="115" y="75"/>
                    <a:pt x="114" y="75"/>
                  </a:cubicBezTo>
                  <a:cubicBezTo>
                    <a:pt x="112" y="74"/>
                    <a:pt x="111" y="72"/>
                    <a:pt x="108" y="71"/>
                  </a:cubicBezTo>
                  <a:cubicBezTo>
                    <a:pt x="106" y="68"/>
                    <a:pt x="107" y="59"/>
                    <a:pt x="108" y="55"/>
                  </a:cubicBezTo>
                  <a:cubicBezTo>
                    <a:pt x="107" y="53"/>
                    <a:pt x="107" y="50"/>
                    <a:pt x="107" y="48"/>
                  </a:cubicBezTo>
                  <a:cubicBezTo>
                    <a:pt x="107" y="47"/>
                    <a:pt x="107" y="47"/>
                    <a:pt x="107" y="46"/>
                  </a:cubicBezTo>
                  <a:cubicBezTo>
                    <a:pt x="108" y="45"/>
                    <a:pt x="108" y="39"/>
                    <a:pt x="107" y="38"/>
                  </a:cubicBezTo>
                  <a:cubicBezTo>
                    <a:pt x="108" y="37"/>
                    <a:pt x="108" y="37"/>
                    <a:pt x="109" y="36"/>
                  </a:cubicBezTo>
                  <a:cubicBezTo>
                    <a:pt x="109" y="34"/>
                    <a:pt x="108" y="33"/>
                    <a:pt x="108" y="32"/>
                  </a:cubicBezTo>
                  <a:cubicBezTo>
                    <a:pt x="109" y="31"/>
                    <a:pt x="107" y="24"/>
                    <a:pt x="108" y="23"/>
                  </a:cubicBezTo>
                  <a:cubicBezTo>
                    <a:pt x="108" y="22"/>
                    <a:pt x="110" y="21"/>
                    <a:pt x="110" y="21"/>
                  </a:cubicBezTo>
                  <a:cubicBezTo>
                    <a:pt x="110" y="21"/>
                    <a:pt x="111" y="18"/>
                    <a:pt x="112" y="18"/>
                  </a:cubicBezTo>
                  <a:cubicBezTo>
                    <a:pt x="115" y="15"/>
                    <a:pt x="114" y="11"/>
                    <a:pt x="113" y="8"/>
                  </a:cubicBezTo>
                  <a:cubicBezTo>
                    <a:pt x="112" y="7"/>
                    <a:pt x="111" y="6"/>
                    <a:pt x="110" y="5"/>
                  </a:cubicBezTo>
                  <a:cubicBezTo>
                    <a:pt x="107" y="4"/>
                    <a:pt x="102" y="3"/>
                    <a:pt x="97" y="2"/>
                  </a:cubicBezTo>
                  <a:cubicBezTo>
                    <a:pt x="91" y="0"/>
                    <a:pt x="83" y="5"/>
                    <a:pt x="79" y="2"/>
                  </a:cubicBezTo>
                  <a:cubicBezTo>
                    <a:pt x="77" y="3"/>
                    <a:pt x="74" y="2"/>
                    <a:pt x="74" y="1"/>
                  </a:cubicBezTo>
                  <a:cubicBezTo>
                    <a:pt x="73" y="2"/>
                    <a:pt x="69" y="2"/>
                    <a:pt x="68" y="1"/>
                  </a:cubicBezTo>
                  <a:cubicBezTo>
                    <a:pt x="67" y="3"/>
                    <a:pt x="64" y="1"/>
                    <a:pt x="62" y="2"/>
                  </a:cubicBezTo>
                  <a:cubicBezTo>
                    <a:pt x="60" y="2"/>
                    <a:pt x="58" y="3"/>
                    <a:pt x="56" y="4"/>
                  </a:cubicBezTo>
                  <a:cubicBezTo>
                    <a:pt x="56" y="3"/>
                    <a:pt x="53" y="3"/>
                    <a:pt x="52" y="3"/>
                  </a:cubicBezTo>
                  <a:cubicBezTo>
                    <a:pt x="49" y="5"/>
                    <a:pt x="46" y="3"/>
                    <a:pt x="41" y="4"/>
                  </a:cubicBezTo>
                  <a:cubicBezTo>
                    <a:pt x="41" y="4"/>
                    <a:pt x="38" y="5"/>
                    <a:pt x="36" y="5"/>
                  </a:cubicBezTo>
                  <a:cubicBezTo>
                    <a:pt x="36" y="5"/>
                    <a:pt x="36" y="4"/>
                    <a:pt x="36" y="4"/>
                  </a:cubicBezTo>
                  <a:cubicBezTo>
                    <a:pt x="35" y="6"/>
                    <a:pt x="25" y="6"/>
                    <a:pt x="23" y="7"/>
                  </a:cubicBezTo>
                  <a:cubicBezTo>
                    <a:pt x="17" y="7"/>
                    <a:pt x="10" y="4"/>
                    <a:pt x="7" y="6"/>
                  </a:cubicBezTo>
                  <a:cubicBezTo>
                    <a:pt x="0" y="11"/>
                    <a:pt x="6" y="13"/>
                    <a:pt x="9" y="19"/>
                  </a:cubicBezTo>
                  <a:cubicBezTo>
                    <a:pt x="10" y="20"/>
                    <a:pt x="9" y="21"/>
                    <a:pt x="9" y="21"/>
                  </a:cubicBezTo>
                  <a:cubicBezTo>
                    <a:pt x="10" y="22"/>
                    <a:pt x="11" y="23"/>
                    <a:pt x="11" y="24"/>
                  </a:cubicBezTo>
                  <a:cubicBezTo>
                    <a:pt x="11" y="24"/>
                    <a:pt x="14" y="31"/>
                    <a:pt x="13" y="32"/>
                  </a:cubicBezTo>
                  <a:cubicBezTo>
                    <a:pt x="11" y="35"/>
                    <a:pt x="12" y="36"/>
                    <a:pt x="12" y="41"/>
                  </a:cubicBezTo>
                  <a:cubicBezTo>
                    <a:pt x="12" y="44"/>
                    <a:pt x="12" y="44"/>
                    <a:pt x="12" y="44"/>
                  </a:cubicBezTo>
                  <a:cubicBezTo>
                    <a:pt x="11" y="46"/>
                    <a:pt x="9" y="56"/>
                    <a:pt x="9" y="56"/>
                  </a:cubicBezTo>
                  <a:cubicBezTo>
                    <a:pt x="10" y="60"/>
                    <a:pt x="10" y="67"/>
                    <a:pt x="9" y="68"/>
                  </a:cubicBezTo>
                  <a:cubicBezTo>
                    <a:pt x="9" y="71"/>
                    <a:pt x="10" y="75"/>
                    <a:pt x="10" y="76"/>
                  </a:cubicBezTo>
                  <a:cubicBezTo>
                    <a:pt x="9" y="77"/>
                    <a:pt x="9" y="79"/>
                    <a:pt x="9" y="81"/>
                  </a:cubicBezTo>
                  <a:cubicBezTo>
                    <a:pt x="10" y="81"/>
                    <a:pt x="11" y="81"/>
                    <a:pt x="11" y="81"/>
                  </a:cubicBezTo>
                  <a:cubicBezTo>
                    <a:pt x="13" y="82"/>
                    <a:pt x="13" y="84"/>
                    <a:pt x="15" y="85"/>
                  </a:cubicBezTo>
                  <a:cubicBezTo>
                    <a:pt x="16" y="87"/>
                    <a:pt x="19" y="86"/>
                    <a:pt x="20" y="87"/>
                  </a:cubicBezTo>
                  <a:cubicBezTo>
                    <a:pt x="20" y="87"/>
                    <a:pt x="20" y="87"/>
                    <a:pt x="20" y="87"/>
                  </a:cubicBezTo>
                  <a:cubicBezTo>
                    <a:pt x="21" y="87"/>
                    <a:pt x="20" y="87"/>
                    <a:pt x="21" y="87"/>
                  </a:cubicBezTo>
                  <a:cubicBezTo>
                    <a:pt x="24" y="87"/>
                    <a:pt x="25" y="87"/>
                    <a:pt x="27" y="86"/>
                  </a:cubicBezTo>
                  <a:cubicBezTo>
                    <a:pt x="28" y="86"/>
                    <a:pt x="29" y="86"/>
                    <a:pt x="30" y="87"/>
                  </a:cubicBezTo>
                  <a:cubicBezTo>
                    <a:pt x="30" y="86"/>
                    <a:pt x="30" y="86"/>
                    <a:pt x="31" y="86"/>
                  </a:cubicBezTo>
                  <a:cubicBezTo>
                    <a:pt x="32" y="86"/>
                    <a:pt x="32" y="86"/>
                    <a:pt x="32" y="86"/>
                  </a:cubicBezTo>
                  <a:cubicBezTo>
                    <a:pt x="32" y="86"/>
                    <a:pt x="33" y="87"/>
                    <a:pt x="33" y="87"/>
                  </a:cubicBezTo>
                  <a:cubicBezTo>
                    <a:pt x="33" y="87"/>
                    <a:pt x="33" y="87"/>
                    <a:pt x="33" y="87"/>
                  </a:cubicBezTo>
                  <a:cubicBezTo>
                    <a:pt x="36" y="87"/>
                    <a:pt x="40" y="85"/>
                    <a:pt x="43" y="85"/>
                  </a:cubicBezTo>
                  <a:cubicBezTo>
                    <a:pt x="43" y="86"/>
                    <a:pt x="43" y="86"/>
                    <a:pt x="43" y="86"/>
                  </a:cubicBezTo>
                  <a:cubicBezTo>
                    <a:pt x="44" y="85"/>
                    <a:pt x="46" y="84"/>
                    <a:pt x="46" y="84"/>
                  </a:cubicBezTo>
                  <a:cubicBezTo>
                    <a:pt x="46" y="84"/>
                    <a:pt x="49" y="85"/>
                    <a:pt x="50" y="86"/>
                  </a:cubicBezTo>
                  <a:cubicBezTo>
                    <a:pt x="52" y="85"/>
                    <a:pt x="55" y="85"/>
                    <a:pt x="57" y="85"/>
                  </a:cubicBezTo>
                  <a:cubicBezTo>
                    <a:pt x="57" y="85"/>
                    <a:pt x="57" y="86"/>
                    <a:pt x="58" y="86"/>
                  </a:cubicBezTo>
                  <a:cubicBezTo>
                    <a:pt x="59" y="86"/>
                    <a:pt x="61" y="85"/>
                    <a:pt x="62" y="85"/>
                  </a:cubicBezTo>
                  <a:cubicBezTo>
                    <a:pt x="63" y="84"/>
                    <a:pt x="62" y="85"/>
                    <a:pt x="63" y="85"/>
                  </a:cubicBezTo>
                  <a:cubicBezTo>
                    <a:pt x="63" y="85"/>
                    <a:pt x="63" y="85"/>
                    <a:pt x="63" y="85"/>
                  </a:cubicBezTo>
                  <a:cubicBezTo>
                    <a:pt x="65" y="85"/>
                    <a:pt x="69" y="84"/>
                    <a:pt x="70" y="85"/>
                  </a:cubicBezTo>
                  <a:cubicBezTo>
                    <a:pt x="71" y="85"/>
                    <a:pt x="71" y="85"/>
                    <a:pt x="71" y="85"/>
                  </a:cubicBezTo>
                  <a:cubicBezTo>
                    <a:pt x="72" y="85"/>
                    <a:pt x="72" y="84"/>
                    <a:pt x="72" y="84"/>
                  </a:cubicBezTo>
                  <a:cubicBezTo>
                    <a:pt x="72" y="85"/>
                    <a:pt x="72" y="85"/>
                    <a:pt x="72" y="85"/>
                  </a:cubicBezTo>
                  <a:cubicBezTo>
                    <a:pt x="74" y="85"/>
                    <a:pt x="75" y="83"/>
                    <a:pt x="76" y="84"/>
                  </a:cubicBezTo>
                  <a:cubicBezTo>
                    <a:pt x="77" y="85"/>
                    <a:pt x="82" y="84"/>
                    <a:pt x="83" y="84"/>
                  </a:cubicBezTo>
                  <a:cubicBezTo>
                    <a:pt x="89" y="87"/>
                    <a:pt x="97" y="86"/>
                    <a:pt x="99" y="88"/>
                  </a:cubicBezTo>
                  <a:cubicBezTo>
                    <a:pt x="99" y="87"/>
                    <a:pt x="100" y="87"/>
                    <a:pt x="101" y="87"/>
                  </a:cubicBezTo>
                  <a:cubicBezTo>
                    <a:pt x="102" y="88"/>
                    <a:pt x="104" y="91"/>
                    <a:pt x="105" y="91"/>
                  </a:cubicBezTo>
                  <a:cubicBezTo>
                    <a:pt x="105" y="94"/>
                    <a:pt x="105" y="95"/>
                    <a:pt x="106" y="97"/>
                  </a:cubicBezTo>
                  <a:cubicBezTo>
                    <a:pt x="106" y="97"/>
                    <a:pt x="106" y="97"/>
                    <a:pt x="107" y="97"/>
                  </a:cubicBezTo>
                  <a:cubicBezTo>
                    <a:pt x="106" y="99"/>
                    <a:pt x="112" y="108"/>
                    <a:pt x="113" y="110"/>
                  </a:cubicBezTo>
                  <a:cubicBezTo>
                    <a:pt x="114" y="110"/>
                    <a:pt x="116" y="110"/>
                    <a:pt x="117" y="111"/>
                  </a:cubicBezTo>
                  <a:cubicBezTo>
                    <a:pt x="117" y="111"/>
                    <a:pt x="118" y="112"/>
                    <a:pt x="118" y="112"/>
                  </a:cubicBezTo>
                  <a:cubicBezTo>
                    <a:pt x="119" y="112"/>
                    <a:pt x="123" y="113"/>
                    <a:pt x="125" y="112"/>
                  </a:cubicBezTo>
                  <a:cubicBezTo>
                    <a:pt x="130" y="109"/>
                    <a:pt x="145" y="99"/>
                    <a:pt x="146" y="91"/>
                  </a:cubicBezTo>
                  <a:cubicBezTo>
                    <a:pt x="145" y="90"/>
                    <a:pt x="146" y="89"/>
                    <a:pt x="145" y="88"/>
                  </a:cubicBezTo>
                  <a:close/>
                  <a:moveTo>
                    <a:pt x="97" y="69"/>
                  </a:moveTo>
                  <a:cubicBezTo>
                    <a:pt x="96" y="72"/>
                    <a:pt x="88" y="72"/>
                    <a:pt x="85" y="71"/>
                  </a:cubicBezTo>
                  <a:cubicBezTo>
                    <a:pt x="78" y="70"/>
                    <a:pt x="53" y="69"/>
                    <a:pt x="48" y="71"/>
                  </a:cubicBezTo>
                  <a:cubicBezTo>
                    <a:pt x="37" y="71"/>
                    <a:pt x="37" y="71"/>
                    <a:pt x="37" y="71"/>
                  </a:cubicBezTo>
                  <a:cubicBezTo>
                    <a:pt x="37" y="72"/>
                    <a:pt x="37" y="72"/>
                    <a:pt x="37" y="72"/>
                  </a:cubicBezTo>
                  <a:cubicBezTo>
                    <a:pt x="36" y="73"/>
                    <a:pt x="35" y="71"/>
                    <a:pt x="35" y="73"/>
                  </a:cubicBezTo>
                  <a:cubicBezTo>
                    <a:pt x="34" y="73"/>
                    <a:pt x="34" y="72"/>
                    <a:pt x="33" y="72"/>
                  </a:cubicBezTo>
                  <a:cubicBezTo>
                    <a:pt x="33" y="72"/>
                    <a:pt x="19" y="78"/>
                    <a:pt x="18" y="78"/>
                  </a:cubicBezTo>
                  <a:cubicBezTo>
                    <a:pt x="18" y="78"/>
                    <a:pt x="17" y="77"/>
                    <a:pt x="17" y="77"/>
                  </a:cubicBezTo>
                  <a:cubicBezTo>
                    <a:pt x="17" y="64"/>
                    <a:pt x="29" y="66"/>
                    <a:pt x="38" y="61"/>
                  </a:cubicBezTo>
                  <a:cubicBezTo>
                    <a:pt x="40" y="62"/>
                    <a:pt x="41" y="62"/>
                    <a:pt x="43" y="62"/>
                  </a:cubicBezTo>
                  <a:cubicBezTo>
                    <a:pt x="43" y="61"/>
                    <a:pt x="46" y="62"/>
                    <a:pt x="46" y="62"/>
                  </a:cubicBezTo>
                  <a:cubicBezTo>
                    <a:pt x="46" y="61"/>
                    <a:pt x="53" y="60"/>
                    <a:pt x="53" y="60"/>
                  </a:cubicBezTo>
                  <a:cubicBezTo>
                    <a:pt x="57" y="58"/>
                    <a:pt x="61" y="62"/>
                    <a:pt x="65" y="60"/>
                  </a:cubicBezTo>
                  <a:cubicBezTo>
                    <a:pt x="65" y="60"/>
                    <a:pt x="68" y="60"/>
                    <a:pt x="69" y="61"/>
                  </a:cubicBezTo>
                  <a:cubicBezTo>
                    <a:pt x="70" y="59"/>
                    <a:pt x="79" y="62"/>
                    <a:pt x="80" y="60"/>
                  </a:cubicBezTo>
                  <a:cubicBezTo>
                    <a:pt x="81" y="60"/>
                    <a:pt x="89" y="60"/>
                    <a:pt x="90" y="60"/>
                  </a:cubicBezTo>
                  <a:cubicBezTo>
                    <a:pt x="91" y="60"/>
                    <a:pt x="93" y="61"/>
                    <a:pt x="95" y="61"/>
                  </a:cubicBezTo>
                  <a:cubicBezTo>
                    <a:pt x="94" y="62"/>
                    <a:pt x="98" y="66"/>
                    <a:pt x="97" y="69"/>
                  </a:cubicBezTo>
                  <a:close/>
                  <a:moveTo>
                    <a:pt x="92" y="48"/>
                  </a:moveTo>
                  <a:cubicBezTo>
                    <a:pt x="84" y="44"/>
                    <a:pt x="59" y="48"/>
                    <a:pt x="57" y="46"/>
                  </a:cubicBezTo>
                  <a:cubicBezTo>
                    <a:pt x="54" y="47"/>
                    <a:pt x="51" y="47"/>
                    <a:pt x="48" y="48"/>
                  </a:cubicBezTo>
                  <a:cubicBezTo>
                    <a:pt x="49" y="47"/>
                    <a:pt x="43" y="49"/>
                    <a:pt x="42" y="48"/>
                  </a:cubicBezTo>
                  <a:cubicBezTo>
                    <a:pt x="42" y="48"/>
                    <a:pt x="42" y="48"/>
                    <a:pt x="42" y="48"/>
                  </a:cubicBezTo>
                  <a:cubicBezTo>
                    <a:pt x="39" y="50"/>
                    <a:pt x="27" y="53"/>
                    <a:pt x="23" y="51"/>
                  </a:cubicBezTo>
                  <a:cubicBezTo>
                    <a:pt x="23" y="50"/>
                    <a:pt x="23" y="48"/>
                    <a:pt x="23" y="47"/>
                  </a:cubicBezTo>
                  <a:cubicBezTo>
                    <a:pt x="24" y="46"/>
                    <a:pt x="25" y="45"/>
                    <a:pt x="26" y="44"/>
                  </a:cubicBezTo>
                  <a:cubicBezTo>
                    <a:pt x="27" y="44"/>
                    <a:pt x="28" y="44"/>
                    <a:pt x="30" y="44"/>
                  </a:cubicBezTo>
                  <a:cubicBezTo>
                    <a:pt x="31" y="42"/>
                    <a:pt x="33" y="42"/>
                    <a:pt x="35" y="42"/>
                  </a:cubicBezTo>
                  <a:cubicBezTo>
                    <a:pt x="37" y="41"/>
                    <a:pt x="40" y="40"/>
                    <a:pt x="43" y="39"/>
                  </a:cubicBezTo>
                  <a:cubicBezTo>
                    <a:pt x="44" y="39"/>
                    <a:pt x="45" y="39"/>
                    <a:pt x="46" y="40"/>
                  </a:cubicBezTo>
                  <a:cubicBezTo>
                    <a:pt x="48" y="39"/>
                    <a:pt x="51" y="39"/>
                    <a:pt x="52" y="38"/>
                  </a:cubicBezTo>
                  <a:cubicBezTo>
                    <a:pt x="52" y="38"/>
                    <a:pt x="54" y="39"/>
                    <a:pt x="54" y="39"/>
                  </a:cubicBezTo>
                  <a:cubicBezTo>
                    <a:pt x="55" y="39"/>
                    <a:pt x="64" y="38"/>
                    <a:pt x="64" y="37"/>
                  </a:cubicBezTo>
                  <a:cubicBezTo>
                    <a:pt x="67" y="37"/>
                    <a:pt x="77" y="38"/>
                    <a:pt x="78" y="39"/>
                  </a:cubicBezTo>
                  <a:cubicBezTo>
                    <a:pt x="79" y="38"/>
                    <a:pt x="84" y="39"/>
                    <a:pt x="84" y="39"/>
                  </a:cubicBezTo>
                  <a:cubicBezTo>
                    <a:pt x="85" y="39"/>
                    <a:pt x="95" y="39"/>
                    <a:pt x="96" y="40"/>
                  </a:cubicBezTo>
                  <a:cubicBezTo>
                    <a:pt x="98" y="41"/>
                    <a:pt x="96" y="45"/>
                    <a:pt x="97" y="46"/>
                  </a:cubicBezTo>
                  <a:cubicBezTo>
                    <a:pt x="97" y="46"/>
                    <a:pt x="93" y="49"/>
                    <a:pt x="92" y="48"/>
                  </a:cubicBezTo>
                  <a:close/>
                  <a:moveTo>
                    <a:pt x="97" y="25"/>
                  </a:moveTo>
                  <a:cubicBezTo>
                    <a:pt x="91" y="29"/>
                    <a:pt x="82" y="22"/>
                    <a:pt x="78" y="24"/>
                  </a:cubicBezTo>
                  <a:cubicBezTo>
                    <a:pt x="75" y="25"/>
                    <a:pt x="70" y="24"/>
                    <a:pt x="66" y="25"/>
                  </a:cubicBezTo>
                  <a:cubicBezTo>
                    <a:pt x="65" y="25"/>
                    <a:pt x="64" y="25"/>
                    <a:pt x="63" y="25"/>
                  </a:cubicBezTo>
                  <a:cubicBezTo>
                    <a:pt x="62" y="25"/>
                    <a:pt x="57" y="26"/>
                    <a:pt x="56" y="26"/>
                  </a:cubicBezTo>
                  <a:cubicBezTo>
                    <a:pt x="55" y="26"/>
                    <a:pt x="55" y="25"/>
                    <a:pt x="54" y="25"/>
                  </a:cubicBezTo>
                  <a:cubicBezTo>
                    <a:pt x="50" y="26"/>
                    <a:pt x="48" y="27"/>
                    <a:pt x="42" y="27"/>
                  </a:cubicBezTo>
                  <a:cubicBezTo>
                    <a:pt x="41" y="27"/>
                    <a:pt x="41" y="28"/>
                    <a:pt x="40" y="28"/>
                  </a:cubicBezTo>
                  <a:cubicBezTo>
                    <a:pt x="30" y="29"/>
                    <a:pt x="30" y="29"/>
                    <a:pt x="30" y="29"/>
                  </a:cubicBezTo>
                  <a:cubicBezTo>
                    <a:pt x="28" y="29"/>
                    <a:pt x="26" y="26"/>
                    <a:pt x="25" y="26"/>
                  </a:cubicBezTo>
                  <a:cubicBezTo>
                    <a:pt x="25" y="24"/>
                    <a:pt x="26" y="25"/>
                    <a:pt x="27" y="24"/>
                  </a:cubicBezTo>
                  <a:cubicBezTo>
                    <a:pt x="29" y="23"/>
                    <a:pt x="29" y="22"/>
                    <a:pt x="31" y="21"/>
                  </a:cubicBezTo>
                  <a:cubicBezTo>
                    <a:pt x="33" y="21"/>
                    <a:pt x="33" y="21"/>
                    <a:pt x="33" y="21"/>
                  </a:cubicBezTo>
                  <a:cubicBezTo>
                    <a:pt x="35" y="20"/>
                    <a:pt x="38" y="20"/>
                    <a:pt x="42" y="18"/>
                  </a:cubicBezTo>
                  <a:cubicBezTo>
                    <a:pt x="42" y="17"/>
                    <a:pt x="45" y="18"/>
                    <a:pt x="46" y="18"/>
                  </a:cubicBezTo>
                  <a:cubicBezTo>
                    <a:pt x="46" y="17"/>
                    <a:pt x="50" y="17"/>
                    <a:pt x="51" y="17"/>
                  </a:cubicBezTo>
                  <a:cubicBezTo>
                    <a:pt x="53" y="16"/>
                    <a:pt x="59" y="17"/>
                    <a:pt x="61" y="17"/>
                  </a:cubicBezTo>
                  <a:cubicBezTo>
                    <a:pt x="64" y="16"/>
                    <a:pt x="66" y="17"/>
                    <a:pt x="67" y="18"/>
                  </a:cubicBezTo>
                  <a:cubicBezTo>
                    <a:pt x="70" y="18"/>
                    <a:pt x="74" y="17"/>
                    <a:pt x="75" y="17"/>
                  </a:cubicBezTo>
                  <a:cubicBezTo>
                    <a:pt x="77" y="16"/>
                    <a:pt x="79" y="18"/>
                    <a:pt x="80" y="17"/>
                  </a:cubicBezTo>
                  <a:cubicBezTo>
                    <a:pt x="80" y="17"/>
                    <a:pt x="80" y="17"/>
                    <a:pt x="80" y="16"/>
                  </a:cubicBezTo>
                  <a:cubicBezTo>
                    <a:pt x="81" y="16"/>
                    <a:pt x="83" y="17"/>
                    <a:pt x="83" y="17"/>
                  </a:cubicBezTo>
                  <a:cubicBezTo>
                    <a:pt x="83" y="17"/>
                    <a:pt x="88" y="16"/>
                    <a:pt x="89" y="17"/>
                  </a:cubicBezTo>
                  <a:cubicBezTo>
                    <a:pt x="89" y="17"/>
                    <a:pt x="94" y="18"/>
                    <a:pt x="95" y="18"/>
                  </a:cubicBezTo>
                  <a:cubicBezTo>
                    <a:pt x="96" y="18"/>
                    <a:pt x="96" y="19"/>
                    <a:pt x="96" y="18"/>
                  </a:cubicBezTo>
                  <a:cubicBezTo>
                    <a:pt x="97" y="19"/>
                    <a:pt x="98" y="19"/>
                    <a:pt x="99" y="20"/>
                  </a:cubicBezTo>
                  <a:cubicBezTo>
                    <a:pt x="99" y="22"/>
                    <a:pt x="98" y="23"/>
                    <a:pt x="97" y="25"/>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40" name="Freeform 16"/>
            <p:cNvSpPr/>
            <p:nvPr/>
          </p:nvSpPr>
          <p:spPr bwMode="auto">
            <a:xfrm>
              <a:off x="1943554" y="6403755"/>
              <a:ext cx="32185" cy="52512"/>
            </a:xfrm>
            <a:custGeom>
              <a:avLst/>
              <a:gdLst>
                <a:gd name="T0" fmla="*/ 6 w 24"/>
                <a:gd name="T1" fmla="*/ 0 h 39"/>
                <a:gd name="T2" fmla="*/ 8 w 24"/>
                <a:gd name="T3" fmla="*/ 0 h 39"/>
                <a:gd name="T4" fmla="*/ 8 w 24"/>
                <a:gd name="T5" fmla="*/ 1 h 39"/>
                <a:gd name="T6" fmla="*/ 13 w 24"/>
                <a:gd name="T7" fmla="*/ 16 h 39"/>
                <a:gd name="T8" fmla="*/ 16 w 24"/>
                <a:gd name="T9" fmla="*/ 18 h 39"/>
                <a:gd name="T10" fmla="*/ 17 w 24"/>
                <a:gd name="T11" fmla="*/ 18 h 39"/>
                <a:gd name="T12" fmla="*/ 23 w 24"/>
                <a:gd name="T13" fmla="*/ 15 h 39"/>
                <a:gd name="T14" fmla="*/ 24 w 24"/>
                <a:gd name="T15" fmla="*/ 25 h 39"/>
                <a:gd name="T16" fmla="*/ 24 w 24"/>
                <a:gd name="T17" fmla="*/ 33 h 39"/>
                <a:gd name="T18" fmla="*/ 21 w 24"/>
                <a:gd name="T19" fmla="*/ 37 h 39"/>
                <a:gd name="T20" fmla="*/ 18 w 24"/>
                <a:gd name="T21" fmla="*/ 39 h 39"/>
                <a:gd name="T22" fmla="*/ 3 w 24"/>
                <a:gd name="T23" fmla="*/ 26 h 39"/>
                <a:gd name="T24" fmla="*/ 3 w 24"/>
                <a:gd name="T25" fmla="*/ 24 h 39"/>
                <a:gd name="T26" fmla="*/ 1 w 24"/>
                <a:gd name="T27" fmla="*/ 20 h 39"/>
                <a:gd name="T28" fmla="*/ 2 w 24"/>
                <a:gd name="T29" fmla="*/ 17 h 39"/>
                <a:gd name="T30" fmla="*/ 0 w 24"/>
                <a:gd name="T31" fmla="*/ 10 h 39"/>
                <a:gd name="T32" fmla="*/ 3 w 24"/>
                <a:gd name="T33" fmla="*/ 5 h 39"/>
                <a:gd name="T34" fmla="*/ 6 w 24"/>
                <a:gd name="T3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9">
                  <a:moveTo>
                    <a:pt x="6" y="0"/>
                  </a:moveTo>
                  <a:cubicBezTo>
                    <a:pt x="7" y="0"/>
                    <a:pt x="7" y="0"/>
                    <a:pt x="8" y="0"/>
                  </a:cubicBezTo>
                  <a:cubicBezTo>
                    <a:pt x="8" y="1"/>
                    <a:pt x="8" y="1"/>
                    <a:pt x="8" y="1"/>
                  </a:cubicBezTo>
                  <a:cubicBezTo>
                    <a:pt x="5" y="5"/>
                    <a:pt x="12" y="13"/>
                    <a:pt x="13" y="16"/>
                  </a:cubicBezTo>
                  <a:cubicBezTo>
                    <a:pt x="14" y="17"/>
                    <a:pt x="15" y="16"/>
                    <a:pt x="16" y="18"/>
                  </a:cubicBezTo>
                  <a:cubicBezTo>
                    <a:pt x="16" y="18"/>
                    <a:pt x="17" y="18"/>
                    <a:pt x="17" y="18"/>
                  </a:cubicBezTo>
                  <a:cubicBezTo>
                    <a:pt x="18" y="16"/>
                    <a:pt x="21" y="15"/>
                    <a:pt x="23" y="15"/>
                  </a:cubicBezTo>
                  <a:cubicBezTo>
                    <a:pt x="24" y="19"/>
                    <a:pt x="20" y="21"/>
                    <a:pt x="24" y="25"/>
                  </a:cubicBezTo>
                  <a:cubicBezTo>
                    <a:pt x="24" y="28"/>
                    <a:pt x="24" y="30"/>
                    <a:pt x="24" y="33"/>
                  </a:cubicBezTo>
                  <a:cubicBezTo>
                    <a:pt x="23" y="34"/>
                    <a:pt x="22" y="36"/>
                    <a:pt x="21" y="37"/>
                  </a:cubicBezTo>
                  <a:cubicBezTo>
                    <a:pt x="20" y="38"/>
                    <a:pt x="19" y="38"/>
                    <a:pt x="18" y="39"/>
                  </a:cubicBezTo>
                  <a:cubicBezTo>
                    <a:pt x="12" y="37"/>
                    <a:pt x="6" y="31"/>
                    <a:pt x="3" y="26"/>
                  </a:cubicBezTo>
                  <a:cubicBezTo>
                    <a:pt x="3" y="26"/>
                    <a:pt x="4" y="25"/>
                    <a:pt x="3" y="24"/>
                  </a:cubicBezTo>
                  <a:cubicBezTo>
                    <a:pt x="3" y="23"/>
                    <a:pt x="2" y="21"/>
                    <a:pt x="1" y="20"/>
                  </a:cubicBezTo>
                  <a:cubicBezTo>
                    <a:pt x="1" y="19"/>
                    <a:pt x="2" y="18"/>
                    <a:pt x="2" y="17"/>
                  </a:cubicBezTo>
                  <a:cubicBezTo>
                    <a:pt x="1" y="15"/>
                    <a:pt x="0" y="13"/>
                    <a:pt x="0" y="10"/>
                  </a:cubicBezTo>
                  <a:cubicBezTo>
                    <a:pt x="1" y="9"/>
                    <a:pt x="2" y="7"/>
                    <a:pt x="3" y="5"/>
                  </a:cubicBezTo>
                  <a:cubicBezTo>
                    <a:pt x="4" y="3"/>
                    <a:pt x="4" y="2"/>
                    <a:pt x="6" y="0"/>
                  </a:cubicBez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grpSp>
      <p:sp>
        <p:nvSpPr>
          <p:cNvPr id="42" name="矩形: 圆角 41"/>
          <p:cNvSpPr/>
          <p:nvPr userDrawn="1"/>
        </p:nvSpPr>
        <p:spPr>
          <a:xfrm>
            <a:off x="1074556" y="1384463"/>
            <a:ext cx="1203325" cy="452321"/>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p:cNvSpPr/>
          <p:nvPr userDrawn="1"/>
        </p:nvSpPr>
        <p:spPr>
          <a:xfrm>
            <a:off x="1872409" y="1629502"/>
            <a:ext cx="752680" cy="357887"/>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p:cNvSpPr/>
          <p:nvPr userDrawn="1"/>
        </p:nvSpPr>
        <p:spPr>
          <a:xfrm>
            <a:off x="2403745" y="1930963"/>
            <a:ext cx="872855" cy="139609"/>
          </a:xfrm>
          <a:prstGeom prst="roundRect">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240725" y="3773521"/>
            <a:ext cx="142876" cy="110351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417500" y="3773521"/>
            <a:ext cx="72000" cy="110351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4569900" y="3724990"/>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汇报人</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49" name="文本框 48"/>
          <p:cNvSpPr txBox="1"/>
          <p:nvPr/>
        </p:nvSpPr>
        <p:spPr>
          <a:xfrm>
            <a:off x="4569900" y="4125100"/>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汇报单位</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50" name="文本框 49"/>
          <p:cNvSpPr txBox="1"/>
          <p:nvPr/>
        </p:nvSpPr>
        <p:spPr>
          <a:xfrm>
            <a:off x="4569900" y="4507707"/>
            <a:ext cx="1266825" cy="369332"/>
          </a:xfrm>
          <a:prstGeom prst="rect">
            <a:avLst/>
          </a:prstGeom>
          <a:noFill/>
        </p:spPr>
        <p:txBody>
          <a:bodyPr wrap="square" rtlCol="0">
            <a:spAutoFit/>
          </a:bodyPr>
          <a:lstStyle/>
          <a:p>
            <a:pPr algn="dist"/>
            <a:r>
              <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rPr>
              <a:t>汇报日期</a:t>
            </a:r>
            <a:endParaRPr lang="zh-CN" altLang="en-US"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cxnSp>
        <p:nvCxnSpPr>
          <p:cNvPr id="51" name="直接连接符 50"/>
          <p:cNvCxnSpPr/>
          <p:nvPr/>
        </p:nvCxnSpPr>
        <p:spPr>
          <a:xfrm>
            <a:off x="5836725" y="4027647"/>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5836725" y="4427631"/>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836725" y="4827615"/>
            <a:ext cx="2114550" cy="0"/>
          </a:xfrm>
          <a:prstGeom prst="line">
            <a:avLst/>
          </a:prstGeom>
          <a:ln>
            <a:solidFill>
              <a:schemeClr val="bg2">
                <a:lumMod val="9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55" name="文本占位符 54"/>
          <p:cNvSpPr>
            <a:spLocks noGrp="1"/>
          </p:cNvSpPr>
          <p:nvPr userDrawn="1">
            <p:ph type="body" sz="quarter" idx="10" hasCustomPrompt="1"/>
          </p:nvPr>
        </p:nvSpPr>
        <p:spPr>
          <a:xfrm>
            <a:off x="587375" y="2566453"/>
            <a:ext cx="11017250" cy="606425"/>
          </a:xfrm>
        </p:spPr>
        <p:txBody>
          <a:bodyPr>
            <a:normAutofit/>
          </a:bodyPr>
          <a:lstStyle>
            <a:lvl1pPr marL="0" indent="0" algn="ctr">
              <a:lnSpc>
                <a:spcPct val="100000"/>
              </a:lnSpc>
              <a:spcBef>
                <a:spcPts val="0"/>
              </a:spcBef>
              <a:buNone/>
              <a:defRPr sz="3200" b="1">
                <a:solidFill>
                  <a:schemeClr val="accent6">
                    <a:lumMod val="7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a:t>
            </a:r>
            <a:r>
              <a:rPr lang="en-US" altLang="zh-CN" dirty="0">
                <a:latin typeface="Microsoft YaHei"/>
              </a:rPr>
              <a:t>PPT</a:t>
            </a:r>
            <a:r>
              <a:rPr lang="zh-CN" altLang="en-US" dirty="0">
                <a:latin typeface="Microsoft YaHei"/>
              </a:rPr>
              <a:t>标题内容文本</a:t>
            </a:r>
            <a:endParaRPr lang="zh-CN" altLang="en-US" dirty="0"/>
          </a:p>
        </p:txBody>
      </p:sp>
      <p:sp>
        <p:nvSpPr>
          <p:cNvPr id="57" name="文本占位符 56"/>
          <p:cNvSpPr>
            <a:spLocks noGrp="1"/>
          </p:cNvSpPr>
          <p:nvPr userDrawn="1">
            <p:ph type="body" sz="quarter" idx="11" hasCustomPrompt="1"/>
          </p:nvPr>
        </p:nvSpPr>
        <p:spPr>
          <a:xfrm>
            <a:off x="5951537" y="3756236"/>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10800040101010101" pitchFamily="2" charset="-122"/>
                <a:ea typeface="Microsoft YaHei" panose="02010800040101010101" pitchFamily="2" charset="-122"/>
              </a:defRPr>
            </a:lvl1pPr>
          </a:lstStyle>
          <a:p>
            <a:pPr lvl="0"/>
            <a:r>
              <a:rPr lang="zh-CN" altLang="en-US" dirty="0">
                <a:latin typeface="Microsoft YaHei"/>
              </a:rPr>
              <a:t>插入姓名</a:t>
            </a:r>
            <a:endParaRPr lang="zh-CN" altLang="en-US" dirty="0"/>
          </a:p>
        </p:txBody>
      </p:sp>
      <p:sp>
        <p:nvSpPr>
          <p:cNvPr id="58" name="文本占位符 56"/>
          <p:cNvSpPr>
            <a:spLocks noGrp="1"/>
          </p:cNvSpPr>
          <p:nvPr userDrawn="1">
            <p:ph type="body" sz="quarter" idx="12" hasCustomPrompt="1"/>
          </p:nvPr>
        </p:nvSpPr>
        <p:spPr>
          <a:xfrm>
            <a:off x="5951537" y="4149629"/>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插入单位名称</a:t>
            </a:r>
            <a:endParaRPr lang="zh-CN" altLang="en-US" dirty="0"/>
          </a:p>
        </p:txBody>
      </p:sp>
      <p:sp>
        <p:nvSpPr>
          <p:cNvPr id="59" name="文本占位符 56"/>
          <p:cNvSpPr>
            <a:spLocks noGrp="1"/>
          </p:cNvSpPr>
          <p:nvPr userDrawn="1">
            <p:ph type="body" sz="quarter" idx="13" hasCustomPrompt="1"/>
          </p:nvPr>
        </p:nvSpPr>
        <p:spPr>
          <a:xfrm>
            <a:off x="5951537" y="4543021"/>
            <a:ext cx="2114549" cy="254000"/>
          </a:xfrm>
        </p:spPr>
        <p:txBody>
          <a:bodyPr>
            <a:noAutofit/>
          </a:bodyPr>
          <a:lstStyle>
            <a:lvl1pPr marL="0" indent="0">
              <a:lnSpc>
                <a:spcPct val="100000"/>
              </a:lnSpc>
              <a:spcBef>
                <a:spcPts val="0"/>
              </a:spcBef>
              <a:buNone/>
              <a:defRPr sz="1800">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插入具体日期</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页-红">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1" name="任意多边形: 形状 20"/>
          <p:cNvSpPr/>
          <p:nvPr userDrawn="1"/>
        </p:nvSpPr>
        <p:spPr>
          <a:xfrm>
            <a:off x="0" y="0"/>
            <a:ext cx="12192000" cy="6858000"/>
          </a:xfrm>
          <a:custGeom>
            <a:avLst/>
            <a:gdLst>
              <a:gd name="connsiteX0" fmla="*/ 6223018 w 12192000"/>
              <a:gd name="connsiteY0" fmla="*/ 902473 h 6858000"/>
              <a:gd name="connsiteX1" fmla="*/ 5314950 w 12192000"/>
              <a:gd name="connsiteY1" fmla="*/ 1810541 h 6858000"/>
              <a:gd name="connsiteX2" fmla="*/ 5314950 w 12192000"/>
              <a:gd name="connsiteY2" fmla="*/ 3902848 h 6858000"/>
              <a:gd name="connsiteX3" fmla="*/ 5314950 w 12192000"/>
              <a:gd name="connsiteY3" fmla="*/ 5442705 h 6858000"/>
              <a:gd name="connsiteX4" fmla="*/ 5314950 w 12192000"/>
              <a:gd name="connsiteY4" fmla="*/ 6350773 h 6858000"/>
              <a:gd name="connsiteX5" fmla="*/ 6223018 w 12192000"/>
              <a:gd name="connsiteY5" fmla="*/ 6350773 h 6858000"/>
              <a:gd name="connsiteX6" fmla="*/ 7296150 w 12192000"/>
              <a:gd name="connsiteY6" fmla="*/ 6350773 h 6858000"/>
              <a:gd name="connsiteX7" fmla="*/ 10696557 w 12192000"/>
              <a:gd name="connsiteY7" fmla="*/ 6350773 h 6858000"/>
              <a:gd name="connsiteX8" fmla="*/ 11604625 w 12192000"/>
              <a:gd name="connsiteY8" fmla="*/ 5442705 h 6858000"/>
              <a:gd name="connsiteX9" fmla="*/ 11604625 w 12192000"/>
              <a:gd name="connsiteY9" fmla="*/ 2352675 h 6858000"/>
              <a:gd name="connsiteX10" fmla="*/ 11604625 w 12192000"/>
              <a:gd name="connsiteY10" fmla="*/ 1810541 h 6858000"/>
              <a:gd name="connsiteX11" fmla="*/ 11604625 w 12192000"/>
              <a:gd name="connsiteY11" fmla="*/ 902473 h 6858000"/>
              <a:gd name="connsiteX12" fmla="*/ 10696557 w 12192000"/>
              <a:gd name="connsiteY12" fmla="*/ 902473 h 6858000"/>
              <a:gd name="connsiteX13" fmla="*/ 7600950 w 12192000"/>
              <a:gd name="connsiteY13" fmla="*/ 902473 h 6858000"/>
              <a:gd name="connsiteX14" fmla="*/ 0 w 12192000"/>
              <a:gd name="connsiteY14" fmla="*/ 0 h 6858000"/>
              <a:gd name="connsiteX15" fmla="*/ 12192000 w 12192000"/>
              <a:gd name="connsiteY15" fmla="*/ 0 h 6858000"/>
              <a:gd name="connsiteX16" fmla="*/ 12192000 w 12192000"/>
              <a:gd name="connsiteY16" fmla="*/ 6858000 h 6858000"/>
              <a:gd name="connsiteX17" fmla="*/ 0 w 12192000"/>
              <a:gd name="connsiteY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6223018" y="902473"/>
                </a:moveTo>
                <a:cubicBezTo>
                  <a:pt x="5721506" y="902473"/>
                  <a:pt x="5314950" y="1309029"/>
                  <a:pt x="5314950" y="1810541"/>
                </a:cubicBezTo>
                <a:lnTo>
                  <a:pt x="5314950" y="3902848"/>
                </a:lnTo>
                <a:lnTo>
                  <a:pt x="5314950" y="5442705"/>
                </a:lnTo>
                <a:lnTo>
                  <a:pt x="5314950" y="6350773"/>
                </a:lnTo>
                <a:lnTo>
                  <a:pt x="6223018" y="6350773"/>
                </a:lnTo>
                <a:lnTo>
                  <a:pt x="7296150" y="6350773"/>
                </a:lnTo>
                <a:lnTo>
                  <a:pt x="10696557" y="6350773"/>
                </a:lnTo>
                <a:cubicBezTo>
                  <a:pt x="11198069" y="6350773"/>
                  <a:pt x="11604625" y="5944217"/>
                  <a:pt x="11604625" y="5442705"/>
                </a:cubicBezTo>
                <a:lnTo>
                  <a:pt x="11604625" y="2352675"/>
                </a:lnTo>
                <a:lnTo>
                  <a:pt x="11604625" y="1810541"/>
                </a:lnTo>
                <a:lnTo>
                  <a:pt x="11604625" y="902473"/>
                </a:lnTo>
                <a:lnTo>
                  <a:pt x="10696557" y="902473"/>
                </a:lnTo>
                <a:lnTo>
                  <a:pt x="7600950" y="902473"/>
                </a:lnTo>
                <a:close/>
                <a:moveTo>
                  <a:pt x="0" y="0"/>
                </a:moveTo>
                <a:lnTo>
                  <a:pt x="12192000" y="0"/>
                </a:lnTo>
                <a:lnTo>
                  <a:pt x="12192000" y="6858000"/>
                </a:lnTo>
                <a:lnTo>
                  <a:pt x="0" y="6858000"/>
                </a:lnTo>
                <a:close/>
              </a:path>
            </a:pathLst>
          </a:cu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菱形 36"/>
          <p:cNvSpPr/>
          <p:nvPr userDrawn="1"/>
        </p:nvSpPr>
        <p:spPr>
          <a:xfrm>
            <a:off x="0" y="0"/>
            <a:ext cx="5275616" cy="6858000"/>
          </a:xfrm>
          <a:prstGeom prst="diamond">
            <a:avLst/>
          </a:prstGeom>
          <a:solidFill>
            <a:schemeClr val="accent1">
              <a:lumMod val="60000"/>
              <a:lumOff val="4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菱形 37"/>
          <p:cNvSpPr/>
          <p:nvPr userDrawn="1"/>
        </p:nvSpPr>
        <p:spPr>
          <a:xfrm>
            <a:off x="356394" y="728406"/>
            <a:ext cx="4562829" cy="5401188"/>
          </a:xfrm>
          <a:prstGeom prst="diamond">
            <a:avLst/>
          </a:prstGeom>
          <a:solidFill>
            <a:schemeClr val="accent4">
              <a:lumMod val="60000"/>
              <a:lumOff val="4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userDrawn="1"/>
        </p:nvSpPr>
        <p:spPr>
          <a:xfrm>
            <a:off x="4077042" y="39237"/>
            <a:ext cx="1770966" cy="830997"/>
          </a:xfrm>
          <a:prstGeom prst="rect">
            <a:avLst/>
          </a:prstGeom>
          <a:noFill/>
        </p:spPr>
        <p:txBody>
          <a:bodyPr wrap="square" rtlCol="0">
            <a:spAutoFit/>
          </a:bodyPr>
          <a:lstStyle/>
          <a:p>
            <a:pPr algn="dist"/>
            <a:r>
              <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rPr>
              <a:t>目录</a:t>
            </a:r>
            <a:endPar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endParaRPr>
          </a:p>
        </p:txBody>
      </p:sp>
      <p:sp>
        <p:nvSpPr>
          <p:cNvPr id="16" name="文本框 15"/>
          <p:cNvSpPr txBox="1"/>
          <p:nvPr userDrawn="1"/>
        </p:nvSpPr>
        <p:spPr>
          <a:xfrm>
            <a:off x="5988404" y="261719"/>
            <a:ext cx="3031599" cy="646331"/>
          </a:xfrm>
          <a:prstGeom prst="rect">
            <a:avLst/>
          </a:prstGeom>
          <a:noFill/>
        </p:spPr>
        <p:txBody>
          <a:bodyPr wrap="none" rtlCol="0">
            <a:spAutoFit/>
          </a:bodyPr>
          <a:lstStyle/>
          <a:p>
            <a:r>
              <a:rPr lang="en-US" altLang="zh-CN"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rPr>
              <a:t>CONTENTS</a:t>
            </a:r>
            <a:endParaRPr lang="zh-CN" altLang="en-US"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endParaRPr>
          </a:p>
        </p:txBody>
      </p:sp>
      <p:sp>
        <p:nvSpPr>
          <p:cNvPr id="10" name="矩形: 圆角 9"/>
          <p:cNvSpPr/>
          <p:nvPr userDrawn="1"/>
        </p:nvSpPr>
        <p:spPr>
          <a:xfrm>
            <a:off x="5848007" y="1504666"/>
            <a:ext cx="676617" cy="365125"/>
          </a:xfrm>
          <a:prstGeom prst="roundRect">
            <a:avLst/>
          </a:prstGeom>
          <a:gradFill flip="none" rotWithShape="1">
            <a:gsLst>
              <a:gs pos="0">
                <a:srgbClr val="F5A01B"/>
              </a:gs>
              <a:gs pos="80000">
                <a:srgbClr val="D8001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01</a:t>
            </a:r>
            <a:endParaRPr lang="zh-CN" altLang="en-US" sz="2800" dirty="0">
              <a:latin typeface="Microsoft YaHei" panose="020B0806030902050204" pitchFamily="34" charset="0"/>
            </a:endParaRPr>
          </a:p>
        </p:txBody>
      </p:sp>
      <p:sp>
        <p:nvSpPr>
          <p:cNvPr id="12" name="文本占位符 11"/>
          <p:cNvSpPr>
            <a:spLocks noGrp="1"/>
          </p:cNvSpPr>
          <p:nvPr>
            <p:ph type="body" sz="quarter" idx="13" hasCustomPrompt="1"/>
          </p:nvPr>
        </p:nvSpPr>
        <p:spPr>
          <a:xfrm>
            <a:off x="6648450" y="1504950"/>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2" name="矩形: 圆角 21"/>
          <p:cNvSpPr/>
          <p:nvPr userDrawn="1"/>
        </p:nvSpPr>
        <p:spPr>
          <a:xfrm>
            <a:off x="5848007" y="3094934"/>
            <a:ext cx="676617" cy="365125"/>
          </a:xfrm>
          <a:prstGeom prst="roundRect">
            <a:avLst/>
          </a:prstGeom>
          <a:gradFill flip="none" rotWithShape="1">
            <a:gsLst>
              <a:gs pos="0">
                <a:srgbClr val="F5A01B"/>
              </a:gs>
              <a:gs pos="80000">
                <a:srgbClr val="D8001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03</a:t>
            </a:r>
            <a:endParaRPr lang="zh-CN" altLang="en-US" sz="2800" dirty="0">
              <a:latin typeface="Microsoft YaHei" panose="020B0806030902050204" pitchFamily="34" charset="0"/>
            </a:endParaRPr>
          </a:p>
        </p:txBody>
      </p:sp>
      <p:sp>
        <p:nvSpPr>
          <p:cNvPr id="23" name="文本占位符 11"/>
          <p:cNvSpPr>
            <a:spLocks noGrp="1"/>
          </p:cNvSpPr>
          <p:nvPr>
            <p:ph type="body" sz="quarter" idx="14" hasCustomPrompt="1"/>
          </p:nvPr>
        </p:nvSpPr>
        <p:spPr>
          <a:xfrm>
            <a:off x="6648450" y="3097304"/>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4" name="矩形: 圆角 23"/>
          <p:cNvSpPr/>
          <p:nvPr userDrawn="1"/>
        </p:nvSpPr>
        <p:spPr>
          <a:xfrm>
            <a:off x="5848007" y="2299800"/>
            <a:ext cx="676617" cy="365125"/>
          </a:xfrm>
          <a:prstGeom prst="roundRect">
            <a:avLst/>
          </a:prstGeom>
          <a:gradFill flip="none" rotWithShape="1">
            <a:gsLst>
              <a:gs pos="0">
                <a:srgbClr val="F5A01B"/>
              </a:gs>
              <a:gs pos="80000">
                <a:srgbClr val="D8001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02</a:t>
            </a:r>
            <a:endParaRPr lang="zh-CN" altLang="en-US" sz="2800" dirty="0">
              <a:latin typeface="Microsoft YaHei" panose="020B0806030902050204" pitchFamily="34" charset="0"/>
            </a:endParaRPr>
          </a:p>
        </p:txBody>
      </p:sp>
      <p:sp>
        <p:nvSpPr>
          <p:cNvPr id="25" name="文本占位符 11"/>
          <p:cNvSpPr>
            <a:spLocks noGrp="1"/>
          </p:cNvSpPr>
          <p:nvPr>
            <p:ph type="body" sz="quarter" idx="15" hasCustomPrompt="1"/>
          </p:nvPr>
        </p:nvSpPr>
        <p:spPr>
          <a:xfrm>
            <a:off x="6648450" y="2301127"/>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6" name="矩形: 圆角 25"/>
          <p:cNvSpPr/>
          <p:nvPr userDrawn="1"/>
        </p:nvSpPr>
        <p:spPr>
          <a:xfrm>
            <a:off x="5848007" y="3890068"/>
            <a:ext cx="676617" cy="365125"/>
          </a:xfrm>
          <a:prstGeom prst="roundRect">
            <a:avLst/>
          </a:prstGeom>
          <a:gradFill flip="none" rotWithShape="1">
            <a:gsLst>
              <a:gs pos="0">
                <a:srgbClr val="F5A01B"/>
              </a:gs>
              <a:gs pos="80000">
                <a:srgbClr val="D8001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04</a:t>
            </a:r>
            <a:endParaRPr lang="zh-CN" altLang="en-US" sz="2800" dirty="0">
              <a:latin typeface="Microsoft YaHei" panose="020B0806030902050204" pitchFamily="34" charset="0"/>
            </a:endParaRPr>
          </a:p>
        </p:txBody>
      </p:sp>
      <p:sp>
        <p:nvSpPr>
          <p:cNvPr id="27" name="文本占位符 11"/>
          <p:cNvSpPr>
            <a:spLocks noGrp="1"/>
          </p:cNvSpPr>
          <p:nvPr>
            <p:ph type="body" sz="quarter" idx="16" hasCustomPrompt="1"/>
          </p:nvPr>
        </p:nvSpPr>
        <p:spPr>
          <a:xfrm>
            <a:off x="6648450" y="3893481"/>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8" name="矩形: 圆角 27"/>
          <p:cNvSpPr/>
          <p:nvPr userDrawn="1"/>
        </p:nvSpPr>
        <p:spPr>
          <a:xfrm>
            <a:off x="5848007" y="5480335"/>
            <a:ext cx="676617" cy="365125"/>
          </a:xfrm>
          <a:prstGeom prst="roundRect">
            <a:avLst/>
          </a:prstGeom>
          <a:gradFill flip="none" rotWithShape="1">
            <a:gsLst>
              <a:gs pos="0">
                <a:srgbClr val="F5A01B"/>
              </a:gs>
              <a:gs pos="80000">
                <a:srgbClr val="D8001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06</a:t>
            </a:r>
            <a:endParaRPr lang="zh-CN" altLang="en-US" sz="2800" dirty="0">
              <a:latin typeface="Microsoft YaHei" panose="020B0806030902050204" pitchFamily="34" charset="0"/>
            </a:endParaRPr>
          </a:p>
        </p:txBody>
      </p:sp>
      <p:sp>
        <p:nvSpPr>
          <p:cNvPr id="29" name="文本占位符 11"/>
          <p:cNvSpPr>
            <a:spLocks noGrp="1"/>
          </p:cNvSpPr>
          <p:nvPr>
            <p:ph type="body" sz="quarter" idx="17" hasCustomPrompt="1"/>
          </p:nvPr>
        </p:nvSpPr>
        <p:spPr>
          <a:xfrm>
            <a:off x="6648450" y="5485833"/>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0" name="矩形: 圆角 29"/>
          <p:cNvSpPr/>
          <p:nvPr userDrawn="1"/>
        </p:nvSpPr>
        <p:spPr>
          <a:xfrm>
            <a:off x="5848007" y="4685202"/>
            <a:ext cx="676617" cy="365125"/>
          </a:xfrm>
          <a:prstGeom prst="roundRect">
            <a:avLst/>
          </a:prstGeom>
          <a:gradFill flip="none" rotWithShape="1">
            <a:gsLst>
              <a:gs pos="0">
                <a:srgbClr val="F5A01B"/>
              </a:gs>
              <a:gs pos="80000">
                <a:srgbClr val="D8001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05</a:t>
            </a:r>
            <a:endParaRPr lang="zh-CN" altLang="en-US" sz="2800" dirty="0">
              <a:latin typeface="Microsoft YaHei" panose="020B0806030902050204" pitchFamily="34" charset="0"/>
            </a:endParaRPr>
          </a:p>
        </p:txBody>
      </p:sp>
      <p:sp>
        <p:nvSpPr>
          <p:cNvPr id="31" name="文本占位符 11"/>
          <p:cNvSpPr>
            <a:spLocks noGrp="1"/>
          </p:cNvSpPr>
          <p:nvPr>
            <p:ph type="body" sz="quarter" idx="18" hasCustomPrompt="1"/>
          </p:nvPr>
        </p:nvSpPr>
        <p:spPr>
          <a:xfrm>
            <a:off x="6648450" y="4689658"/>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2" name="矩形 31"/>
          <p:cNvSpPr/>
          <p:nvPr userDrawn="1"/>
        </p:nvSpPr>
        <p:spPr>
          <a:xfrm>
            <a:off x="2162175" y="908050"/>
            <a:ext cx="3600000" cy="36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userDrawn="1"/>
        </p:nvSpPr>
        <p:spPr>
          <a:xfrm>
            <a:off x="4142175" y="834234"/>
            <a:ext cx="1620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userDrawn="1"/>
        </p:nvSpPr>
        <p:spPr>
          <a:xfrm>
            <a:off x="876639" y="1344240"/>
            <a:ext cx="3522338" cy="4169521"/>
          </a:xfrm>
          <a:prstGeom prst="diamond">
            <a:avLst/>
          </a:prstGeom>
          <a:solidFill>
            <a:schemeClr val="accent4">
              <a:lumMod val="60000"/>
              <a:lumOff val="4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userDrawn="1"/>
        </p:nvSpPr>
        <p:spPr>
          <a:xfrm>
            <a:off x="1326733" y="1877033"/>
            <a:ext cx="2622150" cy="3103935"/>
          </a:xfrm>
          <a:prstGeom prst="diamond">
            <a:avLst/>
          </a:prstGeom>
          <a:solidFill>
            <a:schemeClr val="accent4">
              <a:lumMod val="60000"/>
              <a:lumOff val="4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4" name="表格 43"/>
          <p:cNvGraphicFramePr>
            <a:graphicFrameLocks noGrp="1"/>
          </p:cNvGraphicFramePr>
          <p:nvPr userDrawn="1"/>
        </p:nvGraphicFramePr>
        <p:xfrm>
          <a:off x="596900" y="4679487"/>
          <a:ext cx="4365624" cy="873588"/>
        </p:xfrm>
        <a:graphic>
          <a:graphicData uri="http://schemas.openxmlformats.org/drawingml/2006/table">
            <a:tbl>
              <a:tblPr firstRow="1" bandRow="1">
                <a:tableStyleId>{5C22544A-7EE6-4342-B048-85BDC9FD1C3A}</a:tableStyleId>
              </a:tblPr>
              <a:tblGrid>
                <a:gridCol w="545703"/>
                <a:gridCol w="545703"/>
                <a:gridCol w="545703"/>
                <a:gridCol w="545703"/>
                <a:gridCol w="545703"/>
                <a:gridCol w="545703"/>
                <a:gridCol w="545703"/>
                <a:gridCol w="545703"/>
              </a:tblGrid>
              <a:tr h="436794">
                <a:tc>
                  <a:txBody>
                    <a:bodyPr/>
                    <a:lstStyle/>
                    <a:p>
                      <a:endParaRPr lang="zh-CN" altLang="en-US" dirty="0"/>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r>
              <a:tr h="436794">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accent4">
                          <a:lumMod val="75000"/>
                        </a:schemeClr>
                      </a:solidFill>
                      <a:prstDash val="sysDashDot"/>
                      <a:round/>
                      <a:headEnd type="none" w="med" len="med"/>
                      <a:tailEnd type="none" w="med" len="med"/>
                    </a:lnL>
                    <a:lnR w="6350" cap="flat" cmpd="sng" algn="ctr">
                      <a:solidFill>
                        <a:schemeClr val="accent4">
                          <a:lumMod val="75000"/>
                        </a:schemeClr>
                      </a:solidFill>
                      <a:prstDash val="sysDashDot"/>
                      <a:round/>
                      <a:headEnd type="none" w="med" len="med"/>
                      <a:tailEnd type="none" w="med" len="med"/>
                    </a:lnR>
                    <a:lnT w="6350" cap="flat" cmpd="sng" algn="ctr">
                      <a:solidFill>
                        <a:schemeClr val="accent4">
                          <a:lumMod val="75000"/>
                        </a:schemeClr>
                      </a:solidFill>
                      <a:prstDash val="sysDashDot"/>
                      <a:round/>
                      <a:headEnd type="none" w="med" len="med"/>
                      <a:tailEnd type="none" w="med" len="med"/>
                    </a:lnT>
                    <a:lnB w="6350" cap="flat" cmpd="sng" algn="ctr">
                      <a:solidFill>
                        <a:schemeClr val="accent4">
                          <a:lumMod val="75000"/>
                        </a:schemeClr>
                      </a:solidFill>
                      <a:prstDash val="sysDashDot"/>
                      <a:round/>
                      <a:headEnd type="none" w="med" len="med"/>
                      <a:tailEnd type="none" w="med" len="med"/>
                    </a:lnB>
                    <a:lnTlToBr w="6350" cap="flat" cmpd="sng" algn="ctr">
                      <a:solidFill>
                        <a:schemeClr val="accent4">
                          <a:lumMod val="75000"/>
                        </a:schemeClr>
                      </a:solidFill>
                      <a:prstDash val="sysDashDot"/>
                      <a:round/>
                      <a:headEnd type="none" w="med" len="med"/>
                      <a:tailEnd type="none" w="med" len="med"/>
                    </a:lnTlToBr>
                    <a:lnBlToTr w="6350" cap="flat" cmpd="sng" algn="ctr">
                      <a:solidFill>
                        <a:schemeClr val="accent4">
                          <a:lumMod val="75000"/>
                        </a:schemeClr>
                      </a:solidFill>
                      <a:prstDash val="sysDashDot"/>
                      <a:round/>
                      <a:headEnd type="none" w="med" len="med"/>
                      <a:tailEnd type="none" w="med" len="med"/>
                    </a:lnBlToTr>
                    <a:noFill/>
                  </a:tcPr>
                </a:tc>
              </a:tr>
            </a:tbl>
          </a:graphicData>
        </a:graphic>
      </p:graphicFrame>
      <p:pic>
        <p:nvPicPr>
          <p:cNvPr id="45" name="图片 44"/>
          <p:cNvPicPr>
            <a:picLocks noChangeAspect="1"/>
          </p:cNvPicPr>
          <p:nvPr userDrawn="1"/>
        </p:nvPicPr>
        <p:blipFill>
          <a:blip r:embed="rId2" cstate="hq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94280"/>
            <a:ext cx="4375149" cy="1942893"/>
          </a:xfrm>
          <a:prstGeom prst="rect">
            <a:avLst/>
          </a:prstGeom>
        </p:spPr>
      </p:pic>
      <p:grpSp>
        <p:nvGrpSpPr>
          <p:cNvPr id="47" name="组合 46"/>
          <p:cNvGrpSpPr/>
          <p:nvPr userDrawn="1"/>
        </p:nvGrpSpPr>
        <p:grpSpPr>
          <a:xfrm>
            <a:off x="1191859" y="4852738"/>
            <a:ext cx="3055091" cy="528528"/>
            <a:chOff x="2149225" y="2347409"/>
            <a:chExt cx="7573400" cy="1310191"/>
          </a:xfrm>
          <a:solidFill>
            <a:schemeClr val="bg1">
              <a:lumMod val="65000"/>
            </a:schemeClr>
          </a:solidFill>
        </p:grpSpPr>
        <p:sp>
          <p:nvSpPr>
            <p:cNvPr id="48" name="Freeform 35"/>
            <p:cNvSpPr/>
            <p:nvPr/>
          </p:nvSpPr>
          <p:spPr bwMode="auto">
            <a:xfrm>
              <a:off x="4331012" y="2481501"/>
              <a:ext cx="220692" cy="195551"/>
            </a:xfrm>
            <a:custGeom>
              <a:avLst/>
              <a:gdLst>
                <a:gd name="T0" fmla="*/ 19 w 33"/>
                <a:gd name="T1" fmla="*/ 0 h 29"/>
                <a:gd name="T2" fmla="*/ 22 w 33"/>
                <a:gd name="T3" fmla="*/ 2 h 29"/>
                <a:gd name="T4" fmla="*/ 23 w 33"/>
                <a:gd name="T5" fmla="*/ 6 h 29"/>
                <a:gd name="T6" fmla="*/ 31 w 33"/>
                <a:gd name="T7" fmla="*/ 10 h 29"/>
                <a:gd name="T8" fmla="*/ 30 w 33"/>
                <a:gd name="T9" fmla="*/ 24 h 29"/>
                <a:gd name="T10" fmla="*/ 28 w 33"/>
                <a:gd name="T11" fmla="*/ 27 h 29"/>
                <a:gd name="T12" fmla="*/ 13 w 33"/>
                <a:gd name="T13" fmla="*/ 25 h 29"/>
                <a:gd name="T14" fmla="*/ 0 w 33"/>
                <a:gd name="T15" fmla="*/ 28 h 29"/>
                <a:gd name="T16" fmla="*/ 0 w 33"/>
                <a:gd name="T17" fmla="*/ 27 h 29"/>
                <a:gd name="T18" fmla="*/ 1 w 33"/>
                <a:gd name="T19" fmla="*/ 26 h 29"/>
                <a:gd name="T20" fmla="*/ 1 w 33"/>
                <a:gd name="T21" fmla="*/ 23 h 29"/>
                <a:gd name="T22" fmla="*/ 4 w 33"/>
                <a:gd name="T23" fmla="*/ 21 h 29"/>
                <a:gd name="T24" fmla="*/ 6 w 33"/>
                <a:gd name="T25" fmla="*/ 21 h 29"/>
                <a:gd name="T26" fmla="*/ 13 w 33"/>
                <a:gd name="T27" fmla="*/ 17 h 29"/>
                <a:gd name="T28" fmla="*/ 13 w 33"/>
                <a:gd name="T29" fmla="*/ 16 h 29"/>
                <a:gd name="T30" fmla="*/ 11 w 33"/>
                <a:gd name="T31" fmla="*/ 11 h 29"/>
                <a:gd name="T32" fmla="*/ 19 w 33"/>
                <a:gd name="T33"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 h="29">
                  <a:moveTo>
                    <a:pt x="19" y="0"/>
                  </a:moveTo>
                  <a:cubicBezTo>
                    <a:pt x="20" y="0"/>
                    <a:pt x="22" y="1"/>
                    <a:pt x="22" y="2"/>
                  </a:cubicBezTo>
                  <a:cubicBezTo>
                    <a:pt x="23" y="3"/>
                    <a:pt x="22" y="5"/>
                    <a:pt x="23" y="6"/>
                  </a:cubicBezTo>
                  <a:cubicBezTo>
                    <a:pt x="24" y="7"/>
                    <a:pt x="29" y="10"/>
                    <a:pt x="31" y="10"/>
                  </a:cubicBezTo>
                  <a:cubicBezTo>
                    <a:pt x="32" y="16"/>
                    <a:pt x="33" y="19"/>
                    <a:pt x="30" y="24"/>
                  </a:cubicBezTo>
                  <a:cubicBezTo>
                    <a:pt x="30" y="25"/>
                    <a:pt x="29" y="26"/>
                    <a:pt x="28" y="27"/>
                  </a:cubicBezTo>
                  <a:cubicBezTo>
                    <a:pt x="23" y="28"/>
                    <a:pt x="19" y="23"/>
                    <a:pt x="13" y="25"/>
                  </a:cubicBezTo>
                  <a:cubicBezTo>
                    <a:pt x="9" y="26"/>
                    <a:pt x="4" y="29"/>
                    <a:pt x="0" y="28"/>
                  </a:cubicBezTo>
                  <a:cubicBezTo>
                    <a:pt x="0" y="27"/>
                    <a:pt x="0" y="27"/>
                    <a:pt x="0" y="27"/>
                  </a:cubicBezTo>
                  <a:cubicBezTo>
                    <a:pt x="0" y="27"/>
                    <a:pt x="1" y="26"/>
                    <a:pt x="1" y="26"/>
                  </a:cubicBezTo>
                  <a:cubicBezTo>
                    <a:pt x="1" y="25"/>
                    <a:pt x="0" y="24"/>
                    <a:pt x="1" y="23"/>
                  </a:cubicBezTo>
                  <a:cubicBezTo>
                    <a:pt x="1" y="22"/>
                    <a:pt x="3" y="21"/>
                    <a:pt x="4" y="21"/>
                  </a:cubicBezTo>
                  <a:cubicBezTo>
                    <a:pt x="5" y="20"/>
                    <a:pt x="5" y="21"/>
                    <a:pt x="6" y="21"/>
                  </a:cubicBezTo>
                  <a:cubicBezTo>
                    <a:pt x="8" y="19"/>
                    <a:pt x="10" y="17"/>
                    <a:pt x="13" y="17"/>
                  </a:cubicBezTo>
                  <a:cubicBezTo>
                    <a:pt x="13" y="17"/>
                    <a:pt x="13" y="16"/>
                    <a:pt x="13" y="16"/>
                  </a:cubicBezTo>
                  <a:cubicBezTo>
                    <a:pt x="13" y="14"/>
                    <a:pt x="11" y="13"/>
                    <a:pt x="11" y="11"/>
                  </a:cubicBezTo>
                  <a:cubicBezTo>
                    <a:pt x="10" y="7"/>
                    <a:pt x="17" y="2"/>
                    <a:pt x="19" y="0"/>
                  </a:cubicBezTo>
                  <a:close/>
                </a:path>
              </a:pathLst>
            </a:custGeom>
            <a:grpFill/>
            <a:ln>
              <a:noFill/>
            </a:ln>
          </p:spPr>
          <p:txBody>
            <a:bodyPr vert="horz" wrap="square" lIns="91440" tIns="45720" rIns="91440" bIns="45720" numCol="1" anchor="t" anchorCtr="0" compatLnSpc="1"/>
            <a:lstStyle/>
            <a:p>
              <a:endParaRPr lang="zh-CN" altLang="en-US"/>
            </a:p>
          </p:txBody>
        </p:sp>
        <p:sp>
          <p:nvSpPr>
            <p:cNvPr id="49" name="Freeform 36"/>
            <p:cNvSpPr/>
            <p:nvPr/>
          </p:nvSpPr>
          <p:spPr bwMode="auto">
            <a:xfrm>
              <a:off x="9345492" y="2610006"/>
              <a:ext cx="377133" cy="969374"/>
            </a:xfrm>
            <a:custGeom>
              <a:avLst/>
              <a:gdLst>
                <a:gd name="T0" fmla="*/ 34 w 57"/>
                <a:gd name="T1" fmla="*/ 91 h 144"/>
                <a:gd name="T2" fmla="*/ 33 w 57"/>
                <a:gd name="T3" fmla="*/ 74 h 144"/>
                <a:gd name="T4" fmla="*/ 33 w 57"/>
                <a:gd name="T5" fmla="*/ 59 h 144"/>
                <a:gd name="T6" fmla="*/ 35 w 57"/>
                <a:gd name="T7" fmla="*/ 45 h 144"/>
                <a:gd name="T8" fmla="*/ 34 w 57"/>
                <a:gd name="T9" fmla="*/ 44 h 144"/>
                <a:gd name="T10" fmla="*/ 35 w 57"/>
                <a:gd name="T11" fmla="*/ 35 h 144"/>
                <a:gd name="T12" fmla="*/ 36 w 57"/>
                <a:gd name="T13" fmla="*/ 29 h 144"/>
                <a:gd name="T14" fmla="*/ 38 w 57"/>
                <a:gd name="T15" fmla="*/ 17 h 144"/>
                <a:gd name="T16" fmla="*/ 37 w 57"/>
                <a:gd name="T17" fmla="*/ 18 h 144"/>
                <a:gd name="T18" fmla="*/ 36 w 57"/>
                <a:gd name="T19" fmla="*/ 19 h 144"/>
                <a:gd name="T20" fmla="*/ 38 w 57"/>
                <a:gd name="T21" fmla="*/ 12 h 144"/>
                <a:gd name="T22" fmla="*/ 45 w 57"/>
                <a:gd name="T23" fmla="*/ 1 h 144"/>
                <a:gd name="T24" fmla="*/ 49 w 57"/>
                <a:gd name="T25" fmla="*/ 15 h 144"/>
                <a:gd name="T26" fmla="*/ 43 w 57"/>
                <a:gd name="T27" fmla="*/ 39 h 144"/>
                <a:gd name="T28" fmla="*/ 41 w 57"/>
                <a:gd name="T29" fmla="*/ 69 h 144"/>
                <a:gd name="T30" fmla="*/ 42 w 57"/>
                <a:gd name="T31" fmla="*/ 91 h 144"/>
                <a:gd name="T32" fmla="*/ 44 w 57"/>
                <a:gd name="T33" fmla="*/ 110 h 144"/>
                <a:gd name="T34" fmla="*/ 54 w 57"/>
                <a:gd name="T35" fmla="*/ 124 h 144"/>
                <a:gd name="T36" fmla="*/ 55 w 57"/>
                <a:gd name="T37" fmla="*/ 141 h 144"/>
                <a:gd name="T38" fmla="*/ 38 w 57"/>
                <a:gd name="T39" fmla="*/ 135 h 144"/>
                <a:gd name="T40" fmla="*/ 27 w 57"/>
                <a:gd name="T41" fmla="*/ 133 h 144"/>
                <a:gd name="T42" fmla="*/ 25 w 57"/>
                <a:gd name="T43" fmla="*/ 132 h 144"/>
                <a:gd name="T44" fmla="*/ 20 w 57"/>
                <a:gd name="T45" fmla="*/ 130 h 144"/>
                <a:gd name="T46" fmla="*/ 14 w 57"/>
                <a:gd name="T47" fmla="*/ 126 h 144"/>
                <a:gd name="T48" fmla="*/ 0 w 57"/>
                <a:gd name="T49" fmla="*/ 117 h 144"/>
                <a:gd name="T50" fmla="*/ 0 w 57"/>
                <a:gd name="T51" fmla="*/ 113 h 144"/>
                <a:gd name="T52" fmla="*/ 1 w 57"/>
                <a:gd name="T53" fmla="*/ 109 h 144"/>
                <a:gd name="T54" fmla="*/ 7 w 57"/>
                <a:gd name="T55" fmla="*/ 112 h 144"/>
                <a:gd name="T56" fmla="*/ 14 w 57"/>
                <a:gd name="T57" fmla="*/ 115 h 144"/>
                <a:gd name="T58" fmla="*/ 23 w 57"/>
                <a:gd name="T59" fmla="*/ 118 h 144"/>
                <a:gd name="T60" fmla="*/ 30 w 57"/>
                <a:gd name="T61" fmla="*/ 119 h 144"/>
                <a:gd name="T62" fmla="*/ 36 w 57"/>
                <a:gd name="T63" fmla="*/ 111 h 144"/>
                <a:gd name="T64" fmla="*/ 37 w 57"/>
                <a:gd name="T65" fmla="*/ 112 h 144"/>
                <a:gd name="T66" fmla="*/ 35 w 57"/>
                <a:gd name="T67" fmla="*/ 102 h 144"/>
                <a:gd name="T68" fmla="*/ 36 w 57"/>
                <a:gd name="T69" fmla="*/ 10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 h="144">
                  <a:moveTo>
                    <a:pt x="35" y="102"/>
                  </a:moveTo>
                  <a:cubicBezTo>
                    <a:pt x="35" y="98"/>
                    <a:pt x="34" y="95"/>
                    <a:pt x="34" y="91"/>
                  </a:cubicBezTo>
                  <a:cubicBezTo>
                    <a:pt x="33" y="88"/>
                    <a:pt x="33" y="83"/>
                    <a:pt x="34" y="80"/>
                  </a:cubicBezTo>
                  <a:cubicBezTo>
                    <a:pt x="34" y="80"/>
                    <a:pt x="33" y="75"/>
                    <a:pt x="33" y="74"/>
                  </a:cubicBezTo>
                  <a:cubicBezTo>
                    <a:pt x="32" y="72"/>
                    <a:pt x="33" y="69"/>
                    <a:pt x="33" y="68"/>
                  </a:cubicBezTo>
                  <a:cubicBezTo>
                    <a:pt x="33" y="65"/>
                    <a:pt x="32" y="62"/>
                    <a:pt x="33" y="59"/>
                  </a:cubicBezTo>
                  <a:cubicBezTo>
                    <a:pt x="33" y="56"/>
                    <a:pt x="34" y="45"/>
                    <a:pt x="35" y="45"/>
                  </a:cubicBezTo>
                  <a:cubicBezTo>
                    <a:pt x="35" y="45"/>
                    <a:pt x="35" y="45"/>
                    <a:pt x="35" y="45"/>
                  </a:cubicBezTo>
                  <a:cubicBezTo>
                    <a:pt x="35" y="45"/>
                    <a:pt x="35" y="44"/>
                    <a:pt x="35" y="44"/>
                  </a:cubicBezTo>
                  <a:cubicBezTo>
                    <a:pt x="35" y="44"/>
                    <a:pt x="35" y="44"/>
                    <a:pt x="34" y="44"/>
                  </a:cubicBezTo>
                  <a:cubicBezTo>
                    <a:pt x="34" y="43"/>
                    <a:pt x="34" y="43"/>
                    <a:pt x="34" y="42"/>
                  </a:cubicBezTo>
                  <a:cubicBezTo>
                    <a:pt x="34" y="40"/>
                    <a:pt x="35" y="37"/>
                    <a:pt x="35" y="35"/>
                  </a:cubicBezTo>
                  <a:cubicBezTo>
                    <a:pt x="35" y="35"/>
                    <a:pt x="35" y="34"/>
                    <a:pt x="35" y="33"/>
                  </a:cubicBezTo>
                  <a:cubicBezTo>
                    <a:pt x="35" y="32"/>
                    <a:pt x="35" y="30"/>
                    <a:pt x="36" y="29"/>
                  </a:cubicBezTo>
                  <a:cubicBezTo>
                    <a:pt x="36" y="28"/>
                    <a:pt x="36" y="26"/>
                    <a:pt x="36" y="24"/>
                  </a:cubicBezTo>
                  <a:cubicBezTo>
                    <a:pt x="37" y="22"/>
                    <a:pt x="38" y="20"/>
                    <a:pt x="38" y="17"/>
                  </a:cubicBezTo>
                  <a:cubicBezTo>
                    <a:pt x="38" y="17"/>
                    <a:pt x="38" y="17"/>
                    <a:pt x="37" y="17"/>
                  </a:cubicBezTo>
                  <a:cubicBezTo>
                    <a:pt x="37" y="17"/>
                    <a:pt x="37" y="17"/>
                    <a:pt x="37" y="18"/>
                  </a:cubicBezTo>
                  <a:cubicBezTo>
                    <a:pt x="36" y="18"/>
                    <a:pt x="36" y="19"/>
                    <a:pt x="36" y="19"/>
                  </a:cubicBezTo>
                  <a:cubicBezTo>
                    <a:pt x="36" y="19"/>
                    <a:pt x="36" y="19"/>
                    <a:pt x="36" y="19"/>
                  </a:cubicBezTo>
                  <a:cubicBezTo>
                    <a:pt x="36" y="19"/>
                    <a:pt x="36" y="19"/>
                    <a:pt x="36" y="19"/>
                  </a:cubicBezTo>
                  <a:cubicBezTo>
                    <a:pt x="37" y="17"/>
                    <a:pt x="37" y="15"/>
                    <a:pt x="38" y="12"/>
                  </a:cubicBezTo>
                  <a:cubicBezTo>
                    <a:pt x="39" y="8"/>
                    <a:pt x="36" y="8"/>
                    <a:pt x="40" y="3"/>
                  </a:cubicBezTo>
                  <a:cubicBezTo>
                    <a:pt x="41" y="2"/>
                    <a:pt x="43" y="0"/>
                    <a:pt x="45" y="1"/>
                  </a:cubicBezTo>
                  <a:cubicBezTo>
                    <a:pt x="46" y="2"/>
                    <a:pt x="46" y="3"/>
                    <a:pt x="47" y="4"/>
                  </a:cubicBezTo>
                  <a:cubicBezTo>
                    <a:pt x="49" y="6"/>
                    <a:pt x="51" y="10"/>
                    <a:pt x="49" y="15"/>
                  </a:cubicBezTo>
                  <a:cubicBezTo>
                    <a:pt x="49" y="16"/>
                    <a:pt x="48" y="19"/>
                    <a:pt x="48" y="22"/>
                  </a:cubicBezTo>
                  <a:cubicBezTo>
                    <a:pt x="49" y="27"/>
                    <a:pt x="44" y="34"/>
                    <a:pt x="43" y="39"/>
                  </a:cubicBezTo>
                  <a:cubicBezTo>
                    <a:pt x="43" y="41"/>
                    <a:pt x="42" y="53"/>
                    <a:pt x="42" y="54"/>
                  </a:cubicBezTo>
                  <a:cubicBezTo>
                    <a:pt x="41" y="57"/>
                    <a:pt x="40" y="64"/>
                    <a:pt x="41" y="69"/>
                  </a:cubicBezTo>
                  <a:cubicBezTo>
                    <a:pt x="40" y="72"/>
                    <a:pt x="41" y="79"/>
                    <a:pt x="42" y="82"/>
                  </a:cubicBezTo>
                  <a:cubicBezTo>
                    <a:pt x="42" y="83"/>
                    <a:pt x="42" y="89"/>
                    <a:pt x="42" y="91"/>
                  </a:cubicBezTo>
                  <a:cubicBezTo>
                    <a:pt x="42" y="91"/>
                    <a:pt x="42" y="91"/>
                    <a:pt x="42" y="92"/>
                  </a:cubicBezTo>
                  <a:cubicBezTo>
                    <a:pt x="43" y="97"/>
                    <a:pt x="43" y="105"/>
                    <a:pt x="44" y="110"/>
                  </a:cubicBezTo>
                  <a:cubicBezTo>
                    <a:pt x="45" y="114"/>
                    <a:pt x="50" y="119"/>
                    <a:pt x="52" y="122"/>
                  </a:cubicBezTo>
                  <a:cubicBezTo>
                    <a:pt x="53" y="123"/>
                    <a:pt x="54" y="123"/>
                    <a:pt x="54" y="124"/>
                  </a:cubicBezTo>
                  <a:cubicBezTo>
                    <a:pt x="55" y="125"/>
                    <a:pt x="54" y="128"/>
                    <a:pt x="55" y="130"/>
                  </a:cubicBezTo>
                  <a:cubicBezTo>
                    <a:pt x="56" y="133"/>
                    <a:pt x="57" y="139"/>
                    <a:pt x="55" y="141"/>
                  </a:cubicBezTo>
                  <a:cubicBezTo>
                    <a:pt x="53" y="144"/>
                    <a:pt x="48" y="143"/>
                    <a:pt x="45" y="141"/>
                  </a:cubicBezTo>
                  <a:cubicBezTo>
                    <a:pt x="43" y="140"/>
                    <a:pt x="41" y="136"/>
                    <a:pt x="38" y="135"/>
                  </a:cubicBezTo>
                  <a:cubicBezTo>
                    <a:pt x="36" y="134"/>
                    <a:pt x="34" y="134"/>
                    <a:pt x="32" y="133"/>
                  </a:cubicBezTo>
                  <a:cubicBezTo>
                    <a:pt x="31" y="132"/>
                    <a:pt x="28" y="133"/>
                    <a:pt x="27" y="133"/>
                  </a:cubicBezTo>
                  <a:cubicBezTo>
                    <a:pt x="27" y="133"/>
                    <a:pt x="27" y="132"/>
                    <a:pt x="26" y="132"/>
                  </a:cubicBezTo>
                  <a:cubicBezTo>
                    <a:pt x="25" y="131"/>
                    <a:pt x="26" y="132"/>
                    <a:pt x="25" y="132"/>
                  </a:cubicBezTo>
                  <a:cubicBezTo>
                    <a:pt x="25" y="132"/>
                    <a:pt x="23" y="131"/>
                    <a:pt x="22" y="131"/>
                  </a:cubicBezTo>
                  <a:cubicBezTo>
                    <a:pt x="21" y="131"/>
                    <a:pt x="21" y="130"/>
                    <a:pt x="20" y="130"/>
                  </a:cubicBezTo>
                  <a:cubicBezTo>
                    <a:pt x="19" y="130"/>
                    <a:pt x="18" y="130"/>
                    <a:pt x="18" y="128"/>
                  </a:cubicBezTo>
                  <a:cubicBezTo>
                    <a:pt x="16" y="128"/>
                    <a:pt x="15" y="127"/>
                    <a:pt x="14" y="126"/>
                  </a:cubicBezTo>
                  <a:cubicBezTo>
                    <a:pt x="12" y="125"/>
                    <a:pt x="11" y="125"/>
                    <a:pt x="9" y="124"/>
                  </a:cubicBezTo>
                  <a:cubicBezTo>
                    <a:pt x="6" y="122"/>
                    <a:pt x="4" y="119"/>
                    <a:pt x="0" y="117"/>
                  </a:cubicBezTo>
                  <a:cubicBezTo>
                    <a:pt x="0" y="116"/>
                    <a:pt x="1" y="115"/>
                    <a:pt x="1" y="113"/>
                  </a:cubicBezTo>
                  <a:cubicBezTo>
                    <a:pt x="0" y="113"/>
                    <a:pt x="0" y="113"/>
                    <a:pt x="0" y="113"/>
                  </a:cubicBezTo>
                  <a:cubicBezTo>
                    <a:pt x="0" y="112"/>
                    <a:pt x="0" y="110"/>
                    <a:pt x="1" y="109"/>
                  </a:cubicBezTo>
                  <a:cubicBezTo>
                    <a:pt x="1" y="109"/>
                    <a:pt x="1" y="109"/>
                    <a:pt x="1" y="109"/>
                  </a:cubicBezTo>
                  <a:cubicBezTo>
                    <a:pt x="1" y="109"/>
                    <a:pt x="2" y="109"/>
                    <a:pt x="2" y="109"/>
                  </a:cubicBezTo>
                  <a:cubicBezTo>
                    <a:pt x="3" y="110"/>
                    <a:pt x="5" y="111"/>
                    <a:pt x="7" y="112"/>
                  </a:cubicBezTo>
                  <a:cubicBezTo>
                    <a:pt x="8" y="112"/>
                    <a:pt x="9" y="114"/>
                    <a:pt x="11" y="115"/>
                  </a:cubicBezTo>
                  <a:cubicBezTo>
                    <a:pt x="12" y="115"/>
                    <a:pt x="13" y="115"/>
                    <a:pt x="14" y="115"/>
                  </a:cubicBezTo>
                  <a:cubicBezTo>
                    <a:pt x="15" y="116"/>
                    <a:pt x="17" y="116"/>
                    <a:pt x="18" y="116"/>
                  </a:cubicBezTo>
                  <a:cubicBezTo>
                    <a:pt x="20" y="117"/>
                    <a:pt x="21" y="118"/>
                    <a:pt x="23" y="118"/>
                  </a:cubicBezTo>
                  <a:cubicBezTo>
                    <a:pt x="24" y="118"/>
                    <a:pt x="26" y="118"/>
                    <a:pt x="27" y="119"/>
                  </a:cubicBezTo>
                  <a:cubicBezTo>
                    <a:pt x="28" y="119"/>
                    <a:pt x="29" y="119"/>
                    <a:pt x="30" y="119"/>
                  </a:cubicBezTo>
                  <a:cubicBezTo>
                    <a:pt x="32" y="120"/>
                    <a:pt x="36" y="121"/>
                    <a:pt x="38" y="118"/>
                  </a:cubicBezTo>
                  <a:cubicBezTo>
                    <a:pt x="38" y="117"/>
                    <a:pt x="35" y="111"/>
                    <a:pt x="36" y="111"/>
                  </a:cubicBezTo>
                  <a:cubicBezTo>
                    <a:pt x="37" y="111"/>
                    <a:pt x="37" y="111"/>
                    <a:pt x="37" y="112"/>
                  </a:cubicBezTo>
                  <a:cubicBezTo>
                    <a:pt x="37" y="112"/>
                    <a:pt x="37" y="112"/>
                    <a:pt x="37" y="112"/>
                  </a:cubicBezTo>
                  <a:cubicBezTo>
                    <a:pt x="37" y="110"/>
                    <a:pt x="37" y="108"/>
                    <a:pt x="36" y="107"/>
                  </a:cubicBezTo>
                  <a:cubicBezTo>
                    <a:pt x="36" y="105"/>
                    <a:pt x="35" y="105"/>
                    <a:pt x="35" y="102"/>
                  </a:cubicBezTo>
                  <a:cubicBezTo>
                    <a:pt x="35" y="102"/>
                    <a:pt x="35" y="102"/>
                    <a:pt x="36" y="102"/>
                  </a:cubicBezTo>
                  <a:cubicBezTo>
                    <a:pt x="36" y="102"/>
                    <a:pt x="36" y="102"/>
                    <a:pt x="36" y="102"/>
                  </a:cubicBezTo>
                  <a:cubicBezTo>
                    <a:pt x="35" y="102"/>
                    <a:pt x="35" y="102"/>
                    <a:pt x="35" y="102"/>
                  </a:cubicBezTo>
                  <a:close/>
                </a:path>
              </a:pathLst>
            </a:custGeom>
            <a:grpFill/>
            <a:ln>
              <a:noFill/>
            </a:ln>
          </p:spPr>
          <p:txBody>
            <a:bodyPr vert="horz" wrap="square" lIns="91440" tIns="45720" rIns="91440" bIns="45720" numCol="1" anchor="t" anchorCtr="0" compatLnSpc="1"/>
            <a:lstStyle/>
            <a:p>
              <a:endParaRPr lang="zh-CN" altLang="en-US"/>
            </a:p>
          </p:txBody>
        </p:sp>
        <p:sp>
          <p:nvSpPr>
            <p:cNvPr id="50" name="Freeform 37"/>
            <p:cNvSpPr/>
            <p:nvPr/>
          </p:nvSpPr>
          <p:spPr bwMode="auto">
            <a:xfrm>
              <a:off x="4191333" y="2878190"/>
              <a:ext cx="332435" cy="363166"/>
            </a:xfrm>
            <a:custGeom>
              <a:avLst/>
              <a:gdLst>
                <a:gd name="T0" fmla="*/ 21 w 50"/>
                <a:gd name="T1" fmla="*/ 0 h 54"/>
                <a:gd name="T2" fmla="*/ 21 w 50"/>
                <a:gd name="T3" fmla="*/ 0 h 54"/>
                <a:gd name="T4" fmla="*/ 22 w 50"/>
                <a:gd name="T5" fmla="*/ 1 h 54"/>
                <a:gd name="T6" fmla="*/ 29 w 50"/>
                <a:gd name="T7" fmla="*/ 1 h 54"/>
                <a:gd name="T8" fmla="*/ 32 w 50"/>
                <a:gd name="T9" fmla="*/ 1 h 54"/>
                <a:gd name="T10" fmla="*/ 40 w 50"/>
                <a:gd name="T11" fmla="*/ 9 h 54"/>
                <a:gd name="T12" fmla="*/ 36 w 50"/>
                <a:gd name="T13" fmla="*/ 12 h 54"/>
                <a:gd name="T14" fmla="*/ 30 w 50"/>
                <a:gd name="T15" fmla="*/ 19 h 54"/>
                <a:gd name="T16" fmla="*/ 23 w 50"/>
                <a:gd name="T17" fmla="*/ 23 h 54"/>
                <a:gd name="T18" fmla="*/ 13 w 50"/>
                <a:gd name="T19" fmla="*/ 35 h 54"/>
                <a:gd name="T20" fmla="*/ 16 w 50"/>
                <a:gd name="T21" fmla="*/ 34 h 54"/>
                <a:gd name="T22" fmla="*/ 24 w 50"/>
                <a:gd name="T23" fmla="*/ 32 h 54"/>
                <a:gd name="T24" fmla="*/ 29 w 50"/>
                <a:gd name="T25" fmla="*/ 32 h 54"/>
                <a:gd name="T26" fmla="*/ 35 w 50"/>
                <a:gd name="T27" fmla="*/ 31 h 54"/>
                <a:gd name="T28" fmla="*/ 43 w 50"/>
                <a:gd name="T29" fmla="*/ 30 h 54"/>
                <a:gd name="T30" fmla="*/ 49 w 50"/>
                <a:gd name="T31" fmla="*/ 38 h 54"/>
                <a:gd name="T32" fmla="*/ 50 w 50"/>
                <a:gd name="T33" fmla="*/ 39 h 54"/>
                <a:gd name="T34" fmla="*/ 50 w 50"/>
                <a:gd name="T35" fmla="*/ 44 h 54"/>
                <a:gd name="T36" fmla="*/ 46 w 50"/>
                <a:gd name="T37" fmla="*/ 49 h 54"/>
                <a:gd name="T38" fmla="*/ 38 w 50"/>
                <a:gd name="T39" fmla="*/ 49 h 54"/>
                <a:gd name="T40" fmla="*/ 25 w 50"/>
                <a:gd name="T41" fmla="*/ 50 h 54"/>
                <a:gd name="T42" fmla="*/ 16 w 50"/>
                <a:gd name="T43" fmla="*/ 51 h 54"/>
                <a:gd name="T44" fmla="*/ 14 w 50"/>
                <a:gd name="T45" fmla="*/ 51 h 54"/>
                <a:gd name="T46" fmla="*/ 5 w 50"/>
                <a:gd name="T47" fmla="*/ 54 h 54"/>
                <a:gd name="T48" fmla="*/ 5 w 50"/>
                <a:gd name="T49" fmla="*/ 54 h 54"/>
                <a:gd name="T50" fmla="*/ 5 w 50"/>
                <a:gd name="T51" fmla="*/ 53 h 54"/>
                <a:gd name="T52" fmla="*/ 9 w 50"/>
                <a:gd name="T53" fmla="*/ 51 h 54"/>
                <a:gd name="T54" fmla="*/ 9 w 50"/>
                <a:gd name="T55" fmla="*/ 49 h 54"/>
                <a:gd name="T56" fmla="*/ 15 w 50"/>
                <a:gd name="T57" fmla="*/ 45 h 54"/>
                <a:gd name="T58" fmla="*/ 25 w 50"/>
                <a:gd name="T59" fmla="*/ 42 h 54"/>
                <a:gd name="T60" fmla="*/ 27 w 50"/>
                <a:gd name="T61" fmla="*/ 42 h 54"/>
                <a:gd name="T62" fmla="*/ 30 w 50"/>
                <a:gd name="T63" fmla="*/ 39 h 54"/>
                <a:gd name="T64" fmla="*/ 37 w 50"/>
                <a:gd name="T65" fmla="*/ 38 h 54"/>
                <a:gd name="T66" fmla="*/ 32 w 50"/>
                <a:gd name="T67" fmla="*/ 37 h 54"/>
                <a:gd name="T68" fmla="*/ 30 w 50"/>
                <a:gd name="T69" fmla="*/ 38 h 54"/>
                <a:gd name="T70" fmla="*/ 25 w 50"/>
                <a:gd name="T71" fmla="*/ 38 h 54"/>
                <a:gd name="T72" fmla="*/ 20 w 50"/>
                <a:gd name="T73" fmla="*/ 40 h 54"/>
                <a:gd name="T74" fmla="*/ 14 w 50"/>
                <a:gd name="T75" fmla="*/ 42 h 54"/>
                <a:gd name="T76" fmla="*/ 13 w 50"/>
                <a:gd name="T77" fmla="*/ 42 h 54"/>
                <a:gd name="T78" fmla="*/ 6 w 50"/>
                <a:gd name="T79" fmla="*/ 46 h 54"/>
                <a:gd name="T80" fmla="*/ 1 w 50"/>
                <a:gd name="T81" fmla="*/ 41 h 54"/>
                <a:gd name="T82" fmla="*/ 0 w 50"/>
                <a:gd name="T83" fmla="*/ 39 h 54"/>
                <a:gd name="T84" fmla="*/ 1 w 50"/>
                <a:gd name="T85" fmla="*/ 35 h 54"/>
                <a:gd name="T86" fmla="*/ 2 w 50"/>
                <a:gd name="T87" fmla="*/ 28 h 54"/>
                <a:gd name="T88" fmla="*/ 6 w 50"/>
                <a:gd name="T89" fmla="*/ 24 h 54"/>
                <a:gd name="T90" fmla="*/ 8 w 50"/>
                <a:gd name="T91" fmla="*/ 21 h 54"/>
                <a:gd name="T92" fmla="*/ 14 w 50"/>
                <a:gd name="T93" fmla="*/ 9 h 54"/>
                <a:gd name="T94" fmla="*/ 13 w 50"/>
                <a:gd name="T95" fmla="*/ 8 h 54"/>
                <a:gd name="T96" fmla="*/ 17 w 50"/>
                <a:gd name="T97" fmla="*/ 5 h 54"/>
                <a:gd name="T98" fmla="*/ 16 w 50"/>
                <a:gd name="T99" fmla="*/ 2 h 54"/>
                <a:gd name="T100" fmla="*/ 21 w 50"/>
                <a:gd name="T10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4">
                  <a:moveTo>
                    <a:pt x="21" y="0"/>
                  </a:moveTo>
                  <a:cubicBezTo>
                    <a:pt x="21" y="0"/>
                    <a:pt x="21" y="0"/>
                    <a:pt x="21" y="0"/>
                  </a:cubicBezTo>
                  <a:cubicBezTo>
                    <a:pt x="22" y="0"/>
                    <a:pt x="22" y="1"/>
                    <a:pt x="22" y="1"/>
                  </a:cubicBezTo>
                  <a:cubicBezTo>
                    <a:pt x="25" y="0"/>
                    <a:pt x="26" y="1"/>
                    <a:pt x="29" y="1"/>
                  </a:cubicBezTo>
                  <a:cubicBezTo>
                    <a:pt x="30" y="2"/>
                    <a:pt x="32" y="1"/>
                    <a:pt x="32" y="1"/>
                  </a:cubicBezTo>
                  <a:cubicBezTo>
                    <a:pt x="37" y="3"/>
                    <a:pt x="40" y="2"/>
                    <a:pt x="40" y="9"/>
                  </a:cubicBezTo>
                  <a:cubicBezTo>
                    <a:pt x="39" y="10"/>
                    <a:pt x="36" y="11"/>
                    <a:pt x="36" y="12"/>
                  </a:cubicBezTo>
                  <a:cubicBezTo>
                    <a:pt x="34" y="15"/>
                    <a:pt x="33" y="17"/>
                    <a:pt x="30" y="19"/>
                  </a:cubicBezTo>
                  <a:cubicBezTo>
                    <a:pt x="28" y="21"/>
                    <a:pt x="26" y="22"/>
                    <a:pt x="23" y="23"/>
                  </a:cubicBezTo>
                  <a:cubicBezTo>
                    <a:pt x="19" y="26"/>
                    <a:pt x="14" y="31"/>
                    <a:pt x="13" y="35"/>
                  </a:cubicBezTo>
                  <a:cubicBezTo>
                    <a:pt x="14" y="35"/>
                    <a:pt x="15" y="34"/>
                    <a:pt x="16" y="34"/>
                  </a:cubicBezTo>
                  <a:cubicBezTo>
                    <a:pt x="19" y="33"/>
                    <a:pt x="21" y="33"/>
                    <a:pt x="24" y="32"/>
                  </a:cubicBezTo>
                  <a:cubicBezTo>
                    <a:pt x="25" y="32"/>
                    <a:pt x="27" y="32"/>
                    <a:pt x="29" y="32"/>
                  </a:cubicBezTo>
                  <a:cubicBezTo>
                    <a:pt x="31" y="31"/>
                    <a:pt x="32" y="31"/>
                    <a:pt x="35" y="31"/>
                  </a:cubicBezTo>
                  <a:cubicBezTo>
                    <a:pt x="38" y="30"/>
                    <a:pt x="40" y="30"/>
                    <a:pt x="43" y="30"/>
                  </a:cubicBezTo>
                  <a:cubicBezTo>
                    <a:pt x="45" y="30"/>
                    <a:pt x="48" y="36"/>
                    <a:pt x="49" y="38"/>
                  </a:cubicBezTo>
                  <a:cubicBezTo>
                    <a:pt x="49" y="38"/>
                    <a:pt x="50" y="39"/>
                    <a:pt x="50" y="39"/>
                  </a:cubicBezTo>
                  <a:cubicBezTo>
                    <a:pt x="50" y="39"/>
                    <a:pt x="50" y="44"/>
                    <a:pt x="50" y="44"/>
                  </a:cubicBezTo>
                  <a:cubicBezTo>
                    <a:pt x="49" y="46"/>
                    <a:pt x="48" y="49"/>
                    <a:pt x="46" y="49"/>
                  </a:cubicBezTo>
                  <a:cubicBezTo>
                    <a:pt x="44" y="49"/>
                    <a:pt x="40" y="50"/>
                    <a:pt x="38" y="49"/>
                  </a:cubicBezTo>
                  <a:cubicBezTo>
                    <a:pt x="34" y="49"/>
                    <a:pt x="29" y="49"/>
                    <a:pt x="25" y="50"/>
                  </a:cubicBezTo>
                  <a:cubicBezTo>
                    <a:pt x="22" y="50"/>
                    <a:pt x="18" y="51"/>
                    <a:pt x="16" y="51"/>
                  </a:cubicBezTo>
                  <a:cubicBezTo>
                    <a:pt x="15" y="52"/>
                    <a:pt x="15" y="51"/>
                    <a:pt x="14" y="51"/>
                  </a:cubicBezTo>
                  <a:cubicBezTo>
                    <a:pt x="11" y="52"/>
                    <a:pt x="8" y="53"/>
                    <a:pt x="5" y="54"/>
                  </a:cubicBezTo>
                  <a:cubicBezTo>
                    <a:pt x="5" y="54"/>
                    <a:pt x="5" y="54"/>
                    <a:pt x="5" y="54"/>
                  </a:cubicBezTo>
                  <a:cubicBezTo>
                    <a:pt x="5" y="53"/>
                    <a:pt x="5" y="53"/>
                    <a:pt x="5" y="53"/>
                  </a:cubicBezTo>
                  <a:cubicBezTo>
                    <a:pt x="6" y="52"/>
                    <a:pt x="8" y="51"/>
                    <a:pt x="9" y="51"/>
                  </a:cubicBezTo>
                  <a:cubicBezTo>
                    <a:pt x="9" y="50"/>
                    <a:pt x="9" y="50"/>
                    <a:pt x="9" y="49"/>
                  </a:cubicBezTo>
                  <a:cubicBezTo>
                    <a:pt x="11" y="48"/>
                    <a:pt x="13" y="46"/>
                    <a:pt x="15" y="45"/>
                  </a:cubicBezTo>
                  <a:cubicBezTo>
                    <a:pt x="18" y="43"/>
                    <a:pt x="22" y="43"/>
                    <a:pt x="25" y="42"/>
                  </a:cubicBezTo>
                  <a:cubicBezTo>
                    <a:pt x="26" y="42"/>
                    <a:pt x="27" y="42"/>
                    <a:pt x="27" y="42"/>
                  </a:cubicBezTo>
                  <a:cubicBezTo>
                    <a:pt x="28" y="41"/>
                    <a:pt x="29" y="40"/>
                    <a:pt x="30" y="39"/>
                  </a:cubicBezTo>
                  <a:cubicBezTo>
                    <a:pt x="32" y="39"/>
                    <a:pt x="35" y="39"/>
                    <a:pt x="37" y="38"/>
                  </a:cubicBezTo>
                  <a:cubicBezTo>
                    <a:pt x="37" y="38"/>
                    <a:pt x="32" y="37"/>
                    <a:pt x="32" y="37"/>
                  </a:cubicBezTo>
                  <a:cubicBezTo>
                    <a:pt x="32" y="37"/>
                    <a:pt x="31" y="38"/>
                    <a:pt x="30" y="38"/>
                  </a:cubicBezTo>
                  <a:cubicBezTo>
                    <a:pt x="28" y="38"/>
                    <a:pt x="27" y="38"/>
                    <a:pt x="25" y="38"/>
                  </a:cubicBezTo>
                  <a:cubicBezTo>
                    <a:pt x="23" y="39"/>
                    <a:pt x="22" y="40"/>
                    <a:pt x="20" y="40"/>
                  </a:cubicBezTo>
                  <a:cubicBezTo>
                    <a:pt x="18" y="41"/>
                    <a:pt x="15" y="41"/>
                    <a:pt x="14" y="42"/>
                  </a:cubicBezTo>
                  <a:cubicBezTo>
                    <a:pt x="13" y="42"/>
                    <a:pt x="13" y="42"/>
                    <a:pt x="13" y="42"/>
                  </a:cubicBezTo>
                  <a:cubicBezTo>
                    <a:pt x="11" y="43"/>
                    <a:pt x="8" y="44"/>
                    <a:pt x="6" y="46"/>
                  </a:cubicBezTo>
                  <a:cubicBezTo>
                    <a:pt x="3" y="45"/>
                    <a:pt x="2" y="44"/>
                    <a:pt x="1" y="41"/>
                  </a:cubicBezTo>
                  <a:cubicBezTo>
                    <a:pt x="1" y="41"/>
                    <a:pt x="0" y="40"/>
                    <a:pt x="0" y="39"/>
                  </a:cubicBezTo>
                  <a:cubicBezTo>
                    <a:pt x="1" y="38"/>
                    <a:pt x="1" y="37"/>
                    <a:pt x="1" y="35"/>
                  </a:cubicBezTo>
                  <a:cubicBezTo>
                    <a:pt x="2" y="33"/>
                    <a:pt x="1" y="31"/>
                    <a:pt x="2" y="28"/>
                  </a:cubicBezTo>
                  <a:cubicBezTo>
                    <a:pt x="3" y="27"/>
                    <a:pt x="5" y="25"/>
                    <a:pt x="6" y="24"/>
                  </a:cubicBezTo>
                  <a:cubicBezTo>
                    <a:pt x="7" y="23"/>
                    <a:pt x="7" y="22"/>
                    <a:pt x="8" y="21"/>
                  </a:cubicBezTo>
                  <a:cubicBezTo>
                    <a:pt x="10" y="17"/>
                    <a:pt x="15" y="15"/>
                    <a:pt x="14" y="9"/>
                  </a:cubicBezTo>
                  <a:cubicBezTo>
                    <a:pt x="14" y="9"/>
                    <a:pt x="13" y="8"/>
                    <a:pt x="13" y="8"/>
                  </a:cubicBezTo>
                  <a:cubicBezTo>
                    <a:pt x="14" y="6"/>
                    <a:pt x="16" y="6"/>
                    <a:pt x="17" y="5"/>
                  </a:cubicBezTo>
                  <a:cubicBezTo>
                    <a:pt x="17" y="4"/>
                    <a:pt x="16" y="3"/>
                    <a:pt x="16" y="2"/>
                  </a:cubicBezTo>
                  <a:cubicBezTo>
                    <a:pt x="17" y="1"/>
                    <a:pt x="19" y="1"/>
                    <a:pt x="21" y="0"/>
                  </a:cubicBez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38"/>
            <p:cNvSpPr>
              <a:spLocks noEditPoints="1"/>
            </p:cNvSpPr>
            <p:nvPr/>
          </p:nvSpPr>
          <p:spPr bwMode="auto">
            <a:xfrm>
              <a:off x="7141355" y="2556929"/>
              <a:ext cx="815726" cy="1000102"/>
            </a:xfrm>
            <a:custGeom>
              <a:avLst/>
              <a:gdLst>
                <a:gd name="T0" fmla="*/ 111 w 123"/>
                <a:gd name="T1" fmla="*/ 57 h 149"/>
                <a:gd name="T2" fmla="*/ 101 w 123"/>
                <a:gd name="T3" fmla="*/ 60 h 149"/>
                <a:gd name="T4" fmla="*/ 85 w 123"/>
                <a:gd name="T5" fmla="*/ 58 h 149"/>
                <a:gd name="T6" fmla="*/ 76 w 123"/>
                <a:gd name="T7" fmla="*/ 55 h 149"/>
                <a:gd name="T8" fmla="*/ 91 w 123"/>
                <a:gd name="T9" fmla="*/ 45 h 149"/>
                <a:gd name="T10" fmla="*/ 99 w 123"/>
                <a:gd name="T11" fmla="*/ 23 h 149"/>
                <a:gd name="T12" fmla="*/ 96 w 123"/>
                <a:gd name="T13" fmla="*/ 6 h 149"/>
                <a:gd name="T14" fmla="*/ 84 w 123"/>
                <a:gd name="T15" fmla="*/ 1 h 149"/>
                <a:gd name="T16" fmla="*/ 81 w 123"/>
                <a:gd name="T17" fmla="*/ 28 h 149"/>
                <a:gd name="T18" fmla="*/ 58 w 123"/>
                <a:gd name="T19" fmla="*/ 40 h 149"/>
                <a:gd name="T20" fmla="*/ 58 w 123"/>
                <a:gd name="T21" fmla="*/ 18 h 149"/>
                <a:gd name="T22" fmla="*/ 47 w 123"/>
                <a:gd name="T23" fmla="*/ 32 h 149"/>
                <a:gd name="T24" fmla="*/ 32 w 123"/>
                <a:gd name="T25" fmla="*/ 47 h 149"/>
                <a:gd name="T26" fmla="*/ 51 w 123"/>
                <a:gd name="T27" fmla="*/ 67 h 149"/>
                <a:gd name="T28" fmla="*/ 64 w 123"/>
                <a:gd name="T29" fmla="*/ 63 h 149"/>
                <a:gd name="T30" fmla="*/ 72 w 123"/>
                <a:gd name="T31" fmla="*/ 56 h 149"/>
                <a:gd name="T32" fmla="*/ 71 w 123"/>
                <a:gd name="T33" fmla="*/ 60 h 149"/>
                <a:gd name="T34" fmla="*/ 64 w 123"/>
                <a:gd name="T35" fmla="*/ 76 h 149"/>
                <a:gd name="T36" fmla="*/ 49 w 123"/>
                <a:gd name="T37" fmla="*/ 85 h 149"/>
                <a:gd name="T38" fmla="*/ 30 w 123"/>
                <a:gd name="T39" fmla="*/ 93 h 149"/>
                <a:gd name="T40" fmla="*/ 22 w 123"/>
                <a:gd name="T41" fmla="*/ 98 h 149"/>
                <a:gd name="T42" fmla="*/ 29 w 123"/>
                <a:gd name="T43" fmla="*/ 89 h 149"/>
                <a:gd name="T44" fmla="*/ 25 w 123"/>
                <a:gd name="T45" fmla="*/ 90 h 149"/>
                <a:gd name="T46" fmla="*/ 9 w 123"/>
                <a:gd name="T47" fmla="*/ 99 h 149"/>
                <a:gd name="T48" fmla="*/ 3 w 123"/>
                <a:gd name="T49" fmla="*/ 117 h 149"/>
                <a:gd name="T50" fmla="*/ 9 w 123"/>
                <a:gd name="T51" fmla="*/ 119 h 149"/>
                <a:gd name="T52" fmla="*/ 21 w 123"/>
                <a:gd name="T53" fmla="*/ 112 h 149"/>
                <a:gd name="T54" fmla="*/ 31 w 123"/>
                <a:gd name="T55" fmla="*/ 105 h 149"/>
                <a:gd name="T56" fmla="*/ 56 w 123"/>
                <a:gd name="T57" fmla="*/ 92 h 149"/>
                <a:gd name="T58" fmla="*/ 54 w 123"/>
                <a:gd name="T59" fmla="*/ 102 h 149"/>
                <a:gd name="T60" fmla="*/ 39 w 123"/>
                <a:gd name="T61" fmla="*/ 114 h 149"/>
                <a:gd name="T62" fmla="*/ 38 w 123"/>
                <a:gd name="T63" fmla="*/ 132 h 149"/>
                <a:gd name="T64" fmla="*/ 44 w 123"/>
                <a:gd name="T65" fmla="*/ 147 h 149"/>
                <a:gd name="T66" fmla="*/ 57 w 123"/>
                <a:gd name="T67" fmla="*/ 148 h 149"/>
                <a:gd name="T68" fmla="*/ 57 w 123"/>
                <a:gd name="T69" fmla="*/ 136 h 149"/>
                <a:gd name="T70" fmla="*/ 55 w 123"/>
                <a:gd name="T71" fmla="*/ 128 h 149"/>
                <a:gd name="T72" fmla="*/ 62 w 123"/>
                <a:gd name="T73" fmla="*/ 115 h 149"/>
                <a:gd name="T74" fmla="*/ 79 w 123"/>
                <a:gd name="T75" fmla="*/ 109 h 149"/>
                <a:gd name="T76" fmla="*/ 67 w 123"/>
                <a:gd name="T77" fmla="*/ 120 h 149"/>
                <a:gd name="T78" fmla="*/ 62 w 123"/>
                <a:gd name="T79" fmla="*/ 123 h 149"/>
                <a:gd name="T80" fmla="*/ 67 w 123"/>
                <a:gd name="T81" fmla="*/ 141 h 149"/>
                <a:gd name="T82" fmla="*/ 84 w 123"/>
                <a:gd name="T83" fmla="*/ 125 h 149"/>
                <a:gd name="T84" fmla="*/ 101 w 123"/>
                <a:gd name="T85" fmla="*/ 100 h 149"/>
                <a:gd name="T86" fmla="*/ 79 w 123"/>
                <a:gd name="T87" fmla="*/ 96 h 149"/>
                <a:gd name="T88" fmla="*/ 63 w 123"/>
                <a:gd name="T89" fmla="*/ 97 h 149"/>
                <a:gd name="T90" fmla="*/ 75 w 123"/>
                <a:gd name="T91" fmla="*/ 82 h 149"/>
                <a:gd name="T92" fmla="*/ 96 w 123"/>
                <a:gd name="T93" fmla="*/ 74 h 149"/>
                <a:gd name="T94" fmla="*/ 109 w 123"/>
                <a:gd name="T95" fmla="*/ 70 h 149"/>
                <a:gd name="T96" fmla="*/ 123 w 123"/>
                <a:gd name="T97" fmla="*/ 66 h 149"/>
                <a:gd name="T98" fmla="*/ 81 w 123"/>
                <a:gd name="T99" fmla="*/ 68 h 149"/>
                <a:gd name="T100" fmla="*/ 90 w 123"/>
                <a:gd name="T101" fmla="*/ 6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3" h="149">
                  <a:moveTo>
                    <a:pt x="122" y="64"/>
                  </a:moveTo>
                  <a:cubicBezTo>
                    <a:pt x="123" y="63"/>
                    <a:pt x="123" y="62"/>
                    <a:pt x="123" y="60"/>
                  </a:cubicBezTo>
                  <a:cubicBezTo>
                    <a:pt x="122" y="57"/>
                    <a:pt x="115" y="56"/>
                    <a:pt x="111" y="57"/>
                  </a:cubicBezTo>
                  <a:cubicBezTo>
                    <a:pt x="111" y="58"/>
                    <a:pt x="110" y="58"/>
                    <a:pt x="109" y="59"/>
                  </a:cubicBezTo>
                  <a:cubicBezTo>
                    <a:pt x="107" y="59"/>
                    <a:pt x="107" y="59"/>
                    <a:pt x="107" y="59"/>
                  </a:cubicBezTo>
                  <a:cubicBezTo>
                    <a:pt x="105" y="59"/>
                    <a:pt x="102" y="60"/>
                    <a:pt x="101" y="60"/>
                  </a:cubicBezTo>
                  <a:cubicBezTo>
                    <a:pt x="99" y="62"/>
                    <a:pt x="96" y="60"/>
                    <a:pt x="95" y="59"/>
                  </a:cubicBezTo>
                  <a:cubicBezTo>
                    <a:pt x="94" y="59"/>
                    <a:pt x="93" y="59"/>
                    <a:pt x="92" y="59"/>
                  </a:cubicBezTo>
                  <a:cubicBezTo>
                    <a:pt x="90" y="59"/>
                    <a:pt x="88" y="58"/>
                    <a:pt x="85" y="58"/>
                  </a:cubicBezTo>
                  <a:cubicBezTo>
                    <a:pt x="85" y="57"/>
                    <a:pt x="85" y="57"/>
                    <a:pt x="85" y="57"/>
                  </a:cubicBezTo>
                  <a:cubicBezTo>
                    <a:pt x="82" y="56"/>
                    <a:pt x="79" y="56"/>
                    <a:pt x="77" y="56"/>
                  </a:cubicBezTo>
                  <a:cubicBezTo>
                    <a:pt x="77" y="56"/>
                    <a:pt x="77" y="55"/>
                    <a:pt x="76" y="55"/>
                  </a:cubicBezTo>
                  <a:cubicBezTo>
                    <a:pt x="78" y="54"/>
                    <a:pt x="79" y="52"/>
                    <a:pt x="80" y="51"/>
                  </a:cubicBezTo>
                  <a:cubicBezTo>
                    <a:pt x="82" y="50"/>
                    <a:pt x="83" y="49"/>
                    <a:pt x="84" y="49"/>
                  </a:cubicBezTo>
                  <a:cubicBezTo>
                    <a:pt x="86" y="47"/>
                    <a:pt x="89" y="47"/>
                    <a:pt x="91" y="45"/>
                  </a:cubicBezTo>
                  <a:cubicBezTo>
                    <a:pt x="92" y="44"/>
                    <a:pt x="98" y="37"/>
                    <a:pt x="98" y="35"/>
                  </a:cubicBezTo>
                  <a:cubicBezTo>
                    <a:pt x="98" y="32"/>
                    <a:pt x="97" y="31"/>
                    <a:pt x="96" y="29"/>
                  </a:cubicBezTo>
                  <a:cubicBezTo>
                    <a:pt x="96" y="27"/>
                    <a:pt x="98" y="25"/>
                    <a:pt x="99" y="23"/>
                  </a:cubicBezTo>
                  <a:cubicBezTo>
                    <a:pt x="99" y="17"/>
                    <a:pt x="99" y="17"/>
                    <a:pt x="99" y="17"/>
                  </a:cubicBezTo>
                  <a:cubicBezTo>
                    <a:pt x="99" y="16"/>
                    <a:pt x="100" y="15"/>
                    <a:pt x="100" y="14"/>
                  </a:cubicBezTo>
                  <a:cubicBezTo>
                    <a:pt x="101" y="11"/>
                    <a:pt x="99" y="6"/>
                    <a:pt x="96" y="6"/>
                  </a:cubicBezTo>
                  <a:cubicBezTo>
                    <a:pt x="94" y="5"/>
                    <a:pt x="95" y="1"/>
                    <a:pt x="92" y="0"/>
                  </a:cubicBezTo>
                  <a:cubicBezTo>
                    <a:pt x="90" y="0"/>
                    <a:pt x="88" y="0"/>
                    <a:pt x="86" y="0"/>
                  </a:cubicBezTo>
                  <a:cubicBezTo>
                    <a:pt x="86" y="0"/>
                    <a:pt x="85" y="1"/>
                    <a:pt x="84" y="1"/>
                  </a:cubicBezTo>
                  <a:cubicBezTo>
                    <a:pt x="82" y="4"/>
                    <a:pt x="79" y="12"/>
                    <a:pt x="79" y="16"/>
                  </a:cubicBezTo>
                  <a:cubicBezTo>
                    <a:pt x="79" y="19"/>
                    <a:pt x="82" y="22"/>
                    <a:pt x="82" y="24"/>
                  </a:cubicBezTo>
                  <a:cubicBezTo>
                    <a:pt x="82" y="25"/>
                    <a:pt x="81" y="27"/>
                    <a:pt x="81" y="28"/>
                  </a:cubicBezTo>
                  <a:cubicBezTo>
                    <a:pt x="79" y="35"/>
                    <a:pt x="79" y="38"/>
                    <a:pt x="73" y="41"/>
                  </a:cubicBezTo>
                  <a:cubicBezTo>
                    <a:pt x="71" y="42"/>
                    <a:pt x="60" y="46"/>
                    <a:pt x="58" y="44"/>
                  </a:cubicBezTo>
                  <a:cubicBezTo>
                    <a:pt x="57" y="43"/>
                    <a:pt x="58" y="42"/>
                    <a:pt x="58" y="40"/>
                  </a:cubicBezTo>
                  <a:cubicBezTo>
                    <a:pt x="57" y="34"/>
                    <a:pt x="59" y="30"/>
                    <a:pt x="60" y="25"/>
                  </a:cubicBezTo>
                  <a:cubicBezTo>
                    <a:pt x="60" y="24"/>
                    <a:pt x="61" y="23"/>
                    <a:pt x="62" y="23"/>
                  </a:cubicBezTo>
                  <a:cubicBezTo>
                    <a:pt x="62" y="20"/>
                    <a:pt x="60" y="20"/>
                    <a:pt x="58" y="18"/>
                  </a:cubicBezTo>
                  <a:cubicBezTo>
                    <a:pt x="55" y="16"/>
                    <a:pt x="51" y="15"/>
                    <a:pt x="48" y="18"/>
                  </a:cubicBezTo>
                  <a:cubicBezTo>
                    <a:pt x="47" y="19"/>
                    <a:pt x="47" y="22"/>
                    <a:pt x="47" y="24"/>
                  </a:cubicBezTo>
                  <a:cubicBezTo>
                    <a:pt x="46" y="26"/>
                    <a:pt x="47" y="30"/>
                    <a:pt x="47" y="32"/>
                  </a:cubicBezTo>
                  <a:cubicBezTo>
                    <a:pt x="46" y="36"/>
                    <a:pt x="46" y="40"/>
                    <a:pt x="45" y="43"/>
                  </a:cubicBezTo>
                  <a:cubicBezTo>
                    <a:pt x="40" y="44"/>
                    <a:pt x="37" y="38"/>
                    <a:pt x="32" y="41"/>
                  </a:cubicBezTo>
                  <a:cubicBezTo>
                    <a:pt x="30" y="42"/>
                    <a:pt x="32" y="45"/>
                    <a:pt x="32" y="47"/>
                  </a:cubicBezTo>
                  <a:cubicBezTo>
                    <a:pt x="31" y="54"/>
                    <a:pt x="38" y="60"/>
                    <a:pt x="43" y="56"/>
                  </a:cubicBezTo>
                  <a:cubicBezTo>
                    <a:pt x="47" y="58"/>
                    <a:pt x="48" y="61"/>
                    <a:pt x="50" y="65"/>
                  </a:cubicBezTo>
                  <a:cubicBezTo>
                    <a:pt x="51" y="66"/>
                    <a:pt x="51" y="67"/>
                    <a:pt x="51" y="67"/>
                  </a:cubicBezTo>
                  <a:cubicBezTo>
                    <a:pt x="52" y="69"/>
                    <a:pt x="57" y="70"/>
                    <a:pt x="58" y="71"/>
                  </a:cubicBezTo>
                  <a:cubicBezTo>
                    <a:pt x="61" y="74"/>
                    <a:pt x="64" y="68"/>
                    <a:pt x="64" y="66"/>
                  </a:cubicBezTo>
                  <a:cubicBezTo>
                    <a:pt x="65" y="65"/>
                    <a:pt x="64" y="64"/>
                    <a:pt x="64" y="63"/>
                  </a:cubicBezTo>
                  <a:cubicBezTo>
                    <a:pt x="64" y="62"/>
                    <a:pt x="65" y="61"/>
                    <a:pt x="65" y="59"/>
                  </a:cubicBezTo>
                  <a:cubicBezTo>
                    <a:pt x="66" y="58"/>
                    <a:pt x="68" y="58"/>
                    <a:pt x="70" y="58"/>
                  </a:cubicBezTo>
                  <a:cubicBezTo>
                    <a:pt x="71" y="57"/>
                    <a:pt x="72" y="56"/>
                    <a:pt x="72" y="56"/>
                  </a:cubicBezTo>
                  <a:cubicBezTo>
                    <a:pt x="73" y="55"/>
                    <a:pt x="75" y="55"/>
                    <a:pt x="76" y="54"/>
                  </a:cubicBezTo>
                  <a:cubicBezTo>
                    <a:pt x="76" y="54"/>
                    <a:pt x="76" y="54"/>
                    <a:pt x="76" y="55"/>
                  </a:cubicBezTo>
                  <a:cubicBezTo>
                    <a:pt x="75" y="57"/>
                    <a:pt x="72" y="58"/>
                    <a:pt x="71" y="60"/>
                  </a:cubicBezTo>
                  <a:cubicBezTo>
                    <a:pt x="70" y="61"/>
                    <a:pt x="70" y="61"/>
                    <a:pt x="70" y="63"/>
                  </a:cubicBezTo>
                  <a:cubicBezTo>
                    <a:pt x="69" y="65"/>
                    <a:pt x="67" y="68"/>
                    <a:pt x="66" y="70"/>
                  </a:cubicBezTo>
                  <a:cubicBezTo>
                    <a:pt x="65" y="72"/>
                    <a:pt x="65" y="74"/>
                    <a:pt x="64" y="76"/>
                  </a:cubicBezTo>
                  <a:cubicBezTo>
                    <a:pt x="63" y="77"/>
                    <a:pt x="60" y="78"/>
                    <a:pt x="58" y="79"/>
                  </a:cubicBezTo>
                  <a:cubicBezTo>
                    <a:pt x="57" y="79"/>
                    <a:pt x="56" y="81"/>
                    <a:pt x="55" y="82"/>
                  </a:cubicBezTo>
                  <a:cubicBezTo>
                    <a:pt x="53" y="83"/>
                    <a:pt x="51" y="84"/>
                    <a:pt x="49" y="85"/>
                  </a:cubicBezTo>
                  <a:cubicBezTo>
                    <a:pt x="46" y="86"/>
                    <a:pt x="44" y="88"/>
                    <a:pt x="41" y="89"/>
                  </a:cubicBezTo>
                  <a:cubicBezTo>
                    <a:pt x="39" y="90"/>
                    <a:pt x="37" y="91"/>
                    <a:pt x="34" y="92"/>
                  </a:cubicBezTo>
                  <a:cubicBezTo>
                    <a:pt x="33" y="92"/>
                    <a:pt x="30" y="93"/>
                    <a:pt x="30" y="93"/>
                  </a:cubicBezTo>
                  <a:cubicBezTo>
                    <a:pt x="29" y="94"/>
                    <a:pt x="29" y="95"/>
                    <a:pt x="28" y="95"/>
                  </a:cubicBezTo>
                  <a:cubicBezTo>
                    <a:pt x="27" y="96"/>
                    <a:pt x="22" y="98"/>
                    <a:pt x="22" y="98"/>
                  </a:cubicBezTo>
                  <a:cubicBezTo>
                    <a:pt x="22" y="98"/>
                    <a:pt x="22" y="98"/>
                    <a:pt x="22" y="98"/>
                  </a:cubicBezTo>
                  <a:cubicBezTo>
                    <a:pt x="22" y="96"/>
                    <a:pt x="23" y="96"/>
                    <a:pt x="23" y="95"/>
                  </a:cubicBezTo>
                  <a:cubicBezTo>
                    <a:pt x="24" y="94"/>
                    <a:pt x="25" y="92"/>
                    <a:pt x="26" y="92"/>
                  </a:cubicBezTo>
                  <a:cubicBezTo>
                    <a:pt x="27" y="91"/>
                    <a:pt x="28" y="90"/>
                    <a:pt x="29" y="89"/>
                  </a:cubicBezTo>
                  <a:cubicBezTo>
                    <a:pt x="29" y="89"/>
                    <a:pt x="29" y="89"/>
                    <a:pt x="29" y="88"/>
                  </a:cubicBezTo>
                  <a:cubicBezTo>
                    <a:pt x="28" y="89"/>
                    <a:pt x="28" y="89"/>
                    <a:pt x="28" y="89"/>
                  </a:cubicBezTo>
                  <a:cubicBezTo>
                    <a:pt x="27" y="89"/>
                    <a:pt x="26" y="90"/>
                    <a:pt x="25" y="90"/>
                  </a:cubicBezTo>
                  <a:cubicBezTo>
                    <a:pt x="24" y="90"/>
                    <a:pt x="23" y="89"/>
                    <a:pt x="23" y="89"/>
                  </a:cubicBezTo>
                  <a:cubicBezTo>
                    <a:pt x="21" y="91"/>
                    <a:pt x="20" y="90"/>
                    <a:pt x="19" y="91"/>
                  </a:cubicBezTo>
                  <a:cubicBezTo>
                    <a:pt x="16" y="93"/>
                    <a:pt x="13" y="97"/>
                    <a:pt x="9" y="99"/>
                  </a:cubicBezTo>
                  <a:cubicBezTo>
                    <a:pt x="8" y="99"/>
                    <a:pt x="6" y="99"/>
                    <a:pt x="4" y="100"/>
                  </a:cubicBezTo>
                  <a:cubicBezTo>
                    <a:pt x="3" y="101"/>
                    <a:pt x="4" y="104"/>
                    <a:pt x="3" y="106"/>
                  </a:cubicBezTo>
                  <a:cubicBezTo>
                    <a:pt x="3" y="110"/>
                    <a:pt x="0" y="114"/>
                    <a:pt x="3" y="117"/>
                  </a:cubicBezTo>
                  <a:cubicBezTo>
                    <a:pt x="4" y="118"/>
                    <a:pt x="6" y="119"/>
                    <a:pt x="7" y="120"/>
                  </a:cubicBezTo>
                  <a:cubicBezTo>
                    <a:pt x="7" y="120"/>
                    <a:pt x="8" y="121"/>
                    <a:pt x="8" y="121"/>
                  </a:cubicBezTo>
                  <a:cubicBezTo>
                    <a:pt x="8" y="120"/>
                    <a:pt x="9" y="120"/>
                    <a:pt x="9" y="119"/>
                  </a:cubicBezTo>
                  <a:cubicBezTo>
                    <a:pt x="10" y="119"/>
                    <a:pt x="11" y="119"/>
                    <a:pt x="11" y="119"/>
                  </a:cubicBezTo>
                  <a:cubicBezTo>
                    <a:pt x="15" y="119"/>
                    <a:pt x="17" y="114"/>
                    <a:pt x="20" y="112"/>
                  </a:cubicBezTo>
                  <a:cubicBezTo>
                    <a:pt x="20" y="112"/>
                    <a:pt x="21" y="112"/>
                    <a:pt x="21" y="112"/>
                  </a:cubicBezTo>
                  <a:cubicBezTo>
                    <a:pt x="23" y="111"/>
                    <a:pt x="24" y="109"/>
                    <a:pt x="25" y="108"/>
                  </a:cubicBezTo>
                  <a:cubicBezTo>
                    <a:pt x="26" y="108"/>
                    <a:pt x="27" y="108"/>
                    <a:pt x="27" y="107"/>
                  </a:cubicBezTo>
                  <a:cubicBezTo>
                    <a:pt x="29" y="107"/>
                    <a:pt x="30" y="106"/>
                    <a:pt x="31" y="105"/>
                  </a:cubicBezTo>
                  <a:cubicBezTo>
                    <a:pt x="33" y="104"/>
                    <a:pt x="37" y="99"/>
                    <a:pt x="40" y="100"/>
                  </a:cubicBezTo>
                  <a:cubicBezTo>
                    <a:pt x="41" y="98"/>
                    <a:pt x="53" y="92"/>
                    <a:pt x="56" y="92"/>
                  </a:cubicBezTo>
                  <a:cubicBezTo>
                    <a:pt x="56" y="92"/>
                    <a:pt x="56" y="92"/>
                    <a:pt x="56" y="92"/>
                  </a:cubicBezTo>
                  <a:cubicBezTo>
                    <a:pt x="56" y="93"/>
                    <a:pt x="56" y="94"/>
                    <a:pt x="56" y="96"/>
                  </a:cubicBezTo>
                  <a:cubicBezTo>
                    <a:pt x="56" y="97"/>
                    <a:pt x="55" y="97"/>
                    <a:pt x="54" y="99"/>
                  </a:cubicBezTo>
                  <a:cubicBezTo>
                    <a:pt x="54" y="100"/>
                    <a:pt x="54" y="101"/>
                    <a:pt x="54" y="102"/>
                  </a:cubicBezTo>
                  <a:cubicBezTo>
                    <a:pt x="53" y="104"/>
                    <a:pt x="49" y="107"/>
                    <a:pt x="47" y="108"/>
                  </a:cubicBezTo>
                  <a:cubicBezTo>
                    <a:pt x="45" y="107"/>
                    <a:pt x="44" y="106"/>
                    <a:pt x="41" y="106"/>
                  </a:cubicBezTo>
                  <a:cubicBezTo>
                    <a:pt x="40" y="108"/>
                    <a:pt x="39" y="112"/>
                    <a:pt x="39" y="114"/>
                  </a:cubicBezTo>
                  <a:cubicBezTo>
                    <a:pt x="40" y="115"/>
                    <a:pt x="40" y="117"/>
                    <a:pt x="40" y="119"/>
                  </a:cubicBezTo>
                  <a:cubicBezTo>
                    <a:pt x="39" y="121"/>
                    <a:pt x="40" y="123"/>
                    <a:pt x="39" y="126"/>
                  </a:cubicBezTo>
                  <a:cubicBezTo>
                    <a:pt x="39" y="128"/>
                    <a:pt x="39" y="130"/>
                    <a:pt x="38" y="132"/>
                  </a:cubicBezTo>
                  <a:cubicBezTo>
                    <a:pt x="39" y="133"/>
                    <a:pt x="39" y="134"/>
                    <a:pt x="40" y="135"/>
                  </a:cubicBezTo>
                  <a:cubicBezTo>
                    <a:pt x="39" y="137"/>
                    <a:pt x="39" y="138"/>
                    <a:pt x="39" y="140"/>
                  </a:cubicBezTo>
                  <a:cubicBezTo>
                    <a:pt x="40" y="141"/>
                    <a:pt x="43" y="146"/>
                    <a:pt x="44" y="147"/>
                  </a:cubicBezTo>
                  <a:cubicBezTo>
                    <a:pt x="46" y="147"/>
                    <a:pt x="47" y="147"/>
                    <a:pt x="48" y="147"/>
                  </a:cubicBezTo>
                  <a:cubicBezTo>
                    <a:pt x="49" y="147"/>
                    <a:pt x="51" y="148"/>
                    <a:pt x="52" y="148"/>
                  </a:cubicBezTo>
                  <a:cubicBezTo>
                    <a:pt x="53" y="149"/>
                    <a:pt x="56" y="148"/>
                    <a:pt x="57" y="148"/>
                  </a:cubicBezTo>
                  <a:cubicBezTo>
                    <a:pt x="58" y="147"/>
                    <a:pt x="59" y="147"/>
                    <a:pt x="59" y="146"/>
                  </a:cubicBezTo>
                  <a:cubicBezTo>
                    <a:pt x="58" y="144"/>
                    <a:pt x="58" y="142"/>
                    <a:pt x="57" y="140"/>
                  </a:cubicBezTo>
                  <a:cubicBezTo>
                    <a:pt x="57" y="139"/>
                    <a:pt x="57" y="138"/>
                    <a:pt x="57" y="136"/>
                  </a:cubicBezTo>
                  <a:cubicBezTo>
                    <a:pt x="57" y="135"/>
                    <a:pt x="55" y="133"/>
                    <a:pt x="55" y="131"/>
                  </a:cubicBezTo>
                  <a:cubicBezTo>
                    <a:pt x="55" y="131"/>
                    <a:pt x="55" y="131"/>
                    <a:pt x="55" y="130"/>
                  </a:cubicBezTo>
                  <a:cubicBezTo>
                    <a:pt x="55" y="128"/>
                    <a:pt x="55" y="128"/>
                    <a:pt x="55" y="128"/>
                  </a:cubicBezTo>
                  <a:cubicBezTo>
                    <a:pt x="56" y="127"/>
                    <a:pt x="57" y="125"/>
                    <a:pt x="57" y="123"/>
                  </a:cubicBezTo>
                  <a:cubicBezTo>
                    <a:pt x="58" y="122"/>
                    <a:pt x="58" y="120"/>
                    <a:pt x="59" y="119"/>
                  </a:cubicBezTo>
                  <a:cubicBezTo>
                    <a:pt x="59" y="117"/>
                    <a:pt x="61" y="116"/>
                    <a:pt x="62" y="115"/>
                  </a:cubicBezTo>
                  <a:cubicBezTo>
                    <a:pt x="64" y="114"/>
                    <a:pt x="65" y="112"/>
                    <a:pt x="66" y="111"/>
                  </a:cubicBezTo>
                  <a:cubicBezTo>
                    <a:pt x="70" y="109"/>
                    <a:pt x="75" y="108"/>
                    <a:pt x="79" y="108"/>
                  </a:cubicBezTo>
                  <a:cubicBezTo>
                    <a:pt x="79" y="108"/>
                    <a:pt x="79" y="109"/>
                    <a:pt x="79" y="109"/>
                  </a:cubicBezTo>
                  <a:cubicBezTo>
                    <a:pt x="77" y="112"/>
                    <a:pt x="75" y="114"/>
                    <a:pt x="73" y="116"/>
                  </a:cubicBezTo>
                  <a:cubicBezTo>
                    <a:pt x="72" y="117"/>
                    <a:pt x="72" y="117"/>
                    <a:pt x="71" y="118"/>
                  </a:cubicBezTo>
                  <a:cubicBezTo>
                    <a:pt x="70" y="119"/>
                    <a:pt x="68" y="120"/>
                    <a:pt x="67" y="120"/>
                  </a:cubicBezTo>
                  <a:cubicBezTo>
                    <a:pt x="66" y="120"/>
                    <a:pt x="66" y="120"/>
                    <a:pt x="66" y="120"/>
                  </a:cubicBezTo>
                  <a:cubicBezTo>
                    <a:pt x="65" y="121"/>
                    <a:pt x="64" y="122"/>
                    <a:pt x="63" y="123"/>
                  </a:cubicBezTo>
                  <a:cubicBezTo>
                    <a:pt x="63" y="123"/>
                    <a:pt x="62" y="123"/>
                    <a:pt x="62" y="123"/>
                  </a:cubicBezTo>
                  <a:cubicBezTo>
                    <a:pt x="61" y="123"/>
                    <a:pt x="59" y="126"/>
                    <a:pt x="59" y="126"/>
                  </a:cubicBezTo>
                  <a:cubicBezTo>
                    <a:pt x="56" y="131"/>
                    <a:pt x="58" y="141"/>
                    <a:pt x="62" y="142"/>
                  </a:cubicBezTo>
                  <a:cubicBezTo>
                    <a:pt x="64" y="143"/>
                    <a:pt x="66" y="141"/>
                    <a:pt x="67" y="141"/>
                  </a:cubicBezTo>
                  <a:cubicBezTo>
                    <a:pt x="69" y="140"/>
                    <a:pt x="71" y="141"/>
                    <a:pt x="72" y="140"/>
                  </a:cubicBezTo>
                  <a:cubicBezTo>
                    <a:pt x="74" y="141"/>
                    <a:pt x="85" y="139"/>
                    <a:pt x="86" y="136"/>
                  </a:cubicBezTo>
                  <a:cubicBezTo>
                    <a:pt x="89" y="134"/>
                    <a:pt x="85" y="127"/>
                    <a:pt x="84" y="125"/>
                  </a:cubicBezTo>
                  <a:cubicBezTo>
                    <a:pt x="84" y="122"/>
                    <a:pt x="88" y="120"/>
                    <a:pt x="90" y="118"/>
                  </a:cubicBezTo>
                  <a:cubicBezTo>
                    <a:pt x="94" y="114"/>
                    <a:pt x="94" y="110"/>
                    <a:pt x="100" y="107"/>
                  </a:cubicBezTo>
                  <a:cubicBezTo>
                    <a:pt x="100" y="106"/>
                    <a:pt x="101" y="102"/>
                    <a:pt x="101" y="100"/>
                  </a:cubicBezTo>
                  <a:cubicBezTo>
                    <a:pt x="100" y="100"/>
                    <a:pt x="96" y="94"/>
                    <a:pt x="96" y="94"/>
                  </a:cubicBezTo>
                  <a:cubicBezTo>
                    <a:pt x="94" y="93"/>
                    <a:pt x="93" y="94"/>
                    <a:pt x="92" y="93"/>
                  </a:cubicBezTo>
                  <a:cubicBezTo>
                    <a:pt x="87" y="91"/>
                    <a:pt x="83" y="94"/>
                    <a:pt x="79" y="96"/>
                  </a:cubicBezTo>
                  <a:cubicBezTo>
                    <a:pt x="74" y="96"/>
                    <a:pt x="74" y="96"/>
                    <a:pt x="74" y="96"/>
                  </a:cubicBezTo>
                  <a:cubicBezTo>
                    <a:pt x="70" y="96"/>
                    <a:pt x="67" y="96"/>
                    <a:pt x="65" y="98"/>
                  </a:cubicBezTo>
                  <a:cubicBezTo>
                    <a:pt x="64" y="98"/>
                    <a:pt x="64" y="98"/>
                    <a:pt x="63" y="97"/>
                  </a:cubicBezTo>
                  <a:cubicBezTo>
                    <a:pt x="64" y="95"/>
                    <a:pt x="66" y="89"/>
                    <a:pt x="66" y="86"/>
                  </a:cubicBezTo>
                  <a:cubicBezTo>
                    <a:pt x="68" y="86"/>
                    <a:pt x="69" y="86"/>
                    <a:pt x="71" y="85"/>
                  </a:cubicBezTo>
                  <a:cubicBezTo>
                    <a:pt x="73" y="84"/>
                    <a:pt x="74" y="82"/>
                    <a:pt x="75" y="82"/>
                  </a:cubicBezTo>
                  <a:cubicBezTo>
                    <a:pt x="77" y="81"/>
                    <a:pt x="80" y="81"/>
                    <a:pt x="82" y="80"/>
                  </a:cubicBezTo>
                  <a:cubicBezTo>
                    <a:pt x="86" y="79"/>
                    <a:pt x="90" y="77"/>
                    <a:pt x="94" y="75"/>
                  </a:cubicBezTo>
                  <a:cubicBezTo>
                    <a:pt x="95" y="75"/>
                    <a:pt x="95" y="74"/>
                    <a:pt x="96" y="74"/>
                  </a:cubicBezTo>
                  <a:cubicBezTo>
                    <a:pt x="98" y="74"/>
                    <a:pt x="100" y="73"/>
                    <a:pt x="102" y="72"/>
                  </a:cubicBezTo>
                  <a:cubicBezTo>
                    <a:pt x="104" y="72"/>
                    <a:pt x="104" y="72"/>
                    <a:pt x="104" y="72"/>
                  </a:cubicBezTo>
                  <a:cubicBezTo>
                    <a:pt x="105" y="72"/>
                    <a:pt x="107" y="71"/>
                    <a:pt x="109" y="70"/>
                  </a:cubicBezTo>
                  <a:cubicBezTo>
                    <a:pt x="111" y="70"/>
                    <a:pt x="113" y="70"/>
                    <a:pt x="115" y="70"/>
                  </a:cubicBezTo>
                  <a:cubicBezTo>
                    <a:pt x="116" y="70"/>
                    <a:pt x="118" y="68"/>
                    <a:pt x="120" y="69"/>
                  </a:cubicBezTo>
                  <a:cubicBezTo>
                    <a:pt x="122" y="69"/>
                    <a:pt x="123" y="67"/>
                    <a:pt x="123" y="66"/>
                  </a:cubicBezTo>
                  <a:cubicBezTo>
                    <a:pt x="123" y="65"/>
                    <a:pt x="122" y="65"/>
                    <a:pt x="122" y="64"/>
                  </a:cubicBezTo>
                  <a:close/>
                  <a:moveTo>
                    <a:pt x="81" y="68"/>
                  </a:moveTo>
                  <a:cubicBezTo>
                    <a:pt x="81" y="68"/>
                    <a:pt x="81" y="68"/>
                    <a:pt x="81" y="68"/>
                  </a:cubicBezTo>
                  <a:cubicBezTo>
                    <a:pt x="81" y="66"/>
                    <a:pt x="84" y="65"/>
                    <a:pt x="85" y="62"/>
                  </a:cubicBezTo>
                  <a:cubicBezTo>
                    <a:pt x="86" y="62"/>
                    <a:pt x="86" y="61"/>
                    <a:pt x="87" y="61"/>
                  </a:cubicBezTo>
                  <a:cubicBezTo>
                    <a:pt x="88" y="62"/>
                    <a:pt x="89" y="62"/>
                    <a:pt x="90" y="62"/>
                  </a:cubicBezTo>
                  <a:cubicBezTo>
                    <a:pt x="91" y="63"/>
                    <a:pt x="91" y="63"/>
                    <a:pt x="91" y="64"/>
                  </a:cubicBezTo>
                  <a:cubicBezTo>
                    <a:pt x="91" y="65"/>
                    <a:pt x="82" y="68"/>
                    <a:pt x="81" y="68"/>
                  </a:cubicBezTo>
                  <a:close/>
                </a:path>
              </a:pathLst>
            </a:custGeom>
            <a:grpFill/>
            <a:ln>
              <a:noFill/>
            </a:ln>
          </p:spPr>
          <p:txBody>
            <a:bodyPr vert="horz" wrap="square" lIns="91440" tIns="45720" rIns="91440" bIns="45720" numCol="1" anchor="t" anchorCtr="0" compatLnSpc="1"/>
            <a:lstStyle/>
            <a:p>
              <a:endParaRPr lang="zh-CN" altLang="en-US"/>
            </a:p>
          </p:txBody>
        </p:sp>
        <p:sp>
          <p:nvSpPr>
            <p:cNvPr id="52" name="Freeform 39"/>
            <p:cNvSpPr>
              <a:spLocks noEditPoints="1"/>
            </p:cNvSpPr>
            <p:nvPr/>
          </p:nvSpPr>
          <p:spPr bwMode="auto">
            <a:xfrm>
              <a:off x="9018642" y="2604419"/>
              <a:ext cx="550335" cy="871598"/>
            </a:xfrm>
            <a:custGeom>
              <a:avLst/>
              <a:gdLst>
                <a:gd name="T0" fmla="*/ 79 w 83"/>
                <a:gd name="T1" fmla="*/ 8 h 130"/>
                <a:gd name="T2" fmla="*/ 63 w 83"/>
                <a:gd name="T3" fmla="*/ 9 h 130"/>
                <a:gd name="T4" fmla="*/ 54 w 83"/>
                <a:gd name="T5" fmla="*/ 2 h 130"/>
                <a:gd name="T6" fmla="*/ 44 w 83"/>
                <a:gd name="T7" fmla="*/ 0 h 130"/>
                <a:gd name="T8" fmla="*/ 22 w 83"/>
                <a:gd name="T9" fmla="*/ 14 h 130"/>
                <a:gd name="T10" fmla="*/ 33 w 83"/>
                <a:gd name="T11" fmla="*/ 24 h 130"/>
                <a:gd name="T12" fmla="*/ 19 w 83"/>
                <a:gd name="T13" fmla="*/ 37 h 130"/>
                <a:gd name="T14" fmla="*/ 13 w 83"/>
                <a:gd name="T15" fmla="*/ 63 h 130"/>
                <a:gd name="T16" fmla="*/ 0 w 83"/>
                <a:gd name="T17" fmla="*/ 116 h 130"/>
                <a:gd name="T18" fmla="*/ 11 w 83"/>
                <a:gd name="T19" fmla="*/ 128 h 130"/>
                <a:gd name="T20" fmla="*/ 16 w 83"/>
                <a:gd name="T21" fmla="*/ 117 h 130"/>
                <a:gd name="T22" fmla="*/ 20 w 83"/>
                <a:gd name="T23" fmla="*/ 101 h 130"/>
                <a:gd name="T24" fmla="*/ 25 w 83"/>
                <a:gd name="T25" fmla="*/ 90 h 130"/>
                <a:gd name="T26" fmla="*/ 24 w 83"/>
                <a:gd name="T27" fmla="*/ 83 h 130"/>
                <a:gd name="T28" fmla="*/ 12 w 83"/>
                <a:gd name="T29" fmla="*/ 105 h 130"/>
                <a:gd name="T30" fmla="*/ 15 w 83"/>
                <a:gd name="T31" fmla="*/ 82 h 130"/>
                <a:gd name="T32" fmla="*/ 24 w 83"/>
                <a:gd name="T33" fmla="*/ 71 h 130"/>
                <a:gd name="T34" fmla="*/ 40 w 83"/>
                <a:gd name="T35" fmla="*/ 64 h 130"/>
                <a:gd name="T36" fmla="*/ 46 w 83"/>
                <a:gd name="T37" fmla="*/ 50 h 130"/>
                <a:gd name="T38" fmla="*/ 46 w 83"/>
                <a:gd name="T39" fmla="*/ 39 h 130"/>
                <a:gd name="T40" fmla="*/ 44 w 83"/>
                <a:gd name="T41" fmla="*/ 23 h 130"/>
                <a:gd name="T42" fmla="*/ 52 w 83"/>
                <a:gd name="T43" fmla="*/ 21 h 130"/>
                <a:gd name="T44" fmla="*/ 49 w 83"/>
                <a:gd name="T45" fmla="*/ 33 h 130"/>
                <a:gd name="T46" fmla="*/ 54 w 83"/>
                <a:gd name="T47" fmla="*/ 30 h 130"/>
                <a:gd name="T48" fmla="*/ 55 w 83"/>
                <a:gd name="T49" fmla="*/ 31 h 130"/>
                <a:gd name="T50" fmla="*/ 49 w 83"/>
                <a:gd name="T51" fmla="*/ 34 h 130"/>
                <a:gd name="T52" fmla="*/ 49 w 83"/>
                <a:gd name="T53" fmla="*/ 40 h 130"/>
                <a:gd name="T54" fmla="*/ 55 w 83"/>
                <a:gd name="T55" fmla="*/ 48 h 130"/>
                <a:gd name="T56" fmla="*/ 54 w 83"/>
                <a:gd name="T57" fmla="*/ 50 h 130"/>
                <a:gd name="T58" fmla="*/ 59 w 83"/>
                <a:gd name="T59" fmla="*/ 52 h 130"/>
                <a:gd name="T60" fmla="*/ 49 w 83"/>
                <a:gd name="T61" fmla="*/ 58 h 130"/>
                <a:gd name="T62" fmla="*/ 49 w 83"/>
                <a:gd name="T63" fmla="*/ 68 h 130"/>
                <a:gd name="T64" fmla="*/ 59 w 83"/>
                <a:gd name="T65" fmla="*/ 63 h 130"/>
                <a:gd name="T66" fmla="*/ 68 w 83"/>
                <a:gd name="T67" fmla="*/ 62 h 130"/>
                <a:gd name="T68" fmla="*/ 78 w 83"/>
                <a:gd name="T69" fmla="*/ 46 h 130"/>
                <a:gd name="T70" fmla="*/ 73 w 83"/>
                <a:gd name="T71" fmla="*/ 35 h 130"/>
                <a:gd name="T72" fmla="*/ 67 w 83"/>
                <a:gd name="T73" fmla="*/ 35 h 130"/>
                <a:gd name="T74" fmla="*/ 68 w 83"/>
                <a:gd name="T75" fmla="*/ 29 h 130"/>
                <a:gd name="T76" fmla="*/ 24 w 83"/>
                <a:gd name="T77" fmla="*/ 50 h 130"/>
                <a:gd name="T78" fmla="*/ 30 w 83"/>
                <a:gd name="T79" fmla="*/ 57 h 130"/>
                <a:gd name="T80" fmla="*/ 30 w 83"/>
                <a:gd name="T81" fmla="*/ 55 h 130"/>
                <a:gd name="T82" fmla="*/ 43 w 83"/>
                <a:gd name="T83" fmla="*/ 47 h 130"/>
                <a:gd name="T84" fmla="*/ 40 w 83"/>
                <a:gd name="T85" fmla="*/ 4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3" h="130">
                  <a:moveTo>
                    <a:pt x="83" y="16"/>
                  </a:moveTo>
                  <a:cubicBezTo>
                    <a:pt x="82" y="16"/>
                    <a:pt x="82" y="15"/>
                    <a:pt x="82" y="14"/>
                  </a:cubicBezTo>
                  <a:cubicBezTo>
                    <a:pt x="81" y="11"/>
                    <a:pt x="81" y="10"/>
                    <a:pt x="79" y="8"/>
                  </a:cubicBezTo>
                  <a:cubicBezTo>
                    <a:pt x="79" y="8"/>
                    <a:pt x="78" y="8"/>
                    <a:pt x="78" y="7"/>
                  </a:cubicBezTo>
                  <a:cubicBezTo>
                    <a:pt x="77" y="7"/>
                    <a:pt x="77" y="5"/>
                    <a:pt x="76" y="5"/>
                  </a:cubicBezTo>
                  <a:cubicBezTo>
                    <a:pt x="71" y="3"/>
                    <a:pt x="66" y="7"/>
                    <a:pt x="63" y="9"/>
                  </a:cubicBezTo>
                  <a:cubicBezTo>
                    <a:pt x="61" y="9"/>
                    <a:pt x="60" y="9"/>
                    <a:pt x="59" y="9"/>
                  </a:cubicBezTo>
                  <a:cubicBezTo>
                    <a:pt x="57" y="7"/>
                    <a:pt x="56" y="4"/>
                    <a:pt x="56" y="1"/>
                  </a:cubicBezTo>
                  <a:cubicBezTo>
                    <a:pt x="55" y="1"/>
                    <a:pt x="55" y="1"/>
                    <a:pt x="54" y="2"/>
                  </a:cubicBezTo>
                  <a:cubicBezTo>
                    <a:pt x="53" y="2"/>
                    <a:pt x="52" y="1"/>
                    <a:pt x="51" y="0"/>
                  </a:cubicBezTo>
                  <a:cubicBezTo>
                    <a:pt x="50" y="0"/>
                    <a:pt x="48" y="0"/>
                    <a:pt x="47" y="0"/>
                  </a:cubicBezTo>
                  <a:cubicBezTo>
                    <a:pt x="46" y="0"/>
                    <a:pt x="45" y="0"/>
                    <a:pt x="44" y="0"/>
                  </a:cubicBezTo>
                  <a:cubicBezTo>
                    <a:pt x="41" y="1"/>
                    <a:pt x="38" y="3"/>
                    <a:pt x="35" y="5"/>
                  </a:cubicBezTo>
                  <a:cubicBezTo>
                    <a:pt x="35" y="5"/>
                    <a:pt x="34" y="6"/>
                    <a:pt x="34" y="6"/>
                  </a:cubicBezTo>
                  <a:cubicBezTo>
                    <a:pt x="29" y="8"/>
                    <a:pt x="27" y="12"/>
                    <a:pt x="22" y="14"/>
                  </a:cubicBezTo>
                  <a:cubicBezTo>
                    <a:pt x="22" y="18"/>
                    <a:pt x="28" y="24"/>
                    <a:pt x="33" y="23"/>
                  </a:cubicBezTo>
                  <a:cubicBezTo>
                    <a:pt x="33" y="23"/>
                    <a:pt x="33" y="23"/>
                    <a:pt x="33" y="24"/>
                  </a:cubicBezTo>
                  <a:cubicBezTo>
                    <a:pt x="33" y="24"/>
                    <a:pt x="33" y="24"/>
                    <a:pt x="33" y="24"/>
                  </a:cubicBezTo>
                  <a:cubicBezTo>
                    <a:pt x="32" y="26"/>
                    <a:pt x="30" y="25"/>
                    <a:pt x="28" y="27"/>
                  </a:cubicBezTo>
                  <a:cubicBezTo>
                    <a:pt x="25" y="28"/>
                    <a:pt x="25" y="32"/>
                    <a:pt x="23" y="34"/>
                  </a:cubicBezTo>
                  <a:cubicBezTo>
                    <a:pt x="22" y="35"/>
                    <a:pt x="19" y="35"/>
                    <a:pt x="19" y="37"/>
                  </a:cubicBezTo>
                  <a:cubicBezTo>
                    <a:pt x="17" y="40"/>
                    <a:pt x="18" y="42"/>
                    <a:pt x="17" y="45"/>
                  </a:cubicBezTo>
                  <a:cubicBezTo>
                    <a:pt x="16" y="49"/>
                    <a:pt x="15" y="52"/>
                    <a:pt x="14" y="55"/>
                  </a:cubicBezTo>
                  <a:cubicBezTo>
                    <a:pt x="14" y="58"/>
                    <a:pt x="13" y="60"/>
                    <a:pt x="13" y="63"/>
                  </a:cubicBezTo>
                  <a:cubicBezTo>
                    <a:pt x="10" y="73"/>
                    <a:pt x="8" y="85"/>
                    <a:pt x="5" y="96"/>
                  </a:cubicBezTo>
                  <a:cubicBezTo>
                    <a:pt x="4" y="101"/>
                    <a:pt x="3" y="106"/>
                    <a:pt x="3" y="112"/>
                  </a:cubicBezTo>
                  <a:cubicBezTo>
                    <a:pt x="2" y="113"/>
                    <a:pt x="0" y="114"/>
                    <a:pt x="0" y="116"/>
                  </a:cubicBezTo>
                  <a:cubicBezTo>
                    <a:pt x="1" y="121"/>
                    <a:pt x="2" y="125"/>
                    <a:pt x="5" y="128"/>
                  </a:cubicBezTo>
                  <a:cubicBezTo>
                    <a:pt x="6" y="129"/>
                    <a:pt x="7" y="129"/>
                    <a:pt x="8" y="130"/>
                  </a:cubicBezTo>
                  <a:cubicBezTo>
                    <a:pt x="9" y="130"/>
                    <a:pt x="11" y="130"/>
                    <a:pt x="11" y="128"/>
                  </a:cubicBezTo>
                  <a:cubicBezTo>
                    <a:pt x="12" y="128"/>
                    <a:pt x="12" y="128"/>
                    <a:pt x="13" y="128"/>
                  </a:cubicBezTo>
                  <a:cubicBezTo>
                    <a:pt x="14" y="126"/>
                    <a:pt x="14" y="124"/>
                    <a:pt x="15" y="121"/>
                  </a:cubicBezTo>
                  <a:cubicBezTo>
                    <a:pt x="15" y="120"/>
                    <a:pt x="16" y="119"/>
                    <a:pt x="16" y="117"/>
                  </a:cubicBezTo>
                  <a:cubicBezTo>
                    <a:pt x="16" y="116"/>
                    <a:pt x="16" y="114"/>
                    <a:pt x="17" y="113"/>
                  </a:cubicBezTo>
                  <a:cubicBezTo>
                    <a:pt x="17" y="110"/>
                    <a:pt x="19" y="107"/>
                    <a:pt x="20" y="105"/>
                  </a:cubicBezTo>
                  <a:cubicBezTo>
                    <a:pt x="20" y="103"/>
                    <a:pt x="20" y="102"/>
                    <a:pt x="20" y="101"/>
                  </a:cubicBezTo>
                  <a:cubicBezTo>
                    <a:pt x="21" y="98"/>
                    <a:pt x="22" y="96"/>
                    <a:pt x="23" y="94"/>
                  </a:cubicBezTo>
                  <a:cubicBezTo>
                    <a:pt x="24" y="93"/>
                    <a:pt x="23" y="92"/>
                    <a:pt x="23" y="91"/>
                  </a:cubicBezTo>
                  <a:cubicBezTo>
                    <a:pt x="24" y="91"/>
                    <a:pt x="24" y="90"/>
                    <a:pt x="25" y="90"/>
                  </a:cubicBezTo>
                  <a:cubicBezTo>
                    <a:pt x="26" y="88"/>
                    <a:pt x="26" y="87"/>
                    <a:pt x="27" y="86"/>
                  </a:cubicBezTo>
                  <a:cubicBezTo>
                    <a:pt x="27" y="85"/>
                    <a:pt x="26" y="84"/>
                    <a:pt x="26" y="84"/>
                  </a:cubicBezTo>
                  <a:cubicBezTo>
                    <a:pt x="25" y="84"/>
                    <a:pt x="24" y="84"/>
                    <a:pt x="24" y="83"/>
                  </a:cubicBezTo>
                  <a:cubicBezTo>
                    <a:pt x="22" y="85"/>
                    <a:pt x="21" y="87"/>
                    <a:pt x="20" y="90"/>
                  </a:cubicBezTo>
                  <a:cubicBezTo>
                    <a:pt x="18" y="94"/>
                    <a:pt x="16" y="97"/>
                    <a:pt x="14" y="100"/>
                  </a:cubicBezTo>
                  <a:cubicBezTo>
                    <a:pt x="13" y="103"/>
                    <a:pt x="13" y="104"/>
                    <a:pt x="12" y="105"/>
                  </a:cubicBezTo>
                  <a:cubicBezTo>
                    <a:pt x="11" y="101"/>
                    <a:pt x="12" y="99"/>
                    <a:pt x="13" y="95"/>
                  </a:cubicBezTo>
                  <a:cubicBezTo>
                    <a:pt x="13" y="93"/>
                    <a:pt x="13" y="92"/>
                    <a:pt x="13" y="90"/>
                  </a:cubicBezTo>
                  <a:cubicBezTo>
                    <a:pt x="14" y="87"/>
                    <a:pt x="15" y="84"/>
                    <a:pt x="15" y="82"/>
                  </a:cubicBezTo>
                  <a:cubicBezTo>
                    <a:pt x="17" y="78"/>
                    <a:pt x="16" y="73"/>
                    <a:pt x="18" y="69"/>
                  </a:cubicBezTo>
                  <a:cubicBezTo>
                    <a:pt x="18" y="69"/>
                    <a:pt x="18" y="69"/>
                    <a:pt x="18" y="69"/>
                  </a:cubicBezTo>
                  <a:cubicBezTo>
                    <a:pt x="20" y="70"/>
                    <a:pt x="21" y="72"/>
                    <a:pt x="24" y="71"/>
                  </a:cubicBezTo>
                  <a:cubicBezTo>
                    <a:pt x="27" y="71"/>
                    <a:pt x="30" y="68"/>
                    <a:pt x="33" y="67"/>
                  </a:cubicBezTo>
                  <a:cubicBezTo>
                    <a:pt x="35" y="67"/>
                    <a:pt x="36" y="66"/>
                    <a:pt x="38" y="66"/>
                  </a:cubicBezTo>
                  <a:cubicBezTo>
                    <a:pt x="39" y="66"/>
                    <a:pt x="39" y="64"/>
                    <a:pt x="40" y="64"/>
                  </a:cubicBezTo>
                  <a:cubicBezTo>
                    <a:pt x="42" y="63"/>
                    <a:pt x="43" y="63"/>
                    <a:pt x="44" y="61"/>
                  </a:cubicBezTo>
                  <a:cubicBezTo>
                    <a:pt x="45" y="60"/>
                    <a:pt x="44" y="58"/>
                    <a:pt x="45" y="57"/>
                  </a:cubicBezTo>
                  <a:cubicBezTo>
                    <a:pt x="45" y="56"/>
                    <a:pt x="47" y="53"/>
                    <a:pt x="46" y="50"/>
                  </a:cubicBezTo>
                  <a:cubicBezTo>
                    <a:pt x="46" y="49"/>
                    <a:pt x="44" y="47"/>
                    <a:pt x="44" y="46"/>
                  </a:cubicBezTo>
                  <a:cubicBezTo>
                    <a:pt x="45" y="45"/>
                    <a:pt x="46" y="44"/>
                    <a:pt x="47" y="43"/>
                  </a:cubicBezTo>
                  <a:cubicBezTo>
                    <a:pt x="47" y="41"/>
                    <a:pt x="46" y="40"/>
                    <a:pt x="46" y="39"/>
                  </a:cubicBezTo>
                  <a:cubicBezTo>
                    <a:pt x="46" y="37"/>
                    <a:pt x="46" y="36"/>
                    <a:pt x="46" y="34"/>
                  </a:cubicBezTo>
                  <a:cubicBezTo>
                    <a:pt x="45" y="32"/>
                    <a:pt x="42" y="30"/>
                    <a:pt x="42" y="27"/>
                  </a:cubicBezTo>
                  <a:cubicBezTo>
                    <a:pt x="43" y="26"/>
                    <a:pt x="43" y="24"/>
                    <a:pt x="44" y="23"/>
                  </a:cubicBezTo>
                  <a:cubicBezTo>
                    <a:pt x="45" y="21"/>
                    <a:pt x="51" y="16"/>
                    <a:pt x="54" y="16"/>
                  </a:cubicBezTo>
                  <a:cubicBezTo>
                    <a:pt x="54" y="16"/>
                    <a:pt x="54" y="16"/>
                    <a:pt x="54" y="16"/>
                  </a:cubicBezTo>
                  <a:cubicBezTo>
                    <a:pt x="53" y="17"/>
                    <a:pt x="51" y="19"/>
                    <a:pt x="52" y="21"/>
                  </a:cubicBezTo>
                  <a:cubicBezTo>
                    <a:pt x="52" y="22"/>
                    <a:pt x="53" y="23"/>
                    <a:pt x="55" y="23"/>
                  </a:cubicBezTo>
                  <a:cubicBezTo>
                    <a:pt x="56" y="24"/>
                    <a:pt x="56" y="25"/>
                    <a:pt x="56" y="28"/>
                  </a:cubicBezTo>
                  <a:cubicBezTo>
                    <a:pt x="54" y="30"/>
                    <a:pt x="51" y="31"/>
                    <a:pt x="49" y="33"/>
                  </a:cubicBezTo>
                  <a:cubicBezTo>
                    <a:pt x="49" y="33"/>
                    <a:pt x="49" y="34"/>
                    <a:pt x="49" y="34"/>
                  </a:cubicBezTo>
                  <a:cubicBezTo>
                    <a:pt x="49" y="34"/>
                    <a:pt x="49" y="34"/>
                    <a:pt x="49" y="34"/>
                  </a:cubicBezTo>
                  <a:cubicBezTo>
                    <a:pt x="51" y="33"/>
                    <a:pt x="53" y="31"/>
                    <a:pt x="54" y="30"/>
                  </a:cubicBezTo>
                  <a:cubicBezTo>
                    <a:pt x="54" y="30"/>
                    <a:pt x="55" y="30"/>
                    <a:pt x="55" y="30"/>
                  </a:cubicBezTo>
                  <a:cubicBezTo>
                    <a:pt x="55" y="30"/>
                    <a:pt x="55" y="30"/>
                    <a:pt x="55" y="30"/>
                  </a:cubicBezTo>
                  <a:cubicBezTo>
                    <a:pt x="55" y="30"/>
                    <a:pt x="55" y="31"/>
                    <a:pt x="55" y="31"/>
                  </a:cubicBezTo>
                  <a:cubicBezTo>
                    <a:pt x="53" y="33"/>
                    <a:pt x="50" y="33"/>
                    <a:pt x="49" y="36"/>
                  </a:cubicBezTo>
                  <a:cubicBezTo>
                    <a:pt x="49" y="36"/>
                    <a:pt x="49" y="36"/>
                    <a:pt x="49" y="36"/>
                  </a:cubicBezTo>
                  <a:cubicBezTo>
                    <a:pt x="49" y="35"/>
                    <a:pt x="49" y="35"/>
                    <a:pt x="49" y="34"/>
                  </a:cubicBezTo>
                  <a:cubicBezTo>
                    <a:pt x="49" y="34"/>
                    <a:pt x="49" y="34"/>
                    <a:pt x="49" y="34"/>
                  </a:cubicBezTo>
                  <a:cubicBezTo>
                    <a:pt x="49" y="35"/>
                    <a:pt x="48" y="35"/>
                    <a:pt x="48" y="36"/>
                  </a:cubicBezTo>
                  <a:cubicBezTo>
                    <a:pt x="48" y="37"/>
                    <a:pt x="49" y="39"/>
                    <a:pt x="49" y="40"/>
                  </a:cubicBezTo>
                  <a:cubicBezTo>
                    <a:pt x="50" y="41"/>
                    <a:pt x="52" y="40"/>
                    <a:pt x="54" y="41"/>
                  </a:cubicBezTo>
                  <a:cubicBezTo>
                    <a:pt x="54" y="43"/>
                    <a:pt x="53" y="44"/>
                    <a:pt x="53" y="47"/>
                  </a:cubicBezTo>
                  <a:cubicBezTo>
                    <a:pt x="54" y="47"/>
                    <a:pt x="55" y="47"/>
                    <a:pt x="55" y="48"/>
                  </a:cubicBezTo>
                  <a:cubicBezTo>
                    <a:pt x="55" y="48"/>
                    <a:pt x="55" y="48"/>
                    <a:pt x="55" y="48"/>
                  </a:cubicBezTo>
                  <a:cubicBezTo>
                    <a:pt x="55" y="49"/>
                    <a:pt x="54" y="49"/>
                    <a:pt x="54" y="50"/>
                  </a:cubicBezTo>
                  <a:cubicBezTo>
                    <a:pt x="54" y="50"/>
                    <a:pt x="54" y="50"/>
                    <a:pt x="54" y="50"/>
                  </a:cubicBezTo>
                  <a:cubicBezTo>
                    <a:pt x="55" y="50"/>
                    <a:pt x="56" y="49"/>
                    <a:pt x="56" y="48"/>
                  </a:cubicBezTo>
                  <a:cubicBezTo>
                    <a:pt x="57" y="48"/>
                    <a:pt x="58" y="47"/>
                    <a:pt x="59" y="47"/>
                  </a:cubicBezTo>
                  <a:cubicBezTo>
                    <a:pt x="59" y="49"/>
                    <a:pt x="59" y="51"/>
                    <a:pt x="59" y="52"/>
                  </a:cubicBezTo>
                  <a:cubicBezTo>
                    <a:pt x="58" y="54"/>
                    <a:pt x="53" y="57"/>
                    <a:pt x="50" y="57"/>
                  </a:cubicBezTo>
                  <a:cubicBezTo>
                    <a:pt x="50" y="56"/>
                    <a:pt x="51" y="56"/>
                    <a:pt x="51" y="55"/>
                  </a:cubicBezTo>
                  <a:cubicBezTo>
                    <a:pt x="50" y="56"/>
                    <a:pt x="50" y="57"/>
                    <a:pt x="49" y="58"/>
                  </a:cubicBezTo>
                  <a:cubicBezTo>
                    <a:pt x="48" y="59"/>
                    <a:pt x="46" y="59"/>
                    <a:pt x="45" y="60"/>
                  </a:cubicBezTo>
                  <a:cubicBezTo>
                    <a:pt x="44" y="63"/>
                    <a:pt x="47" y="65"/>
                    <a:pt x="49" y="66"/>
                  </a:cubicBezTo>
                  <a:cubicBezTo>
                    <a:pt x="49" y="67"/>
                    <a:pt x="49" y="67"/>
                    <a:pt x="49" y="68"/>
                  </a:cubicBezTo>
                  <a:cubicBezTo>
                    <a:pt x="50" y="68"/>
                    <a:pt x="51" y="69"/>
                    <a:pt x="52" y="69"/>
                  </a:cubicBezTo>
                  <a:cubicBezTo>
                    <a:pt x="55" y="69"/>
                    <a:pt x="55" y="67"/>
                    <a:pt x="57" y="65"/>
                  </a:cubicBezTo>
                  <a:cubicBezTo>
                    <a:pt x="58" y="64"/>
                    <a:pt x="59" y="64"/>
                    <a:pt x="59" y="63"/>
                  </a:cubicBezTo>
                  <a:cubicBezTo>
                    <a:pt x="60" y="63"/>
                    <a:pt x="60" y="63"/>
                    <a:pt x="61" y="63"/>
                  </a:cubicBezTo>
                  <a:cubicBezTo>
                    <a:pt x="62" y="65"/>
                    <a:pt x="62" y="66"/>
                    <a:pt x="64" y="67"/>
                  </a:cubicBezTo>
                  <a:cubicBezTo>
                    <a:pt x="65" y="66"/>
                    <a:pt x="67" y="64"/>
                    <a:pt x="68" y="62"/>
                  </a:cubicBezTo>
                  <a:cubicBezTo>
                    <a:pt x="68" y="61"/>
                    <a:pt x="68" y="60"/>
                    <a:pt x="68" y="60"/>
                  </a:cubicBezTo>
                  <a:cubicBezTo>
                    <a:pt x="71" y="57"/>
                    <a:pt x="77" y="53"/>
                    <a:pt x="78" y="49"/>
                  </a:cubicBezTo>
                  <a:cubicBezTo>
                    <a:pt x="78" y="48"/>
                    <a:pt x="77" y="47"/>
                    <a:pt x="78" y="46"/>
                  </a:cubicBezTo>
                  <a:cubicBezTo>
                    <a:pt x="78" y="42"/>
                    <a:pt x="76" y="43"/>
                    <a:pt x="75" y="41"/>
                  </a:cubicBezTo>
                  <a:cubicBezTo>
                    <a:pt x="75" y="39"/>
                    <a:pt x="74" y="38"/>
                    <a:pt x="74" y="37"/>
                  </a:cubicBezTo>
                  <a:cubicBezTo>
                    <a:pt x="74" y="36"/>
                    <a:pt x="73" y="36"/>
                    <a:pt x="73" y="35"/>
                  </a:cubicBezTo>
                  <a:cubicBezTo>
                    <a:pt x="72" y="35"/>
                    <a:pt x="72" y="34"/>
                    <a:pt x="71" y="34"/>
                  </a:cubicBezTo>
                  <a:cubicBezTo>
                    <a:pt x="71" y="34"/>
                    <a:pt x="71" y="33"/>
                    <a:pt x="71" y="33"/>
                  </a:cubicBezTo>
                  <a:cubicBezTo>
                    <a:pt x="70" y="35"/>
                    <a:pt x="69" y="39"/>
                    <a:pt x="67" y="35"/>
                  </a:cubicBezTo>
                  <a:cubicBezTo>
                    <a:pt x="67" y="35"/>
                    <a:pt x="67" y="34"/>
                    <a:pt x="67" y="34"/>
                  </a:cubicBezTo>
                  <a:cubicBezTo>
                    <a:pt x="68" y="34"/>
                    <a:pt x="69" y="34"/>
                    <a:pt x="69" y="34"/>
                  </a:cubicBezTo>
                  <a:cubicBezTo>
                    <a:pt x="69" y="32"/>
                    <a:pt x="68" y="30"/>
                    <a:pt x="68" y="29"/>
                  </a:cubicBezTo>
                  <a:cubicBezTo>
                    <a:pt x="72" y="28"/>
                    <a:pt x="82" y="20"/>
                    <a:pt x="83" y="16"/>
                  </a:cubicBezTo>
                  <a:close/>
                  <a:moveTo>
                    <a:pt x="23" y="51"/>
                  </a:moveTo>
                  <a:cubicBezTo>
                    <a:pt x="23" y="50"/>
                    <a:pt x="23" y="50"/>
                    <a:pt x="24" y="50"/>
                  </a:cubicBezTo>
                  <a:cubicBezTo>
                    <a:pt x="24" y="50"/>
                    <a:pt x="24" y="50"/>
                    <a:pt x="24" y="50"/>
                  </a:cubicBezTo>
                  <a:cubicBezTo>
                    <a:pt x="24" y="51"/>
                    <a:pt x="24" y="51"/>
                    <a:pt x="23" y="51"/>
                  </a:cubicBezTo>
                  <a:close/>
                  <a:moveTo>
                    <a:pt x="30" y="57"/>
                  </a:moveTo>
                  <a:cubicBezTo>
                    <a:pt x="29" y="57"/>
                    <a:pt x="28" y="58"/>
                    <a:pt x="27" y="58"/>
                  </a:cubicBezTo>
                  <a:cubicBezTo>
                    <a:pt x="27" y="56"/>
                    <a:pt x="28" y="56"/>
                    <a:pt x="29" y="55"/>
                  </a:cubicBezTo>
                  <a:cubicBezTo>
                    <a:pt x="29" y="55"/>
                    <a:pt x="29" y="55"/>
                    <a:pt x="30" y="55"/>
                  </a:cubicBezTo>
                  <a:cubicBezTo>
                    <a:pt x="30" y="56"/>
                    <a:pt x="30" y="56"/>
                    <a:pt x="30" y="57"/>
                  </a:cubicBezTo>
                  <a:close/>
                  <a:moveTo>
                    <a:pt x="42" y="46"/>
                  </a:moveTo>
                  <a:cubicBezTo>
                    <a:pt x="42" y="47"/>
                    <a:pt x="43" y="47"/>
                    <a:pt x="43" y="47"/>
                  </a:cubicBezTo>
                  <a:cubicBezTo>
                    <a:pt x="43" y="49"/>
                    <a:pt x="41" y="53"/>
                    <a:pt x="39" y="53"/>
                  </a:cubicBezTo>
                  <a:cubicBezTo>
                    <a:pt x="39" y="53"/>
                    <a:pt x="39" y="53"/>
                    <a:pt x="39" y="53"/>
                  </a:cubicBezTo>
                  <a:cubicBezTo>
                    <a:pt x="39" y="52"/>
                    <a:pt x="39" y="48"/>
                    <a:pt x="40" y="47"/>
                  </a:cubicBezTo>
                  <a:cubicBezTo>
                    <a:pt x="41" y="47"/>
                    <a:pt x="41" y="47"/>
                    <a:pt x="42" y="46"/>
                  </a:cubicBezTo>
                  <a:cubicBezTo>
                    <a:pt x="42" y="46"/>
                    <a:pt x="42" y="46"/>
                    <a:pt x="42" y="46"/>
                  </a:cubicBezTo>
                  <a:close/>
                </a:path>
              </a:pathLst>
            </a:custGeom>
            <a:grpFill/>
            <a:ln>
              <a:noFill/>
            </a:ln>
          </p:spPr>
          <p:txBody>
            <a:bodyPr vert="horz" wrap="square" lIns="91440" tIns="45720" rIns="91440" bIns="45720" numCol="1" anchor="t" anchorCtr="0" compatLnSpc="1"/>
            <a:lstStyle/>
            <a:p>
              <a:endParaRPr lang="zh-CN" altLang="en-US"/>
            </a:p>
          </p:txBody>
        </p:sp>
        <p:sp>
          <p:nvSpPr>
            <p:cNvPr id="53" name="Freeform 40"/>
            <p:cNvSpPr>
              <a:spLocks noEditPoints="1"/>
            </p:cNvSpPr>
            <p:nvPr/>
          </p:nvSpPr>
          <p:spPr bwMode="auto">
            <a:xfrm>
              <a:off x="3065520" y="2408868"/>
              <a:ext cx="622968" cy="1209622"/>
            </a:xfrm>
            <a:custGeom>
              <a:avLst/>
              <a:gdLst>
                <a:gd name="T0" fmla="*/ 90 w 94"/>
                <a:gd name="T1" fmla="*/ 28 h 180"/>
                <a:gd name="T2" fmla="*/ 80 w 94"/>
                <a:gd name="T3" fmla="*/ 13 h 180"/>
                <a:gd name="T4" fmla="*/ 72 w 94"/>
                <a:gd name="T5" fmla="*/ 18 h 180"/>
                <a:gd name="T6" fmla="*/ 59 w 94"/>
                <a:gd name="T7" fmla="*/ 23 h 180"/>
                <a:gd name="T8" fmla="*/ 57 w 94"/>
                <a:gd name="T9" fmla="*/ 9 h 180"/>
                <a:gd name="T10" fmla="*/ 48 w 94"/>
                <a:gd name="T11" fmla="*/ 1 h 180"/>
                <a:gd name="T12" fmla="*/ 41 w 94"/>
                <a:gd name="T13" fmla="*/ 9 h 180"/>
                <a:gd name="T14" fmla="*/ 43 w 94"/>
                <a:gd name="T15" fmla="*/ 29 h 180"/>
                <a:gd name="T16" fmla="*/ 15 w 94"/>
                <a:gd name="T17" fmla="*/ 37 h 180"/>
                <a:gd name="T18" fmla="*/ 1 w 94"/>
                <a:gd name="T19" fmla="*/ 52 h 180"/>
                <a:gd name="T20" fmla="*/ 9 w 94"/>
                <a:gd name="T21" fmla="*/ 64 h 180"/>
                <a:gd name="T22" fmla="*/ 15 w 94"/>
                <a:gd name="T23" fmla="*/ 65 h 180"/>
                <a:gd name="T24" fmla="*/ 19 w 94"/>
                <a:gd name="T25" fmla="*/ 62 h 180"/>
                <a:gd name="T26" fmla="*/ 29 w 94"/>
                <a:gd name="T27" fmla="*/ 55 h 180"/>
                <a:gd name="T28" fmla="*/ 41 w 94"/>
                <a:gd name="T29" fmla="*/ 49 h 180"/>
                <a:gd name="T30" fmla="*/ 36 w 94"/>
                <a:gd name="T31" fmla="*/ 61 h 180"/>
                <a:gd name="T32" fmla="*/ 26 w 94"/>
                <a:gd name="T33" fmla="*/ 82 h 180"/>
                <a:gd name="T34" fmla="*/ 26 w 94"/>
                <a:gd name="T35" fmla="*/ 86 h 180"/>
                <a:gd name="T36" fmla="*/ 20 w 94"/>
                <a:gd name="T37" fmla="*/ 96 h 180"/>
                <a:gd name="T38" fmla="*/ 34 w 94"/>
                <a:gd name="T39" fmla="*/ 95 h 180"/>
                <a:gd name="T40" fmla="*/ 31 w 94"/>
                <a:gd name="T41" fmla="*/ 103 h 180"/>
                <a:gd name="T42" fmla="*/ 36 w 94"/>
                <a:gd name="T43" fmla="*/ 112 h 180"/>
                <a:gd name="T44" fmla="*/ 43 w 94"/>
                <a:gd name="T45" fmla="*/ 129 h 180"/>
                <a:gd name="T46" fmla="*/ 47 w 94"/>
                <a:gd name="T47" fmla="*/ 150 h 180"/>
                <a:gd name="T48" fmla="*/ 37 w 94"/>
                <a:gd name="T49" fmla="*/ 160 h 180"/>
                <a:gd name="T50" fmla="*/ 26 w 94"/>
                <a:gd name="T51" fmla="*/ 166 h 180"/>
                <a:gd name="T52" fmla="*/ 21 w 94"/>
                <a:gd name="T53" fmla="*/ 169 h 180"/>
                <a:gd name="T54" fmla="*/ 14 w 94"/>
                <a:gd name="T55" fmla="*/ 171 h 180"/>
                <a:gd name="T56" fmla="*/ 16 w 94"/>
                <a:gd name="T57" fmla="*/ 179 h 180"/>
                <a:gd name="T58" fmla="*/ 25 w 94"/>
                <a:gd name="T59" fmla="*/ 176 h 180"/>
                <a:gd name="T60" fmla="*/ 42 w 94"/>
                <a:gd name="T61" fmla="*/ 173 h 180"/>
                <a:gd name="T62" fmla="*/ 55 w 94"/>
                <a:gd name="T63" fmla="*/ 172 h 180"/>
                <a:gd name="T64" fmla="*/ 54 w 94"/>
                <a:gd name="T65" fmla="*/ 139 h 180"/>
                <a:gd name="T66" fmla="*/ 66 w 94"/>
                <a:gd name="T67" fmla="*/ 116 h 180"/>
                <a:gd name="T68" fmla="*/ 71 w 94"/>
                <a:gd name="T69" fmla="*/ 104 h 180"/>
                <a:gd name="T70" fmla="*/ 83 w 94"/>
                <a:gd name="T71" fmla="*/ 87 h 180"/>
                <a:gd name="T72" fmla="*/ 77 w 94"/>
                <a:gd name="T73" fmla="*/ 71 h 180"/>
                <a:gd name="T74" fmla="*/ 70 w 94"/>
                <a:gd name="T75" fmla="*/ 57 h 180"/>
                <a:gd name="T76" fmla="*/ 81 w 94"/>
                <a:gd name="T77" fmla="*/ 33 h 180"/>
                <a:gd name="T78" fmla="*/ 47 w 94"/>
                <a:gd name="T79" fmla="*/ 56 h 180"/>
                <a:gd name="T80" fmla="*/ 44 w 94"/>
                <a:gd name="T81" fmla="*/ 59 h 180"/>
                <a:gd name="T82" fmla="*/ 47 w 94"/>
                <a:gd name="T83" fmla="*/ 69 h 180"/>
                <a:gd name="T84" fmla="*/ 36 w 94"/>
                <a:gd name="T85" fmla="*/ 79 h 180"/>
                <a:gd name="T86" fmla="*/ 46 w 94"/>
                <a:gd name="T87" fmla="*/ 69 h 180"/>
                <a:gd name="T88" fmla="*/ 42 w 94"/>
                <a:gd name="T89" fmla="*/ 104 h 180"/>
                <a:gd name="T90" fmla="*/ 48 w 94"/>
                <a:gd name="T91" fmla="*/ 101 h 180"/>
                <a:gd name="T92" fmla="*/ 35 w 94"/>
                <a:gd name="T93" fmla="*/ 94 h 180"/>
                <a:gd name="T94" fmla="*/ 46 w 94"/>
                <a:gd name="T95" fmla="*/ 88 h 180"/>
                <a:gd name="T96" fmla="*/ 39 w 94"/>
                <a:gd name="T97" fmla="*/ 95 h 180"/>
                <a:gd name="T98" fmla="*/ 57 w 94"/>
                <a:gd name="T99" fmla="*/ 88 h 180"/>
                <a:gd name="T100" fmla="*/ 58 w 94"/>
                <a:gd name="T101" fmla="*/ 87 h 180"/>
                <a:gd name="T102" fmla="*/ 59 w 94"/>
                <a:gd name="T103" fmla="*/ 87 h 180"/>
                <a:gd name="T104" fmla="*/ 61 w 94"/>
                <a:gd name="T105" fmla="*/ 85 h 180"/>
                <a:gd name="T106" fmla="*/ 62 w 94"/>
                <a:gd name="T107" fmla="*/ 87 h 180"/>
                <a:gd name="T108" fmla="*/ 64 w 94"/>
                <a:gd name="T109" fmla="*/ 85 h 180"/>
                <a:gd name="T110" fmla="*/ 63 w 94"/>
                <a:gd name="T111" fmla="*/ 85 h 180"/>
                <a:gd name="T112" fmla="*/ 63 w 94"/>
                <a:gd name="T113" fmla="*/ 74 h 180"/>
                <a:gd name="T114" fmla="*/ 59 w 94"/>
                <a:gd name="T115" fmla="*/ 7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4" h="180">
                  <a:moveTo>
                    <a:pt x="81" y="33"/>
                  </a:moveTo>
                  <a:cubicBezTo>
                    <a:pt x="83" y="32"/>
                    <a:pt x="85" y="29"/>
                    <a:pt x="86" y="28"/>
                  </a:cubicBezTo>
                  <a:cubicBezTo>
                    <a:pt x="88" y="28"/>
                    <a:pt x="89" y="28"/>
                    <a:pt x="90" y="28"/>
                  </a:cubicBezTo>
                  <a:cubicBezTo>
                    <a:pt x="91" y="27"/>
                    <a:pt x="93" y="26"/>
                    <a:pt x="94" y="26"/>
                  </a:cubicBezTo>
                  <a:cubicBezTo>
                    <a:pt x="94" y="24"/>
                    <a:pt x="93" y="21"/>
                    <a:pt x="93" y="19"/>
                  </a:cubicBezTo>
                  <a:cubicBezTo>
                    <a:pt x="91" y="16"/>
                    <a:pt x="84" y="11"/>
                    <a:pt x="80" y="13"/>
                  </a:cubicBezTo>
                  <a:cubicBezTo>
                    <a:pt x="79" y="13"/>
                    <a:pt x="78" y="15"/>
                    <a:pt x="77" y="15"/>
                  </a:cubicBezTo>
                  <a:cubicBezTo>
                    <a:pt x="76" y="16"/>
                    <a:pt x="75" y="16"/>
                    <a:pt x="75" y="16"/>
                  </a:cubicBezTo>
                  <a:cubicBezTo>
                    <a:pt x="74" y="17"/>
                    <a:pt x="73" y="18"/>
                    <a:pt x="72" y="18"/>
                  </a:cubicBezTo>
                  <a:cubicBezTo>
                    <a:pt x="71" y="18"/>
                    <a:pt x="71" y="19"/>
                    <a:pt x="70" y="19"/>
                  </a:cubicBezTo>
                  <a:cubicBezTo>
                    <a:pt x="66" y="21"/>
                    <a:pt x="63" y="21"/>
                    <a:pt x="59" y="23"/>
                  </a:cubicBezTo>
                  <a:cubicBezTo>
                    <a:pt x="59" y="23"/>
                    <a:pt x="59" y="23"/>
                    <a:pt x="59" y="23"/>
                  </a:cubicBezTo>
                  <a:cubicBezTo>
                    <a:pt x="58" y="21"/>
                    <a:pt x="59" y="19"/>
                    <a:pt x="59" y="17"/>
                  </a:cubicBezTo>
                  <a:cubicBezTo>
                    <a:pt x="59" y="16"/>
                    <a:pt x="58" y="16"/>
                    <a:pt x="58" y="15"/>
                  </a:cubicBezTo>
                  <a:cubicBezTo>
                    <a:pt x="59" y="13"/>
                    <a:pt x="58" y="11"/>
                    <a:pt x="57" y="9"/>
                  </a:cubicBezTo>
                  <a:cubicBezTo>
                    <a:pt x="57" y="8"/>
                    <a:pt x="57" y="7"/>
                    <a:pt x="57" y="6"/>
                  </a:cubicBezTo>
                  <a:cubicBezTo>
                    <a:pt x="56" y="5"/>
                    <a:pt x="56" y="5"/>
                    <a:pt x="55" y="5"/>
                  </a:cubicBezTo>
                  <a:cubicBezTo>
                    <a:pt x="53" y="2"/>
                    <a:pt x="53" y="0"/>
                    <a:pt x="48" y="1"/>
                  </a:cubicBezTo>
                  <a:cubicBezTo>
                    <a:pt x="47" y="2"/>
                    <a:pt x="46" y="1"/>
                    <a:pt x="46" y="2"/>
                  </a:cubicBezTo>
                  <a:cubicBezTo>
                    <a:pt x="45" y="2"/>
                    <a:pt x="45" y="4"/>
                    <a:pt x="44" y="5"/>
                  </a:cubicBezTo>
                  <a:cubicBezTo>
                    <a:pt x="43" y="6"/>
                    <a:pt x="42" y="8"/>
                    <a:pt x="41" y="9"/>
                  </a:cubicBezTo>
                  <a:cubicBezTo>
                    <a:pt x="40" y="11"/>
                    <a:pt x="40" y="12"/>
                    <a:pt x="39" y="14"/>
                  </a:cubicBezTo>
                  <a:cubicBezTo>
                    <a:pt x="39" y="14"/>
                    <a:pt x="38" y="15"/>
                    <a:pt x="37" y="16"/>
                  </a:cubicBezTo>
                  <a:cubicBezTo>
                    <a:pt x="38" y="19"/>
                    <a:pt x="44" y="26"/>
                    <a:pt x="43" y="29"/>
                  </a:cubicBezTo>
                  <a:cubicBezTo>
                    <a:pt x="42" y="31"/>
                    <a:pt x="39" y="31"/>
                    <a:pt x="38" y="32"/>
                  </a:cubicBezTo>
                  <a:cubicBezTo>
                    <a:pt x="31" y="34"/>
                    <a:pt x="23" y="36"/>
                    <a:pt x="16" y="37"/>
                  </a:cubicBezTo>
                  <a:cubicBezTo>
                    <a:pt x="16" y="37"/>
                    <a:pt x="15" y="37"/>
                    <a:pt x="15" y="37"/>
                  </a:cubicBezTo>
                  <a:cubicBezTo>
                    <a:pt x="13" y="37"/>
                    <a:pt x="7" y="38"/>
                    <a:pt x="6" y="38"/>
                  </a:cubicBezTo>
                  <a:cubicBezTo>
                    <a:pt x="4" y="39"/>
                    <a:pt x="1" y="42"/>
                    <a:pt x="1" y="44"/>
                  </a:cubicBezTo>
                  <a:cubicBezTo>
                    <a:pt x="1" y="47"/>
                    <a:pt x="1" y="49"/>
                    <a:pt x="1" y="52"/>
                  </a:cubicBezTo>
                  <a:cubicBezTo>
                    <a:pt x="0" y="53"/>
                    <a:pt x="0" y="57"/>
                    <a:pt x="1" y="59"/>
                  </a:cubicBezTo>
                  <a:cubicBezTo>
                    <a:pt x="2" y="61"/>
                    <a:pt x="5" y="63"/>
                    <a:pt x="7" y="64"/>
                  </a:cubicBezTo>
                  <a:cubicBezTo>
                    <a:pt x="8" y="64"/>
                    <a:pt x="9" y="64"/>
                    <a:pt x="9" y="64"/>
                  </a:cubicBezTo>
                  <a:cubicBezTo>
                    <a:pt x="10" y="64"/>
                    <a:pt x="11" y="65"/>
                    <a:pt x="12" y="65"/>
                  </a:cubicBezTo>
                  <a:cubicBezTo>
                    <a:pt x="12" y="66"/>
                    <a:pt x="12" y="65"/>
                    <a:pt x="12" y="65"/>
                  </a:cubicBezTo>
                  <a:cubicBezTo>
                    <a:pt x="13" y="65"/>
                    <a:pt x="14" y="65"/>
                    <a:pt x="15" y="65"/>
                  </a:cubicBezTo>
                  <a:cubicBezTo>
                    <a:pt x="15" y="65"/>
                    <a:pt x="16" y="64"/>
                    <a:pt x="16" y="64"/>
                  </a:cubicBezTo>
                  <a:cubicBezTo>
                    <a:pt x="17" y="64"/>
                    <a:pt x="18" y="64"/>
                    <a:pt x="18" y="64"/>
                  </a:cubicBezTo>
                  <a:cubicBezTo>
                    <a:pt x="18" y="63"/>
                    <a:pt x="19" y="62"/>
                    <a:pt x="19" y="62"/>
                  </a:cubicBezTo>
                  <a:cubicBezTo>
                    <a:pt x="20" y="61"/>
                    <a:pt x="22" y="61"/>
                    <a:pt x="23" y="60"/>
                  </a:cubicBezTo>
                  <a:cubicBezTo>
                    <a:pt x="24" y="59"/>
                    <a:pt x="25" y="58"/>
                    <a:pt x="26" y="57"/>
                  </a:cubicBezTo>
                  <a:cubicBezTo>
                    <a:pt x="27" y="56"/>
                    <a:pt x="28" y="56"/>
                    <a:pt x="29" y="55"/>
                  </a:cubicBezTo>
                  <a:cubicBezTo>
                    <a:pt x="30" y="54"/>
                    <a:pt x="30" y="53"/>
                    <a:pt x="30" y="53"/>
                  </a:cubicBezTo>
                  <a:cubicBezTo>
                    <a:pt x="32" y="52"/>
                    <a:pt x="35" y="51"/>
                    <a:pt x="38" y="50"/>
                  </a:cubicBezTo>
                  <a:cubicBezTo>
                    <a:pt x="39" y="50"/>
                    <a:pt x="39" y="49"/>
                    <a:pt x="41" y="49"/>
                  </a:cubicBezTo>
                  <a:cubicBezTo>
                    <a:pt x="41" y="49"/>
                    <a:pt x="41" y="49"/>
                    <a:pt x="41" y="49"/>
                  </a:cubicBezTo>
                  <a:cubicBezTo>
                    <a:pt x="42" y="52"/>
                    <a:pt x="39" y="55"/>
                    <a:pt x="38" y="56"/>
                  </a:cubicBezTo>
                  <a:cubicBezTo>
                    <a:pt x="37" y="57"/>
                    <a:pt x="37" y="59"/>
                    <a:pt x="36" y="61"/>
                  </a:cubicBezTo>
                  <a:cubicBezTo>
                    <a:pt x="34" y="62"/>
                    <a:pt x="33" y="65"/>
                    <a:pt x="32" y="67"/>
                  </a:cubicBezTo>
                  <a:cubicBezTo>
                    <a:pt x="30" y="70"/>
                    <a:pt x="25" y="74"/>
                    <a:pt x="25" y="78"/>
                  </a:cubicBezTo>
                  <a:cubicBezTo>
                    <a:pt x="24" y="79"/>
                    <a:pt x="26" y="82"/>
                    <a:pt x="26" y="82"/>
                  </a:cubicBezTo>
                  <a:cubicBezTo>
                    <a:pt x="27" y="82"/>
                    <a:pt x="28" y="82"/>
                    <a:pt x="29" y="82"/>
                  </a:cubicBezTo>
                  <a:cubicBezTo>
                    <a:pt x="29" y="82"/>
                    <a:pt x="29" y="82"/>
                    <a:pt x="29" y="83"/>
                  </a:cubicBezTo>
                  <a:cubicBezTo>
                    <a:pt x="29" y="84"/>
                    <a:pt x="27" y="85"/>
                    <a:pt x="26" y="86"/>
                  </a:cubicBezTo>
                  <a:cubicBezTo>
                    <a:pt x="25" y="87"/>
                    <a:pt x="24" y="89"/>
                    <a:pt x="22" y="91"/>
                  </a:cubicBezTo>
                  <a:cubicBezTo>
                    <a:pt x="22" y="92"/>
                    <a:pt x="21" y="92"/>
                    <a:pt x="20" y="93"/>
                  </a:cubicBezTo>
                  <a:cubicBezTo>
                    <a:pt x="19" y="94"/>
                    <a:pt x="19" y="95"/>
                    <a:pt x="20" y="96"/>
                  </a:cubicBezTo>
                  <a:cubicBezTo>
                    <a:pt x="20" y="98"/>
                    <a:pt x="23" y="101"/>
                    <a:pt x="24" y="103"/>
                  </a:cubicBezTo>
                  <a:cubicBezTo>
                    <a:pt x="26" y="103"/>
                    <a:pt x="32" y="96"/>
                    <a:pt x="34" y="95"/>
                  </a:cubicBezTo>
                  <a:cubicBezTo>
                    <a:pt x="34" y="95"/>
                    <a:pt x="34" y="95"/>
                    <a:pt x="34" y="95"/>
                  </a:cubicBezTo>
                  <a:cubicBezTo>
                    <a:pt x="35" y="96"/>
                    <a:pt x="34" y="96"/>
                    <a:pt x="34" y="97"/>
                  </a:cubicBezTo>
                  <a:cubicBezTo>
                    <a:pt x="34" y="98"/>
                    <a:pt x="35" y="98"/>
                    <a:pt x="35" y="99"/>
                  </a:cubicBezTo>
                  <a:cubicBezTo>
                    <a:pt x="34" y="101"/>
                    <a:pt x="33" y="102"/>
                    <a:pt x="31" y="103"/>
                  </a:cubicBezTo>
                  <a:cubicBezTo>
                    <a:pt x="32" y="104"/>
                    <a:pt x="32" y="105"/>
                    <a:pt x="33" y="106"/>
                  </a:cubicBezTo>
                  <a:cubicBezTo>
                    <a:pt x="33" y="106"/>
                    <a:pt x="34" y="106"/>
                    <a:pt x="34" y="106"/>
                  </a:cubicBezTo>
                  <a:cubicBezTo>
                    <a:pt x="35" y="108"/>
                    <a:pt x="36" y="109"/>
                    <a:pt x="36" y="112"/>
                  </a:cubicBezTo>
                  <a:cubicBezTo>
                    <a:pt x="35" y="114"/>
                    <a:pt x="26" y="123"/>
                    <a:pt x="28" y="126"/>
                  </a:cubicBezTo>
                  <a:cubicBezTo>
                    <a:pt x="30" y="131"/>
                    <a:pt x="37" y="130"/>
                    <a:pt x="42" y="129"/>
                  </a:cubicBezTo>
                  <a:cubicBezTo>
                    <a:pt x="42" y="129"/>
                    <a:pt x="42" y="129"/>
                    <a:pt x="43" y="129"/>
                  </a:cubicBezTo>
                  <a:cubicBezTo>
                    <a:pt x="44" y="131"/>
                    <a:pt x="44" y="137"/>
                    <a:pt x="44" y="140"/>
                  </a:cubicBezTo>
                  <a:cubicBezTo>
                    <a:pt x="44" y="141"/>
                    <a:pt x="44" y="143"/>
                    <a:pt x="44" y="144"/>
                  </a:cubicBezTo>
                  <a:cubicBezTo>
                    <a:pt x="45" y="146"/>
                    <a:pt x="46" y="148"/>
                    <a:pt x="47" y="150"/>
                  </a:cubicBezTo>
                  <a:cubicBezTo>
                    <a:pt x="47" y="151"/>
                    <a:pt x="46" y="155"/>
                    <a:pt x="45" y="155"/>
                  </a:cubicBezTo>
                  <a:cubicBezTo>
                    <a:pt x="44" y="157"/>
                    <a:pt x="42" y="157"/>
                    <a:pt x="40" y="158"/>
                  </a:cubicBezTo>
                  <a:cubicBezTo>
                    <a:pt x="39" y="159"/>
                    <a:pt x="38" y="160"/>
                    <a:pt x="37" y="160"/>
                  </a:cubicBezTo>
                  <a:cubicBezTo>
                    <a:pt x="36" y="161"/>
                    <a:pt x="32" y="161"/>
                    <a:pt x="31" y="162"/>
                  </a:cubicBezTo>
                  <a:cubicBezTo>
                    <a:pt x="31" y="163"/>
                    <a:pt x="31" y="163"/>
                    <a:pt x="31" y="163"/>
                  </a:cubicBezTo>
                  <a:cubicBezTo>
                    <a:pt x="29" y="164"/>
                    <a:pt x="27" y="164"/>
                    <a:pt x="26" y="166"/>
                  </a:cubicBezTo>
                  <a:cubicBezTo>
                    <a:pt x="25" y="166"/>
                    <a:pt x="25" y="167"/>
                    <a:pt x="24" y="167"/>
                  </a:cubicBezTo>
                  <a:cubicBezTo>
                    <a:pt x="23" y="167"/>
                    <a:pt x="22" y="168"/>
                    <a:pt x="22" y="168"/>
                  </a:cubicBezTo>
                  <a:cubicBezTo>
                    <a:pt x="21" y="168"/>
                    <a:pt x="21" y="169"/>
                    <a:pt x="21" y="169"/>
                  </a:cubicBezTo>
                  <a:cubicBezTo>
                    <a:pt x="20" y="169"/>
                    <a:pt x="19" y="169"/>
                    <a:pt x="18" y="169"/>
                  </a:cubicBezTo>
                  <a:cubicBezTo>
                    <a:pt x="18" y="169"/>
                    <a:pt x="17" y="170"/>
                    <a:pt x="17" y="170"/>
                  </a:cubicBezTo>
                  <a:cubicBezTo>
                    <a:pt x="16" y="170"/>
                    <a:pt x="15" y="170"/>
                    <a:pt x="14" y="171"/>
                  </a:cubicBezTo>
                  <a:cubicBezTo>
                    <a:pt x="13" y="172"/>
                    <a:pt x="12" y="173"/>
                    <a:pt x="11" y="174"/>
                  </a:cubicBezTo>
                  <a:cubicBezTo>
                    <a:pt x="11" y="175"/>
                    <a:pt x="12" y="175"/>
                    <a:pt x="12" y="176"/>
                  </a:cubicBezTo>
                  <a:cubicBezTo>
                    <a:pt x="13" y="176"/>
                    <a:pt x="14" y="180"/>
                    <a:pt x="16" y="179"/>
                  </a:cubicBezTo>
                  <a:cubicBezTo>
                    <a:pt x="17" y="179"/>
                    <a:pt x="17" y="178"/>
                    <a:pt x="17" y="178"/>
                  </a:cubicBezTo>
                  <a:cubicBezTo>
                    <a:pt x="18" y="178"/>
                    <a:pt x="19" y="178"/>
                    <a:pt x="20" y="178"/>
                  </a:cubicBezTo>
                  <a:cubicBezTo>
                    <a:pt x="22" y="178"/>
                    <a:pt x="22" y="176"/>
                    <a:pt x="25" y="176"/>
                  </a:cubicBezTo>
                  <a:cubicBezTo>
                    <a:pt x="25" y="176"/>
                    <a:pt x="25" y="176"/>
                    <a:pt x="25" y="176"/>
                  </a:cubicBezTo>
                  <a:cubicBezTo>
                    <a:pt x="29" y="175"/>
                    <a:pt x="33" y="174"/>
                    <a:pt x="38" y="173"/>
                  </a:cubicBezTo>
                  <a:cubicBezTo>
                    <a:pt x="39" y="173"/>
                    <a:pt x="40" y="173"/>
                    <a:pt x="42" y="173"/>
                  </a:cubicBezTo>
                  <a:cubicBezTo>
                    <a:pt x="43" y="173"/>
                    <a:pt x="45" y="173"/>
                    <a:pt x="47" y="173"/>
                  </a:cubicBezTo>
                  <a:cubicBezTo>
                    <a:pt x="47" y="173"/>
                    <a:pt x="47" y="174"/>
                    <a:pt x="48" y="174"/>
                  </a:cubicBezTo>
                  <a:cubicBezTo>
                    <a:pt x="50" y="175"/>
                    <a:pt x="53" y="172"/>
                    <a:pt x="55" y="172"/>
                  </a:cubicBezTo>
                  <a:cubicBezTo>
                    <a:pt x="55" y="171"/>
                    <a:pt x="56" y="171"/>
                    <a:pt x="57" y="171"/>
                  </a:cubicBezTo>
                  <a:cubicBezTo>
                    <a:pt x="60" y="166"/>
                    <a:pt x="60" y="150"/>
                    <a:pt x="58" y="144"/>
                  </a:cubicBezTo>
                  <a:cubicBezTo>
                    <a:pt x="57" y="142"/>
                    <a:pt x="55" y="141"/>
                    <a:pt x="54" y="139"/>
                  </a:cubicBezTo>
                  <a:cubicBezTo>
                    <a:pt x="53" y="136"/>
                    <a:pt x="53" y="127"/>
                    <a:pt x="54" y="124"/>
                  </a:cubicBezTo>
                  <a:cubicBezTo>
                    <a:pt x="55" y="123"/>
                    <a:pt x="58" y="122"/>
                    <a:pt x="59" y="121"/>
                  </a:cubicBezTo>
                  <a:cubicBezTo>
                    <a:pt x="61" y="120"/>
                    <a:pt x="64" y="118"/>
                    <a:pt x="66" y="116"/>
                  </a:cubicBezTo>
                  <a:cubicBezTo>
                    <a:pt x="67" y="116"/>
                    <a:pt x="67" y="116"/>
                    <a:pt x="67" y="115"/>
                  </a:cubicBezTo>
                  <a:cubicBezTo>
                    <a:pt x="69" y="114"/>
                    <a:pt x="71" y="113"/>
                    <a:pt x="72" y="111"/>
                  </a:cubicBezTo>
                  <a:cubicBezTo>
                    <a:pt x="73" y="110"/>
                    <a:pt x="72" y="105"/>
                    <a:pt x="71" y="104"/>
                  </a:cubicBezTo>
                  <a:cubicBezTo>
                    <a:pt x="73" y="100"/>
                    <a:pt x="75" y="100"/>
                    <a:pt x="80" y="98"/>
                  </a:cubicBezTo>
                  <a:cubicBezTo>
                    <a:pt x="82" y="97"/>
                    <a:pt x="86" y="99"/>
                    <a:pt x="87" y="96"/>
                  </a:cubicBezTo>
                  <a:cubicBezTo>
                    <a:pt x="88" y="95"/>
                    <a:pt x="84" y="88"/>
                    <a:pt x="83" y="87"/>
                  </a:cubicBezTo>
                  <a:cubicBezTo>
                    <a:pt x="82" y="85"/>
                    <a:pt x="80" y="85"/>
                    <a:pt x="79" y="86"/>
                  </a:cubicBezTo>
                  <a:cubicBezTo>
                    <a:pt x="78" y="82"/>
                    <a:pt x="82" y="81"/>
                    <a:pt x="81" y="77"/>
                  </a:cubicBezTo>
                  <a:cubicBezTo>
                    <a:pt x="80" y="75"/>
                    <a:pt x="79" y="72"/>
                    <a:pt x="77" y="71"/>
                  </a:cubicBezTo>
                  <a:cubicBezTo>
                    <a:pt x="76" y="70"/>
                    <a:pt x="74" y="71"/>
                    <a:pt x="73" y="70"/>
                  </a:cubicBezTo>
                  <a:cubicBezTo>
                    <a:pt x="71" y="68"/>
                    <a:pt x="75" y="64"/>
                    <a:pt x="74" y="62"/>
                  </a:cubicBezTo>
                  <a:cubicBezTo>
                    <a:pt x="73" y="60"/>
                    <a:pt x="71" y="59"/>
                    <a:pt x="70" y="57"/>
                  </a:cubicBezTo>
                  <a:cubicBezTo>
                    <a:pt x="67" y="54"/>
                    <a:pt x="66" y="49"/>
                    <a:pt x="59" y="49"/>
                  </a:cubicBezTo>
                  <a:cubicBezTo>
                    <a:pt x="59" y="48"/>
                    <a:pt x="59" y="46"/>
                    <a:pt x="59" y="45"/>
                  </a:cubicBezTo>
                  <a:cubicBezTo>
                    <a:pt x="61" y="41"/>
                    <a:pt x="76" y="35"/>
                    <a:pt x="81" y="33"/>
                  </a:cubicBezTo>
                  <a:close/>
                  <a:moveTo>
                    <a:pt x="46" y="56"/>
                  </a:moveTo>
                  <a:cubicBezTo>
                    <a:pt x="46" y="56"/>
                    <a:pt x="46" y="56"/>
                    <a:pt x="47" y="56"/>
                  </a:cubicBezTo>
                  <a:cubicBezTo>
                    <a:pt x="47" y="56"/>
                    <a:pt x="47" y="56"/>
                    <a:pt x="47" y="56"/>
                  </a:cubicBezTo>
                  <a:cubicBezTo>
                    <a:pt x="46" y="57"/>
                    <a:pt x="45" y="58"/>
                    <a:pt x="44" y="59"/>
                  </a:cubicBezTo>
                  <a:cubicBezTo>
                    <a:pt x="44" y="59"/>
                    <a:pt x="44" y="59"/>
                    <a:pt x="44" y="59"/>
                  </a:cubicBezTo>
                  <a:cubicBezTo>
                    <a:pt x="44" y="59"/>
                    <a:pt x="44" y="59"/>
                    <a:pt x="44" y="59"/>
                  </a:cubicBezTo>
                  <a:cubicBezTo>
                    <a:pt x="44" y="58"/>
                    <a:pt x="45" y="57"/>
                    <a:pt x="46" y="56"/>
                  </a:cubicBezTo>
                  <a:close/>
                  <a:moveTo>
                    <a:pt x="46" y="69"/>
                  </a:moveTo>
                  <a:cubicBezTo>
                    <a:pt x="47" y="69"/>
                    <a:pt x="47" y="69"/>
                    <a:pt x="47" y="69"/>
                  </a:cubicBezTo>
                  <a:cubicBezTo>
                    <a:pt x="47" y="69"/>
                    <a:pt x="47" y="69"/>
                    <a:pt x="47" y="69"/>
                  </a:cubicBezTo>
                  <a:cubicBezTo>
                    <a:pt x="46" y="71"/>
                    <a:pt x="44" y="74"/>
                    <a:pt x="42" y="75"/>
                  </a:cubicBezTo>
                  <a:cubicBezTo>
                    <a:pt x="40" y="76"/>
                    <a:pt x="37" y="77"/>
                    <a:pt x="36" y="79"/>
                  </a:cubicBezTo>
                  <a:cubicBezTo>
                    <a:pt x="36" y="79"/>
                    <a:pt x="36" y="79"/>
                    <a:pt x="35" y="79"/>
                  </a:cubicBezTo>
                  <a:cubicBezTo>
                    <a:pt x="35" y="79"/>
                    <a:pt x="35" y="79"/>
                    <a:pt x="35" y="79"/>
                  </a:cubicBezTo>
                  <a:cubicBezTo>
                    <a:pt x="36" y="75"/>
                    <a:pt x="43" y="71"/>
                    <a:pt x="46" y="69"/>
                  </a:cubicBezTo>
                  <a:close/>
                  <a:moveTo>
                    <a:pt x="43" y="105"/>
                  </a:moveTo>
                  <a:cubicBezTo>
                    <a:pt x="43" y="105"/>
                    <a:pt x="43" y="105"/>
                    <a:pt x="42" y="105"/>
                  </a:cubicBezTo>
                  <a:cubicBezTo>
                    <a:pt x="42" y="104"/>
                    <a:pt x="42" y="104"/>
                    <a:pt x="42" y="104"/>
                  </a:cubicBezTo>
                  <a:cubicBezTo>
                    <a:pt x="44" y="102"/>
                    <a:pt x="45" y="102"/>
                    <a:pt x="47" y="101"/>
                  </a:cubicBezTo>
                  <a:cubicBezTo>
                    <a:pt x="47" y="101"/>
                    <a:pt x="47" y="101"/>
                    <a:pt x="48" y="101"/>
                  </a:cubicBezTo>
                  <a:cubicBezTo>
                    <a:pt x="48" y="101"/>
                    <a:pt x="48" y="101"/>
                    <a:pt x="48" y="101"/>
                  </a:cubicBezTo>
                  <a:cubicBezTo>
                    <a:pt x="47" y="103"/>
                    <a:pt x="45" y="105"/>
                    <a:pt x="43" y="105"/>
                  </a:cubicBezTo>
                  <a:close/>
                  <a:moveTo>
                    <a:pt x="39" y="95"/>
                  </a:moveTo>
                  <a:cubicBezTo>
                    <a:pt x="38" y="96"/>
                    <a:pt x="37" y="95"/>
                    <a:pt x="35" y="94"/>
                  </a:cubicBezTo>
                  <a:cubicBezTo>
                    <a:pt x="35" y="94"/>
                    <a:pt x="35" y="94"/>
                    <a:pt x="35" y="93"/>
                  </a:cubicBezTo>
                  <a:cubicBezTo>
                    <a:pt x="37" y="92"/>
                    <a:pt x="38" y="90"/>
                    <a:pt x="40" y="89"/>
                  </a:cubicBezTo>
                  <a:cubicBezTo>
                    <a:pt x="42" y="89"/>
                    <a:pt x="44" y="89"/>
                    <a:pt x="46" y="88"/>
                  </a:cubicBezTo>
                  <a:cubicBezTo>
                    <a:pt x="46" y="88"/>
                    <a:pt x="47" y="88"/>
                    <a:pt x="47" y="88"/>
                  </a:cubicBezTo>
                  <a:cubicBezTo>
                    <a:pt x="48" y="89"/>
                    <a:pt x="48" y="89"/>
                    <a:pt x="48" y="90"/>
                  </a:cubicBezTo>
                  <a:cubicBezTo>
                    <a:pt x="45" y="92"/>
                    <a:pt x="42" y="94"/>
                    <a:pt x="39" y="95"/>
                  </a:cubicBezTo>
                  <a:close/>
                  <a:moveTo>
                    <a:pt x="58" y="88"/>
                  </a:moveTo>
                  <a:cubicBezTo>
                    <a:pt x="58" y="88"/>
                    <a:pt x="58" y="88"/>
                    <a:pt x="57" y="88"/>
                  </a:cubicBezTo>
                  <a:cubicBezTo>
                    <a:pt x="57" y="88"/>
                    <a:pt x="57" y="88"/>
                    <a:pt x="57" y="88"/>
                  </a:cubicBezTo>
                  <a:cubicBezTo>
                    <a:pt x="57" y="87"/>
                    <a:pt x="57" y="87"/>
                    <a:pt x="57" y="87"/>
                  </a:cubicBezTo>
                  <a:cubicBezTo>
                    <a:pt x="58" y="87"/>
                    <a:pt x="58" y="87"/>
                    <a:pt x="58" y="87"/>
                  </a:cubicBezTo>
                  <a:cubicBezTo>
                    <a:pt x="58" y="87"/>
                    <a:pt x="58" y="87"/>
                    <a:pt x="58" y="87"/>
                  </a:cubicBezTo>
                  <a:cubicBezTo>
                    <a:pt x="58" y="87"/>
                    <a:pt x="58" y="88"/>
                    <a:pt x="58" y="88"/>
                  </a:cubicBezTo>
                  <a:close/>
                  <a:moveTo>
                    <a:pt x="62" y="87"/>
                  </a:moveTo>
                  <a:cubicBezTo>
                    <a:pt x="61" y="87"/>
                    <a:pt x="60" y="87"/>
                    <a:pt x="59" y="87"/>
                  </a:cubicBezTo>
                  <a:cubicBezTo>
                    <a:pt x="59" y="87"/>
                    <a:pt x="59" y="87"/>
                    <a:pt x="58" y="86"/>
                  </a:cubicBezTo>
                  <a:cubicBezTo>
                    <a:pt x="59" y="85"/>
                    <a:pt x="60" y="86"/>
                    <a:pt x="61" y="86"/>
                  </a:cubicBezTo>
                  <a:cubicBezTo>
                    <a:pt x="61" y="86"/>
                    <a:pt x="61" y="85"/>
                    <a:pt x="61" y="85"/>
                  </a:cubicBezTo>
                  <a:cubicBezTo>
                    <a:pt x="61" y="85"/>
                    <a:pt x="62" y="85"/>
                    <a:pt x="62" y="85"/>
                  </a:cubicBezTo>
                  <a:cubicBezTo>
                    <a:pt x="62" y="85"/>
                    <a:pt x="62" y="85"/>
                    <a:pt x="62" y="85"/>
                  </a:cubicBezTo>
                  <a:cubicBezTo>
                    <a:pt x="62" y="86"/>
                    <a:pt x="62" y="86"/>
                    <a:pt x="62" y="87"/>
                  </a:cubicBezTo>
                  <a:close/>
                  <a:moveTo>
                    <a:pt x="64" y="85"/>
                  </a:moveTo>
                  <a:cubicBezTo>
                    <a:pt x="64" y="85"/>
                    <a:pt x="64" y="85"/>
                    <a:pt x="64" y="85"/>
                  </a:cubicBezTo>
                  <a:cubicBezTo>
                    <a:pt x="64" y="85"/>
                    <a:pt x="64" y="85"/>
                    <a:pt x="64" y="85"/>
                  </a:cubicBezTo>
                  <a:cubicBezTo>
                    <a:pt x="63" y="85"/>
                    <a:pt x="63" y="85"/>
                    <a:pt x="63" y="85"/>
                  </a:cubicBezTo>
                  <a:cubicBezTo>
                    <a:pt x="63" y="85"/>
                    <a:pt x="63" y="85"/>
                    <a:pt x="63" y="85"/>
                  </a:cubicBezTo>
                  <a:cubicBezTo>
                    <a:pt x="63" y="85"/>
                    <a:pt x="63" y="85"/>
                    <a:pt x="63" y="85"/>
                  </a:cubicBezTo>
                  <a:cubicBezTo>
                    <a:pt x="63" y="85"/>
                    <a:pt x="64" y="85"/>
                    <a:pt x="64" y="85"/>
                  </a:cubicBezTo>
                  <a:close/>
                  <a:moveTo>
                    <a:pt x="61" y="74"/>
                  </a:moveTo>
                  <a:cubicBezTo>
                    <a:pt x="61" y="74"/>
                    <a:pt x="62" y="74"/>
                    <a:pt x="63" y="74"/>
                  </a:cubicBezTo>
                  <a:cubicBezTo>
                    <a:pt x="63" y="74"/>
                    <a:pt x="63" y="74"/>
                    <a:pt x="63" y="74"/>
                  </a:cubicBezTo>
                  <a:cubicBezTo>
                    <a:pt x="63" y="74"/>
                    <a:pt x="63" y="74"/>
                    <a:pt x="63" y="74"/>
                  </a:cubicBezTo>
                  <a:cubicBezTo>
                    <a:pt x="62" y="75"/>
                    <a:pt x="61" y="75"/>
                    <a:pt x="59" y="76"/>
                  </a:cubicBezTo>
                  <a:cubicBezTo>
                    <a:pt x="59" y="75"/>
                    <a:pt x="59" y="75"/>
                    <a:pt x="59" y="75"/>
                  </a:cubicBezTo>
                  <a:cubicBezTo>
                    <a:pt x="60" y="75"/>
                    <a:pt x="60" y="74"/>
                    <a:pt x="61" y="74"/>
                  </a:cubicBezTo>
                  <a:close/>
                </a:path>
              </a:pathLst>
            </a:custGeom>
            <a:grpFill/>
            <a:ln>
              <a:noFill/>
            </a:ln>
          </p:spPr>
          <p:txBody>
            <a:bodyPr vert="horz" wrap="square" lIns="91440" tIns="45720" rIns="91440" bIns="45720" numCol="1" anchor="t" anchorCtr="0" compatLnSpc="1"/>
            <a:lstStyle/>
            <a:p>
              <a:endParaRPr lang="zh-CN" altLang="en-US"/>
            </a:p>
          </p:txBody>
        </p:sp>
        <p:sp>
          <p:nvSpPr>
            <p:cNvPr id="54" name="Freeform 41"/>
            <p:cNvSpPr>
              <a:spLocks noEditPoints="1"/>
            </p:cNvSpPr>
            <p:nvPr/>
          </p:nvSpPr>
          <p:spPr bwMode="auto">
            <a:xfrm>
              <a:off x="3853310" y="2403281"/>
              <a:ext cx="539160" cy="1067148"/>
            </a:xfrm>
            <a:custGeom>
              <a:avLst/>
              <a:gdLst>
                <a:gd name="T0" fmla="*/ 80 w 81"/>
                <a:gd name="T1" fmla="*/ 48 h 159"/>
                <a:gd name="T2" fmla="*/ 67 w 81"/>
                <a:gd name="T3" fmla="*/ 26 h 159"/>
                <a:gd name="T4" fmla="*/ 70 w 81"/>
                <a:gd name="T5" fmla="*/ 17 h 159"/>
                <a:gd name="T6" fmla="*/ 73 w 81"/>
                <a:gd name="T7" fmla="*/ 12 h 159"/>
                <a:gd name="T8" fmla="*/ 54 w 81"/>
                <a:gd name="T9" fmla="*/ 3 h 159"/>
                <a:gd name="T10" fmla="*/ 49 w 81"/>
                <a:gd name="T11" fmla="*/ 24 h 159"/>
                <a:gd name="T12" fmla="*/ 48 w 81"/>
                <a:gd name="T13" fmla="*/ 29 h 159"/>
                <a:gd name="T14" fmla="*/ 49 w 81"/>
                <a:gd name="T15" fmla="*/ 30 h 159"/>
                <a:gd name="T16" fmla="*/ 48 w 81"/>
                <a:gd name="T17" fmla="*/ 34 h 159"/>
                <a:gd name="T18" fmla="*/ 46 w 81"/>
                <a:gd name="T19" fmla="*/ 46 h 159"/>
                <a:gd name="T20" fmla="*/ 45 w 81"/>
                <a:gd name="T21" fmla="*/ 50 h 159"/>
                <a:gd name="T22" fmla="*/ 45 w 81"/>
                <a:gd name="T23" fmla="*/ 49 h 159"/>
                <a:gd name="T24" fmla="*/ 43 w 81"/>
                <a:gd name="T25" fmla="*/ 51 h 159"/>
                <a:gd name="T26" fmla="*/ 28 w 81"/>
                <a:gd name="T27" fmla="*/ 52 h 159"/>
                <a:gd name="T28" fmla="*/ 20 w 81"/>
                <a:gd name="T29" fmla="*/ 53 h 159"/>
                <a:gd name="T30" fmla="*/ 18 w 81"/>
                <a:gd name="T31" fmla="*/ 61 h 159"/>
                <a:gd name="T32" fmla="*/ 27 w 81"/>
                <a:gd name="T33" fmla="*/ 63 h 159"/>
                <a:gd name="T34" fmla="*/ 38 w 81"/>
                <a:gd name="T35" fmla="*/ 64 h 159"/>
                <a:gd name="T36" fmla="*/ 39 w 81"/>
                <a:gd name="T37" fmla="*/ 73 h 159"/>
                <a:gd name="T38" fmla="*/ 37 w 81"/>
                <a:gd name="T39" fmla="*/ 104 h 159"/>
                <a:gd name="T40" fmla="*/ 37 w 81"/>
                <a:gd name="T41" fmla="*/ 113 h 159"/>
                <a:gd name="T42" fmla="*/ 34 w 81"/>
                <a:gd name="T43" fmla="*/ 115 h 159"/>
                <a:gd name="T44" fmla="*/ 27 w 81"/>
                <a:gd name="T45" fmla="*/ 121 h 159"/>
                <a:gd name="T46" fmla="*/ 25 w 81"/>
                <a:gd name="T47" fmla="*/ 122 h 159"/>
                <a:gd name="T48" fmla="*/ 29 w 81"/>
                <a:gd name="T49" fmla="*/ 108 h 159"/>
                <a:gd name="T50" fmla="*/ 34 w 81"/>
                <a:gd name="T51" fmla="*/ 103 h 159"/>
                <a:gd name="T52" fmla="*/ 26 w 81"/>
                <a:gd name="T53" fmla="*/ 95 h 159"/>
                <a:gd name="T54" fmla="*/ 16 w 81"/>
                <a:gd name="T55" fmla="*/ 90 h 159"/>
                <a:gd name="T56" fmla="*/ 2 w 81"/>
                <a:gd name="T57" fmla="*/ 90 h 159"/>
                <a:gd name="T58" fmla="*/ 6 w 81"/>
                <a:gd name="T59" fmla="*/ 100 h 159"/>
                <a:gd name="T60" fmla="*/ 13 w 81"/>
                <a:gd name="T61" fmla="*/ 102 h 159"/>
                <a:gd name="T62" fmla="*/ 11 w 81"/>
                <a:gd name="T63" fmla="*/ 117 h 159"/>
                <a:gd name="T64" fmla="*/ 10 w 81"/>
                <a:gd name="T65" fmla="*/ 125 h 159"/>
                <a:gd name="T66" fmla="*/ 8 w 81"/>
                <a:gd name="T67" fmla="*/ 147 h 159"/>
                <a:gd name="T68" fmla="*/ 11 w 81"/>
                <a:gd name="T69" fmla="*/ 148 h 159"/>
                <a:gd name="T70" fmla="*/ 21 w 81"/>
                <a:gd name="T71" fmla="*/ 145 h 159"/>
                <a:gd name="T72" fmla="*/ 27 w 81"/>
                <a:gd name="T73" fmla="*/ 139 h 159"/>
                <a:gd name="T74" fmla="*/ 31 w 81"/>
                <a:gd name="T75" fmla="*/ 145 h 159"/>
                <a:gd name="T76" fmla="*/ 46 w 81"/>
                <a:gd name="T77" fmla="*/ 156 h 159"/>
                <a:gd name="T78" fmla="*/ 57 w 81"/>
                <a:gd name="T79" fmla="*/ 145 h 159"/>
                <a:gd name="T80" fmla="*/ 52 w 81"/>
                <a:gd name="T81" fmla="*/ 130 h 159"/>
                <a:gd name="T82" fmla="*/ 47 w 81"/>
                <a:gd name="T83" fmla="*/ 95 h 159"/>
                <a:gd name="T84" fmla="*/ 49 w 81"/>
                <a:gd name="T85" fmla="*/ 80 h 159"/>
                <a:gd name="T86" fmla="*/ 80 w 81"/>
                <a:gd name="T87" fmla="*/ 55 h 159"/>
                <a:gd name="T88" fmla="*/ 35 w 81"/>
                <a:gd name="T89" fmla="*/ 128 h 159"/>
                <a:gd name="T90" fmla="*/ 37 w 81"/>
                <a:gd name="T91" fmla="*/ 116 h 159"/>
                <a:gd name="T92" fmla="*/ 37 w 81"/>
                <a:gd name="T93" fmla="*/ 118 h 159"/>
                <a:gd name="T94" fmla="*/ 41 w 81"/>
                <a:gd name="T95" fmla="*/ 139 h 159"/>
                <a:gd name="T96" fmla="*/ 54 w 81"/>
                <a:gd name="T97" fmla="*/ 47 h 159"/>
                <a:gd name="T98" fmla="*/ 57 w 81"/>
                <a:gd name="T99" fmla="*/ 43 h 159"/>
                <a:gd name="T100" fmla="*/ 64 w 81"/>
                <a:gd name="T101" fmla="*/ 27 h 159"/>
                <a:gd name="T102" fmla="*/ 65 w 81"/>
                <a:gd name="T103" fmla="*/ 27 h 159"/>
                <a:gd name="T104" fmla="*/ 64 w 81"/>
                <a:gd name="T105" fmla="*/ 36 h 159"/>
                <a:gd name="T106" fmla="*/ 64 w 81"/>
                <a:gd name="T107" fmla="*/ 34 h 159"/>
                <a:gd name="T108" fmla="*/ 66 w 81"/>
                <a:gd name="T109" fmla="*/ 41 h 159"/>
                <a:gd name="T110" fmla="*/ 68 w 81"/>
                <a:gd name="T111" fmla="*/ 47 h 159"/>
                <a:gd name="T112" fmla="*/ 54 w 81"/>
                <a:gd name="T113" fmla="*/ 5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1" h="159">
                  <a:moveTo>
                    <a:pt x="80" y="55"/>
                  </a:moveTo>
                  <a:cubicBezTo>
                    <a:pt x="81" y="53"/>
                    <a:pt x="80" y="50"/>
                    <a:pt x="80" y="48"/>
                  </a:cubicBezTo>
                  <a:cubicBezTo>
                    <a:pt x="74" y="45"/>
                    <a:pt x="66" y="38"/>
                    <a:pt x="65" y="30"/>
                  </a:cubicBezTo>
                  <a:cubicBezTo>
                    <a:pt x="65" y="29"/>
                    <a:pt x="66" y="27"/>
                    <a:pt x="67" y="26"/>
                  </a:cubicBezTo>
                  <a:cubicBezTo>
                    <a:pt x="67" y="25"/>
                    <a:pt x="67" y="24"/>
                    <a:pt x="67" y="23"/>
                  </a:cubicBezTo>
                  <a:cubicBezTo>
                    <a:pt x="68" y="21"/>
                    <a:pt x="69" y="19"/>
                    <a:pt x="70" y="17"/>
                  </a:cubicBezTo>
                  <a:cubicBezTo>
                    <a:pt x="71" y="16"/>
                    <a:pt x="71" y="15"/>
                    <a:pt x="71" y="14"/>
                  </a:cubicBezTo>
                  <a:cubicBezTo>
                    <a:pt x="72" y="13"/>
                    <a:pt x="73" y="12"/>
                    <a:pt x="73" y="12"/>
                  </a:cubicBezTo>
                  <a:cubicBezTo>
                    <a:pt x="75" y="10"/>
                    <a:pt x="72" y="4"/>
                    <a:pt x="71" y="3"/>
                  </a:cubicBezTo>
                  <a:cubicBezTo>
                    <a:pt x="69" y="0"/>
                    <a:pt x="57" y="0"/>
                    <a:pt x="54" y="3"/>
                  </a:cubicBezTo>
                  <a:cubicBezTo>
                    <a:pt x="52" y="5"/>
                    <a:pt x="54" y="9"/>
                    <a:pt x="52" y="12"/>
                  </a:cubicBezTo>
                  <a:cubicBezTo>
                    <a:pt x="51" y="15"/>
                    <a:pt x="51" y="20"/>
                    <a:pt x="49" y="24"/>
                  </a:cubicBezTo>
                  <a:cubicBezTo>
                    <a:pt x="49" y="25"/>
                    <a:pt x="50" y="25"/>
                    <a:pt x="50" y="26"/>
                  </a:cubicBezTo>
                  <a:cubicBezTo>
                    <a:pt x="49" y="27"/>
                    <a:pt x="49" y="27"/>
                    <a:pt x="48" y="29"/>
                  </a:cubicBezTo>
                  <a:cubicBezTo>
                    <a:pt x="49" y="29"/>
                    <a:pt x="49" y="29"/>
                    <a:pt x="49" y="29"/>
                  </a:cubicBezTo>
                  <a:cubicBezTo>
                    <a:pt x="49" y="29"/>
                    <a:pt x="49" y="29"/>
                    <a:pt x="49" y="30"/>
                  </a:cubicBezTo>
                  <a:cubicBezTo>
                    <a:pt x="49" y="30"/>
                    <a:pt x="49" y="30"/>
                    <a:pt x="49" y="30"/>
                  </a:cubicBezTo>
                  <a:cubicBezTo>
                    <a:pt x="48" y="30"/>
                    <a:pt x="48" y="33"/>
                    <a:pt x="48" y="34"/>
                  </a:cubicBezTo>
                  <a:cubicBezTo>
                    <a:pt x="47" y="36"/>
                    <a:pt x="47" y="39"/>
                    <a:pt x="46" y="42"/>
                  </a:cubicBezTo>
                  <a:cubicBezTo>
                    <a:pt x="46" y="43"/>
                    <a:pt x="46" y="45"/>
                    <a:pt x="46" y="46"/>
                  </a:cubicBezTo>
                  <a:cubicBezTo>
                    <a:pt x="45" y="47"/>
                    <a:pt x="45" y="47"/>
                    <a:pt x="44" y="48"/>
                  </a:cubicBezTo>
                  <a:cubicBezTo>
                    <a:pt x="45" y="48"/>
                    <a:pt x="45" y="49"/>
                    <a:pt x="45" y="50"/>
                  </a:cubicBezTo>
                  <a:cubicBezTo>
                    <a:pt x="45" y="50"/>
                    <a:pt x="45" y="50"/>
                    <a:pt x="45" y="50"/>
                  </a:cubicBezTo>
                  <a:cubicBezTo>
                    <a:pt x="45" y="49"/>
                    <a:pt x="45" y="49"/>
                    <a:pt x="45" y="49"/>
                  </a:cubicBezTo>
                  <a:cubicBezTo>
                    <a:pt x="44" y="49"/>
                    <a:pt x="44" y="49"/>
                    <a:pt x="44" y="49"/>
                  </a:cubicBezTo>
                  <a:cubicBezTo>
                    <a:pt x="44" y="50"/>
                    <a:pt x="43" y="50"/>
                    <a:pt x="43" y="51"/>
                  </a:cubicBezTo>
                  <a:cubicBezTo>
                    <a:pt x="41" y="51"/>
                    <a:pt x="38" y="51"/>
                    <a:pt x="36" y="51"/>
                  </a:cubicBezTo>
                  <a:cubicBezTo>
                    <a:pt x="34" y="51"/>
                    <a:pt x="31" y="52"/>
                    <a:pt x="28" y="52"/>
                  </a:cubicBezTo>
                  <a:cubicBezTo>
                    <a:pt x="27" y="52"/>
                    <a:pt x="25" y="52"/>
                    <a:pt x="23" y="51"/>
                  </a:cubicBezTo>
                  <a:cubicBezTo>
                    <a:pt x="22" y="52"/>
                    <a:pt x="21" y="53"/>
                    <a:pt x="20" y="53"/>
                  </a:cubicBezTo>
                  <a:cubicBezTo>
                    <a:pt x="19" y="55"/>
                    <a:pt x="18" y="56"/>
                    <a:pt x="18" y="57"/>
                  </a:cubicBezTo>
                  <a:cubicBezTo>
                    <a:pt x="18" y="58"/>
                    <a:pt x="18" y="60"/>
                    <a:pt x="18" y="61"/>
                  </a:cubicBezTo>
                  <a:cubicBezTo>
                    <a:pt x="19" y="62"/>
                    <a:pt x="20" y="64"/>
                    <a:pt x="21" y="65"/>
                  </a:cubicBezTo>
                  <a:cubicBezTo>
                    <a:pt x="22" y="65"/>
                    <a:pt x="25" y="63"/>
                    <a:pt x="27" y="63"/>
                  </a:cubicBezTo>
                  <a:cubicBezTo>
                    <a:pt x="28" y="62"/>
                    <a:pt x="32" y="63"/>
                    <a:pt x="33" y="64"/>
                  </a:cubicBezTo>
                  <a:cubicBezTo>
                    <a:pt x="35" y="64"/>
                    <a:pt x="36" y="63"/>
                    <a:pt x="38" y="64"/>
                  </a:cubicBezTo>
                  <a:cubicBezTo>
                    <a:pt x="39" y="64"/>
                    <a:pt x="40" y="64"/>
                    <a:pt x="41" y="65"/>
                  </a:cubicBezTo>
                  <a:cubicBezTo>
                    <a:pt x="41" y="67"/>
                    <a:pt x="40" y="70"/>
                    <a:pt x="39" y="73"/>
                  </a:cubicBezTo>
                  <a:cubicBezTo>
                    <a:pt x="39" y="74"/>
                    <a:pt x="39" y="75"/>
                    <a:pt x="39" y="76"/>
                  </a:cubicBezTo>
                  <a:cubicBezTo>
                    <a:pt x="37" y="85"/>
                    <a:pt x="36" y="96"/>
                    <a:pt x="37" y="104"/>
                  </a:cubicBezTo>
                  <a:cubicBezTo>
                    <a:pt x="37" y="106"/>
                    <a:pt x="36" y="109"/>
                    <a:pt x="36" y="110"/>
                  </a:cubicBezTo>
                  <a:cubicBezTo>
                    <a:pt x="36" y="111"/>
                    <a:pt x="37" y="112"/>
                    <a:pt x="37" y="113"/>
                  </a:cubicBezTo>
                  <a:cubicBezTo>
                    <a:pt x="37" y="113"/>
                    <a:pt x="37" y="113"/>
                    <a:pt x="37" y="113"/>
                  </a:cubicBezTo>
                  <a:cubicBezTo>
                    <a:pt x="35" y="114"/>
                    <a:pt x="36" y="114"/>
                    <a:pt x="34" y="115"/>
                  </a:cubicBezTo>
                  <a:cubicBezTo>
                    <a:pt x="33" y="115"/>
                    <a:pt x="33" y="115"/>
                    <a:pt x="32" y="115"/>
                  </a:cubicBezTo>
                  <a:cubicBezTo>
                    <a:pt x="32" y="115"/>
                    <a:pt x="27" y="120"/>
                    <a:pt x="27" y="121"/>
                  </a:cubicBezTo>
                  <a:cubicBezTo>
                    <a:pt x="26" y="120"/>
                    <a:pt x="26" y="120"/>
                    <a:pt x="26" y="120"/>
                  </a:cubicBezTo>
                  <a:cubicBezTo>
                    <a:pt x="25" y="121"/>
                    <a:pt x="25" y="121"/>
                    <a:pt x="25" y="122"/>
                  </a:cubicBezTo>
                  <a:cubicBezTo>
                    <a:pt x="25" y="122"/>
                    <a:pt x="24" y="123"/>
                    <a:pt x="23" y="123"/>
                  </a:cubicBezTo>
                  <a:cubicBezTo>
                    <a:pt x="24" y="120"/>
                    <a:pt x="26" y="109"/>
                    <a:pt x="29" y="108"/>
                  </a:cubicBezTo>
                  <a:cubicBezTo>
                    <a:pt x="30" y="108"/>
                    <a:pt x="30" y="108"/>
                    <a:pt x="31" y="108"/>
                  </a:cubicBezTo>
                  <a:cubicBezTo>
                    <a:pt x="32" y="107"/>
                    <a:pt x="33" y="105"/>
                    <a:pt x="34" y="103"/>
                  </a:cubicBezTo>
                  <a:cubicBezTo>
                    <a:pt x="33" y="102"/>
                    <a:pt x="32" y="100"/>
                    <a:pt x="31" y="99"/>
                  </a:cubicBezTo>
                  <a:cubicBezTo>
                    <a:pt x="29" y="97"/>
                    <a:pt x="27" y="97"/>
                    <a:pt x="26" y="95"/>
                  </a:cubicBezTo>
                  <a:cubicBezTo>
                    <a:pt x="26" y="95"/>
                    <a:pt x="25" y="94"/>
                    <a:pt x="25" y="93"/>
                  </a:cubicBezTo>
                  <a:cubicBezTo>
                    <a:pt x="23" y="92"/>
                    <a:pt x="19" y="91"/>
                    <a:pt x="16" y="90"/>
                  </a:cubicBezTo>
                  <a:cubicBezTo>
                    <a:pt x="15" y="89"/>
                    <a:pt x="14" y="87"/>
                    <a:pt x="13" y="87"/>
                  </a:cubicBezTo>
                  <a:cubicBezTo>
                    <a:pt x="10" y="85"/>
                    <a:pt x="4" y="88"/>
                    <a:pt x="2" y="90"/>
                  </a:cubicBezTo>
                  <a:cubicBezTo>
                    <a:pt x="0" y="94"/>
                    <a:pt x="3" y="96"/>
                    <a:pt x="5" y="98"/>
                  </a:cubicBezTo>
                  <a:cubicBezTo>
                    <a:pt x="5" y="98"/>
                    <a:pt x="5" y="99"/>
                    <a:pt x="6" y="100"/>
                  </a:cubicBezTo>
                  <a:cubicBezTo>
                    <a:pt x="6" y="99"/>
                    <a:pt x="7" y="99"/>
                    <a:pt x="7" y="99"/>
                  </a:cubicBezTo>
                  <a:cubicBezTo>
                    <a:pt x="9" y="100"/>
                    <a:pt x="12" y="101"/>
                    <a:pt x="13" y="102"/>
                  </a:cubicBezTo>
                  <a:cubicBezTo>
                    <a:pt x="13" y="105"/>
                    <a:pt x="12" y="108"/>
                    <a:pt x="11" y="110"/>
                  </a:cubicBezTo>
                  <a:cubicBezTo>
                    <a:pt x="11" y="113"/>
                    <a:pt x="11" y="115"/>
                    <a:pt x="11" y="117"/>
                  </a:cubicBezTo>
                  <a:cubicBezTo>
                    <a:pt x="10" y="120"/>
                    <a:pt x="10" y="122"/>
                    <a:pt x="9" y="124"/>
                  </a:cubicBezTo>
                  <a:cubicBezTo>
                    <a:pt x="9" y="124"/>
                    <a:pt x="10" y="125"/>
                    <a:pt x="10" y="125"/>
                  </a:cubicBezTo>
                  <a:cubicBezTo>
                    <a:pt x="9" y="126"/>
                    <a:pt x="8" y="126"/>
                    <a:pt x="7" y="127"/>
                  </a:cubicBezTo>
                  <a:cubicBezTo>
                    <a:pt x="4" y="133"/>
                    <a:pt x="2" y="141"/>
                    <a:pt x="8" y="147"/>
                  </a:cubicBezTo>
                  <a:cubicBezTo>
                    <a:pt x="8" y="147"/>
                    <a:pt x="9" y="147"/>
                    <a:pt x="9" y="147"/>
                  </a:cubicBezTo>
                  <a:cubicBezTo>
                    <a:pt x="10" y="147"/>
                    <a:pt x="11" y="148"/>
                    <a:pt x="11" y="148"/>
                  </a:cubicBezTo>
                  <a:cubicBezTo>
                    <a:pt x="11" y="148"/>
                    <a:pt x="13" y="148"/>
                    <a:pt x="14" y="149"/>
                  </a:cubicBezTo>
                  <a:cubicBezTo>
                    <a:pt x="16" y="147"/>
                    <a:pt x="19" y="146"/>
                    <a:pt x="21" y="145"/>
                  </a:cubicBezTo>
                  <a:cubicBezTo>
                    <a:pt x="23" y="143"/>
                    <a:pt x="24" y="139"/>
                    <a:pt x="27" y="139"/>
                  </a:cubicBezTo>
                  <a:cubicBezTo>
                    <a:pt x="27" y="139"/>
                    <a:pt x="27" y="139"/>
                    <a:pt x="27" y="139"/>
                  </a:cubicBezTo>
                  <a:cubicBezTo>
                    <a:pt x="28" y="141"/>
                    <a:pt x="29" y="143"/>
                    <a:pt x="30" y="145"/>
                  </a:cubicBezTo>
                  <a:cubicBezTo>
                    <a:pt x="30" y="145"/>
                    <a:pt x="30" y="145"/>
                    <a:pt x="31" y="145"/>
                  </a:cubicBezTo>
                  <a:cubicBezTo>
                    <a:pt x="32" y="149"/>
                    <a:pt x="37" y="151"/>
                    <a:pt x="41" y="152"/>
                  </a:cubicBezTo>
                  <a:cubicBezTo>
                    <a:pt x="43" y="153"/>
                    <a:pt x="45" y="155"/>
                    <a:pt x="46" y="156"/>
                  </a:cubicBezTo>
                  <a:cubicBezTo>
                    <a:pt x="50" y="159"/>
                    <a:pt x="55" y="156"/>
                    <a:pt x="57" y="153"/>
                  </a:cubicBezTo>
                  <a:cubicBezTo>
                    <a:pt x="59" y="151"/>
                    <a:pt x="56" y="147"/>
                    <a:pt x="57" y="145"/>
                  </a:cubicBezTo>
                  <a:cubicBezTo>
                    <a:pt x="58" y="143"/>
                    <a:pt x="58" y="136"/>
                    <a:pt x="57" y="133"/>
                  </a:cubicBezTo>
                  <a:cubicBezTo>
                    <a:pt x="57" y="132"/>
                    <a:pt x="53" y="130"/>
                    <a:pt x="52" y="130"/>
                  </a:cubicBezTo>
                  <a:cubicBezTo>
                    <a:pt x="51" y="124"/>
                    <a:pt x="48" y="119"/>
                    <a:pt x="47" y="114"/>
                  </a:cubicBezTo>
                  <a:cubicBezTo>
                    <a:pt x="46" y="109"/>
                    <a:pt x="47" y="101"/>
                    <a:pt x="47" y="95"/>
                  </a:cubicBezTo>
                  <a:cubicBezTo>
                    <a:pt x="47" y="94"/>
                    <a:pt x="47" y="92"/>
                    <a:pt x="47" y="90"/>
                  </a:cubicBezTo>
                  <a:cubicBezTo>
                    <a:pt x="48" y="87"/>
                    <a:pt x="48" y="83"/>
                    <a:pt x="49" y="80"/>
                  </a:cubicBezTo>
                  <a:cubicBezTo>
                    <a:pt x="48" y="77"/>
                    <a:pt x="52" y="64"/>
                    <a:pt x="54" y="63"/>
                  </a:cubicBezTo>
                  <a:cubicBezTo>
                    <a:pt x="58" y="58"/>
                    <a:pt x="75" y="61"/>
                    <a:pt x="80" y="55"/>
                  </a:cubicBezTo>
                  <a:close/>
                  <a:moveTo>
                    <a:pt x="41" y="139"/>
                  </a:moveTo>
                  <a:cubicBezTo>
                    <a:pt x="36" y="141"/>
                    <a:pt x="37" y="130"/>
                    <a:pt x="35" y="128"/>
                  </a:cubicBezTo>
                  <a:cubicBezTo>
                    <a:pt x="34" y="127"/>
                    <a:pt x="34" y="127"/>
                    <a:pt x="33" y="127"/>
                  </a:cubicBezTo>
                  <a:cubicBezTo>
                    <a:pt x="33" y="123"/>
                    <a:pt x="36" y="119"/>
                    <a:pt x="37" y="116"/>
                  </a:cubicBezTo>
                  <a:cubicBezTo>
                    <a:pt x="37" y="116"/>
                    <a:pt x="37" y="116"/>
                    <a:pt x="37" y="116"/>
                  </a:cubicBezTo>
                  <a:cubicBezTo>
                    <a:pt x="37" y="117"/>
                    <a:pt x="37" y="117"/>
                    <a:pt x="37" y="118"/>
                  </a:cubicBezTo>
                  <a:cubicBezTo>
                    <a:pt x="37" y="119"/>
                    <a:pt x="37" y="120"/>
                    <a:pt x="37" y="121"/>
                  </a:cubicBezTo>
                  <a:cubicBezTo>
                    <a:pt x="39" y="127"/>
                    <a:pt x="43" y="133"/>
                    <a:pt x="41" y="139"/>
                  </a:cubicBezTo>
                  <a:close/>
                  <a:moveTo>
                    <a:pt x="54" y="47"/>
                  </a:moveTo>
                  <a:cubicBezTo>
                    <a:pt x="54" y="47"/>
                    <a:pt x="54" y="47"/>
                    <a:pt x="54" y="47"/>
                  </a:cubicBezTo>
                  <a:cubicBezTo>
                    <a:pt x="55" y="46"/>
                    <a:pt x="55" y="46"/>
                    <a:pt x="55" y="45"/>
                  </a:cubicBezTo>
                  <a:cubicBezTo>
                    <a:pt x="55" y="44"/>
                    <a:pt x="57" y="44"/>
                    <a:pt x="57" y="43"/>
                  </a:cubicBezTo>
                  <a:cubicBezTo>
                    <a:pt x="57" y="42"/>
                    <a:pt x="58" y="40"/>
                    <a:pt x="58" y="39"/>
                  </a:cubicBezTo>
                  <a:cubicBezTo>
                    <a:pt x="59" y="36"/>
                    <a:pt x="61" y="29"/>
                    <a:pt x="64" y="27"/>
                  </a:cubicBezTo>
                  <a:cubicBezTo>
                    <a:pt x="64" y="27"/>
                    <a:pt x="64" y="27"/>
                    <a:pt x="64" y="27"/>
                  </a:cubicBezTo>
                  <a:cubicBezTo>
                    <a:pt x="64" y="27"/>
                    <a:pt x="64" y="27"/>
                    <a:pt x="65" y="27"/>
                  </a:cubicBezTo>
                  <a:cubicBezTo>
                    <a:pt x="64" y="30"/>
                    <a:pt x="63" y="32"/>
                    <a:pt x="64" y="35"/>
                  </a:cubicBezTo>
                  <a:cubicBezTo>
                    <a:pt x="64" y="36"/>
                    <a:pt x="64" y="36"/>
                    <a:pt x="64" y="36"/>
                  </a:cubicBezTo>
                  <a:cubicBezTo>
                    <a:pt x="64" y="35"/>
                    <a:pt x="64" y="35"/>
                    <a:pt x="64" y="34"/>
                  </a:cubicBezTo>
                  <a:cubicBezTo>
                    <a:pt x="64" y="34"/>
                    <a:pt x="64" y="34"/>
                    <a:pt x="64" y="34"/>
                  </a:cubicBezTo>
                  <a:cubicBezTo>
                    <a:pt x="65" y="35"/>
                    <a:pt x="66" y="40"/>
                    <a:pt x="67" y="41"/>
                  </a:cubicBezTo>
                  <a:cubicBezTo>
                    <a:pt x="66" y="41"/>
                    <a:pt x="66" y="41"/>
                    <a:pt x="66" y="41"/>
                  </a:cubicBezTo>
                  <a:cubicBezTo>
                    <a:pt x="66" y="43"/>
                    <a:pt x="68" y="45"/>
                    <a:pt x="67" y="47"/>
                  </a:cubicBezTo>
                  <a:cubicBezTo>
                    <a:pt x="68" y="47"/>
                    <a:pt x="68" y="47"/>
                    <a:pt x="68" y="47"/>
                  </a:cubicBezTo>
                  <a:cubicBezTo>
                    <a:pt x="68" y="47"/>
                    <a:pt x="68" y="47"/>
                    <a:pt x="68" y="48"/>
                  </a:cubicBezTo>
                  <a:cubicBezTo>
                    <a:pt x="66" y="48"/>
                    <a:pt x="56" y="52"/>
                    <a:pt x="54" y="51"/>
                  </a:cubicBezTo>
                  <a:cubicBezTo>
                    <a:pt x="53" y="50"/>
                    <a:pt x="53" y="48"/>
                    <a:pt x="54" y="47"/>
                  </a:cubicBezTo>
                  <a:close/>
                </a:path>
              </a:pathLst>
            </a:custGeom>
            <a:grpFill/>
            <a:ln>
              <a:noFill/>
            </a:ln>
          </p:spPr>
          <p:txBody>
            <a:bodyPr vert="horz" wrap="square" lIns="91440" tIns="45720" rIns="91440" bIns="45720" numCol="1" anchor="t" anchorCtr="0" compatLnSpc="1"/>
            <a:lstStyle/>
            <a:p>
              <a:endParaRPr lang="zh-CN" altLang="en-US"/>
            </a:p>
          </p:txBody>
        </p:sp>
        <p:sp>
          <p:nvSpPr>
            <p:cNvPr id="55" name="Freeform 42"/>
            <p:cNvSpPr>
              <a:spLocks noEditPoints="1"/>
            </p:cNvSpPr>
            <p:nvPr/>
          </p:nvSpPr>
          <p:spPr bwMode="auto">
            <a:xfrm>
              <a:off x="4783572" y="2414455"/>
              <a:ext cx="857629" cy="1089497"/>
            </a:xfrm>
            <a:custGeom>
              <a:avLst/>
              <a:gdLst>
                <a:gd name="T0" fmla="*/ 127 w 129"/>
                <a:gd name="T1" fmla="*/ 150 h 162"/>
                <a:gd name="T2" fmla="*/ 124 w 129"/>
                <a:gd name="T3" fmla="*/ 148 h 162"/>
                <a:gd name="T4" fmla="*/ 104 w 129"/>
                <a:gd name="T5" fmla="*/ 147 h 162"/>
                <a:gd name="T6" fmla="*/ 96 w 129"/>
                <a:gd name="T7" fmla="*/ 147 h 162"/>
                <a:gd name="T8" fmla="*/ 80 w 129"/>
                <a:gd name="T9" fmla="*/ 148 h 162"/>
                <a:gd name="T10" fmla="*/ 67 w 129"/>
                <a:gd name="T11" fmla="*/ 136 h 162"/>
                <a:gd name="T12" fmla="*/ 87 w 129"/>
                <a:gd name="T13" fmla="*/ 121 h 162"/>
                <a:gd name="T14" fmla="*/ 72 w 129"/>
                <a:gd name="T15" fmla="*/ 109 h 162"/>
                <a:gd name="T16" fmla="*/ 65 w 129"/>
                <a:gd name="T17" fmla="*/ 108 h 162"/>
                <a:gd name="T18" fmla="*/ 80 w 129"/>
                <a:gd name="T19" fmla="*/ 80 h 162"/>
                <a:gd name="T20" fmla="*/ 65 w 129"/>
                <a:gd name="T21" fmla="*/ 78 h 162"/>
                <a:gd name="T22" fmla="*/ 64 w 129"/>
                <a:gd name="T23" fmla="*/ 63 h 162"/>
                <a:gd name="T24" fmla="*/ 66 w 129"/>
                <a:gd name="T25" fmla="*/ 46 h 162"/>
                <a:gd name="T26" fmla="*/ 73 w 129"/>
                <a:gd name="T27" fmla="*/ 29 h 162"/>
                <a:gd name="T28" fmla="*/ 71 w 129"/>
                <a:gd name="T29" fmla="*/ 5 h 162"/>
                <a:gd name="T30" fmla="*/ 54 w 129"/>
                <a:gd name="T31" fmla="*/ 6 h 162"/>
                <a:gd name="T32" fmla="*/ 45 w 129"/>
                <a:gd name="T33" fmla="*/ 17 h 162"/>
                <a:gd name="T34" fmla="*/ 40 w 129"/>
                <a:gd name="T35" fmla="*/ 29 h 162"/>
                <a:gd name="T36" fmla="*/ 33 w 129"/>
                <a:gd name="T37" fmla="*/ 56 h 162"/>
                <a:gd name="T38" fmla="*/ 34 w 129"/>
                <a:gd name="T39" fmla="*/ 74 h 162"/>
                <a:gd name="T40" fmla="*/ 38 w 129"/>
                <a:gd name="T41" fmla="*/ 81 h 162"/>
                <a:gd name="T42" fmla="*/ 25 w 129"/>
                <a:gd name="T43" fmla="*/ 92 h 162"/>
                <a:gd name="T44" fmla="*/ 6 w 129"/>
                <a:gd name="T45" fmla="*/ 110 h 162"/>
                <a:gd name="T46" fmla="*/ 2 w 129"/>
                <a:gd name="T47" fmla="*/ 117 h 162"/>
                <a:gd name="T48" fmla="*/ 1 w 129"/>
                <a:gd name="T49" fmla="*/ 128 h 162"/>
                <a:gd name="T50" fmla="*/ 19 w 129"/>
                <a:gd name="T51" fmla="*/ 120 h 162"/>
                <a:gd name="T52" fmla="*/ 41 w 129"/>
                <a:gd name="T53" fmla="*/ 105 h 162"/>
                <a:gd name="T54" fmla="*/ 56 w 129"/>
                <a:gd name="T55" fmla="*/ 109 h 162"/>
                <a:gd name="T56" fmla="*/ 55 w 129"/>
                <a:gd name="T57" fmla="*/ 111 h 162"/>
                <a:gd name="T58" fmla="*/ 36 w 129"/>
                <a:gd name="T59" fmla="*/ 118 h 162"/>
                <a:gd name="T60" fmla="*/ 26 w 129"/>
                <a:gd name="T61" fmla="*/ 126 h 162"/>
                <a:gd name="T62" fmla="*/ 22 w 129"/>
                <a:gd name="T63" fmla="*/ 131 h 162"/>
                <a:gd name="T64" fmla="*/ 17 w 129"/>
                <a:gd name="T65" fmla="*/ 135 h 162"/>
                <a:gd name="T66" fmla="*/ 11 w 129"/>
                <a:gd name="T67" fmla="*/ 142 h 162"/>
                <a:gd name="T68" fmla="*/ 24 w 129"/>
                <a:gd name="T69" fmla="*/ 151 h 162"/>
                <a:gd name="T70" fmla="*/ 43 w 129"/>
                <a:gd name="T71" fmla="*/ 149 h 162"/>
                <a:gd name="T72" fmla="*/ 57 w 129"/>
                <a:gd name="T73" fmla="*/ 153 h 162"/>
                <a:gd name="T74" fmla="*/ 77 w 129"/>
                <a:gd name="T75" fmla="*/ 161 h 162"/>
                <a:gd name="T76" fmla="*/ 97 w 129"/>
                <a:gd name="T77" fmla="*/ 159 h 162"/>
                <a:gd name="T78" fmla="*/ 108 w 129"/>
                <a:gd name="T79" fmla="*/ 156 h 162"/>
                <a:gd name="T80" fmla="*/ 113 w 129"/>
                <a:gd name="T81" fmla="*/ 155 h 162"/>
                <a:gd name="T82" fmla="*/ 129 w 129"/>
                <a:gd name="T83" fmla="*/ 151 h 162"/>
                <a:gd name="T84" fmla="*/ 51 w 129"/>
                <a:gd name="T85" fmla="*/ 36 h 162"/>
                <a:gd name="T86" fmla="*/ 50 w 129"/>
                <a:gd name="T87" fmla="*/ 36 h 162"/>
                <a:gd name="T88" fmla="*/ 45 w 129"/>
                <a:gd name="T89" fmla="*/ 64 h 162"/>
                <a:gd name="T90" fmla="*/ 52 w 129"/>
                <a:gd name="T91" fmla="*/ 81 h 162"/>
                <a:gd name="T92" fmla="*/ 43 w 129"/>
                <a:gd name="T93" fmla="*/ 90 h 162"/>
                <a:gd name="T94" fmla="*/ 44 w 129"/>
                <a:gd name="T95" fmla="*/ 87 h 162"/>
                <a:gd name="T96" fmla="*/ 53 w 129"/>
                <a:gd name="T97" fmla="*/ 80 h 162"/>
                <a:gd name="T98" fmla="*/ 49 w 129"/>
                <a:gd name="T99" fmla="*/ 139 h 162"/>
                <a:gd name="T100" fmla="*/ 35 w 129"/>
                <a:gd name="T101" fmla="*/ 137 h 162"/>
                <a:gd name="T102" fmla="*/ 48 w 129"/>
                <a:gd name="T103" fmla="*/ 127 h 162"/>
                <a:gd name="T104" fmla="*/ 62 w 129"/>
                <a:gd name="T105" fmla="*/ 127 h 162"/>
                <a:gd name="T106" fmla="*/ 68 w 129"/>
                <a:gd name="T107" fmla="*/ 124 h 162"/>
                <a:gd name="T108" fmla="*/ 63 w 129"/>
                <a:gd name="T109" fmla="*/ 12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9" h="162">
                  <a:moveTo>
                    <a:pt x="129" y="151"/>
                  </a:moveTo>
                  <a:cubicBezTo>
                    <a:pt x="127" y="151"/>
                    <a:pt x="127" y="151"/>
                    <a:pt x="127" y="151"/>
                  </a:cubicBezTo>
                  <a:cubicBezTo>
                    <a:pt x="127" y="150"/>
                    <a:pt x="127" y="150"/>
                    <a:pt x="127" y="150"/>
                  </a:cubicBezTo>
                  <a:cubicBezTo>
                    <a:pt x="127" y="149"/>
                    <a:pt x="126" y="149"/>
                    <a:pt x="126" y="148"/>
                  </a:cubicBezTo>
                  <a:cubicBezTo>
                    <a:pt x="125" y="148"/>
                    <a:pt x="125" y="149"/>
                    <a:pt x="124" y="149"/>
                  </a:cubicBezTo>
                  <a:cubicBezTo>
                    <a:pt x="124" y="148"/>
                    <a:pt x="124" y="148"/>
                    <a:pt x="124" y="148"/>
                  </a:cubicBezTo>
                  <a:cubicBezTo>
                    <a:pt x="121" y="145"/>
                    <a:pt x="117" y="145"/>
                    <a:pt x="113" y="146"/>
                  </a:cubicBezTo>
                  <a:cubicBezTo>
                    <a:pt x="108" y="146"/>
                    <a:pt x="108" y="146"/>
                    <a:pt x="108" y="146"/>
                  </a:cubicBezTo>
                  <a:cubicBezTo>
                    <a:pt x="107" y="147"/>
                    <a:pt x="106" y="147"/>
                    <a:pt x="104" y="147"/>
                  </a:cubicBezTo>
                  <a:cubicBezTo>
                    <a:pt x="104" y="147"/>
                    <a:pt x="99" y="147"/>
                    <a:pt x="98" y="147"/>
                  </a:cubicBezTo>
                  <a:cubicBezTo>
                    <a:pt x="98" y="147"/>
                    <a:pt x="98" y="148"/>
                    <a:pt x="97" y="147"/>
                  </a:cubicBezTo>
                  <a:cubicBezTo>
                    <a:pt x="97" y="147"/>
                    <a:pt x="96" y="147"/>
                    <a:pt x="96" y="147"/>
                  </a:cubicBezTo>
                  <a:cubicBezTo>
                    <a:pt x="95" y="147"/>
                    <a:pt x="95" y="148"/>
                    <a:pt x="94" y="148"/>
                  </a:cubicBezTo>
                  <a:cubicBezTo>
                    <a:pt x="91" y="147"/>
                    <a:pt x="87" y="146"/>
                    <a:pt x="84" y="146"/>
                  </a:cubicBezTo>
                  <a:cubicBezTo>
                    <a:pt x="83" y="147"/>
                    <a:pt x="81" y="147"/>
                    <a:pt x="80" y="148"/>
                  </a:cubicBezTo>
                  <a:cubicBezTo>
                    <a:pt x="77" y="147"/>
                    <a:pt x="74" y="146"/>
                    <a:pt x="70" y="145"/>
                  </a:cubicBezTo>
                  <a:cubicBezTo>
                    <a:pt x="68" y="144"/>
                    <a:pt x="66" y="145"/>
                    <a:pt x="65" y="144"/>
                  </a:cubicBezTo>
                  <a:cubicBezTo>
                    <a:pt x="61" y="142"/>
                    <a:pt x="65" y="137"/>
                    <a:pt x="67" y="136"/>
                  </a:cubicBezTo>
                  <a:cubicBezTo>
                    <a:pt x="68" y="134"/>
                    <a:pt x="70" y="134"/>
                    <a:pt x="72" y="132"/>
                  </a:cubicBezTo>
                  <a:cubicBezTo>
                    <a:pt x="72" y="132"/>
                    <a:pt x="73" y="130"/>
                    <a:pt x="74" y="130"/>
                  </a:cubicBezTo>
                  <a:cubicBezTo>
                    <a:pt x="77" y="128"/>
                    <a:pt x="86" y="124"/>
                    <a:pt x="87" y="121"/>
                  </a:cubicBezTo>
                  <a:cubicBezTo>
                    <a:pt x="89" y="118"/>
                    <a:pt x="87" y="115"/>
                    <a:pt x="86" y="113"/>
                  </a:cubicBezTo>
                  <a:cubicBezTo>
                    <a:pt x="85" y="112"/>
                    <a:pt x="84" y="111"/>
                    <a:pt x="83" y="110"/>
                  </a:cubicBezTo>
                  <a:cubicBezTo>
                    <a:pt x="80" y="108"/>
                    <a:pt x="76" y="109"/>
                    <a:pt x="72" y="109"/>
                  </a:cubicBezTo>
                  <a:cubicBezTo>
                    <a:pt x="72" y="109"/>
                    <a:pt x="71" y="109"/>
                    <a:pt x="70" y="109"/>
                  </a:cubicBezTo>
                  <a:cubicBezTo>
                    <a:pt x="69" y="108"/>
                    <a:pt x="67" y="108"/>
                    <a:pt x="65" y="108"/>
                  </a:cubicBezTo>
                  <a:cubicBezTo>
                    <a:pt x="65" y="108"/>
                    <a:pt x="65" y="108"/>
                    <a:pt x="65" y="108"/>
                  </a:cubicBezTo>
                  <a:cubicBezTo>
                    <a:pt x="65" y="103"/>
                    <a:pt x="72" y="90"/>
                    <a:pt x="75" y="88"/>
                  </a:cubicBezTo>
                  <a:cubicBezTo>
                    <a:pt x="78" y="87"/>
                    <a:pt x="81" y="86"/>
                    <a:pt x="82" y="82"/>
                  </a:cubicBezTo>
                  <a:cubicBezTo>
                    <a:pt x="81" y="82"/>
                    <a:pt x="81" y="81"/>
                    <a:pt x="80" y="80"/>
                  </a:cubicBezTo>
                  <a:cubicBezTo>
                    <a:pt x="80" y="79"/>
                    <a:pt x="81" y="78"/>
                    <a:pt x="80" y="77"/>
                  </a:cubicBezTo>
                  <a:cubicBezTo>
                    <a:pt x="77" y="73"/>
                    <a:pt x="68" y="75"/>
                    <a:pt x="65" y="78"/>
                  </a:cubicBezTo>
                  <a:cubicBezTo>
                    <a:pt x="65" y="78"/>
                    <a:pt x="65" y="78"/>
                    <a:pt x="65" y="78"/>
                  </a:cubicBezTo>
                  <a:cubicBezTo>
                    <a:pt x="65" y="77"/>
                    <a:pt x="65" y="77"/>
                    <a:pt x="65" y="77"/>
                  </a:cubicBezTo>
                  <a:cubicBezTo>
                    <a:pt x="64" y="75"/>
                    <a:pt x="68" y="73"/>
                    <a:pt x="67" y="69"/>
                  </a:cubicBezTo>
                  <a:cubicBezTo>
                    <a:pt x="67" y="67"/>
                    <a:pt x="64" y="66"/>
                    <a:pt x="64" y="63"/>
                  </a:cubicBezTo>
                  <a:cubicBezTo>
                    <a:pt x="63" y="60"/>
                    <a:pt x="68" y="55"/>
                    <a:pt x="69" y="52"/>
                  </a:cubicBezTo>
                  <a:cubicBezTo>
                    <a:pt x="69" y="51"/>
                    <a:pt x="68" y="47"/>
                    <a:pt x="67" y="47"/>
                  </a:cubicBezTo>
                  <a:cubicBezTo>
                    <a:pt x="67" y="47"/>
                    <a:pt x="67" y="47"/>
                    <a:pt x="66" y="46"/>
                  </a:cubicBezTo>
                  <a:cubicBezTo>
                    <a:pt x="66" y="45"/>
                    <a:pt x="66" y="39"/>
                    <a:pt x="67" y="38"/>
                  </a:cubicBezTo>
                  <a:cubicBezTo>
                    <a:pt x="68" y="35"/>
                    <a:pt x="70" y="32"/>
                    <a:pt x="72" y="30"/>
                  </a:cubicBezTo>
                  <a:cubicBezTo>
                    <a:pt x="72" y="30"/>
                    <a:pt x="73" y="29"/>
                    <a:pt x="73" y="29"/>
                  </a:cubicBezTo>
                  <a:cubicBezTo>
                    <a:pt x="74" y="27"/>
                    <a:pt x="75" y="24"/>
                    <a:pt x="76" y="22"/>
                  </a:cubicBezTo>
                  <a:cubicBezTo>
                    <a:pt x="78" y="18"/>
                    <a:pt x="73" y="11"/>
                    <a:pt x="73" y="8"/>
                  </a:cubicBezTo>
                  <a:cubicBezTo>
                    <a:pt x="72" y="8"/>
                    <a:pt x="72" y="6"/>
                    <a:pt x="71" y="5"/>
                  </a:cubicBezTo>
                  <a:cubicBezTo>
                    <a:pt x="70" y="4"/>
                    <a:pt x="66" y="2"/>
                    <a:pt x="65" y="1"/>
                  </a:cubicBezTo>
                  <a:cubicBezTo>
                    <a:pt x="62" y="0"/>
                    <a:pt x="58" y="3"/>
                    <a:pt x="56" y="3"/>
                  </a:cubicBezTo>
                  <a:cubicBezTo>
                    <a:pt x="56" y="4"/>
                    <a:pt x="54" y="6"/>
                    <a:pt x="54" y="6"/>
                  </a:cubicBezTo>
                  <a:cubicBezTo>
                    <a:pt x="54" y="6"/>
                    <a:pt x="53" y="6"/>
                    <a:pt x="53" y="7"/>
                  </a:cubicBezTo>
                  <a:cubicBezTo>
                    <a:pt x="52" y="8"/>
                    <a:pt x="52" y="9"/>
                    <a:pt x="51" y="10"/>
                  </a:cubicBezTo>
                  <a:cubicBezTo>
                    <a:pt x="49" y="12"/>
                    <a:pt x="46" y="14"/>
                    <a:pt x="45" y="17"/>
                  </a:cubicBezTo>
                  <a:cubicBezTo>
                    <a:pt x="45" y="17"/>
                    <a:pt x="44" y="17"/>
                    <a:pt x="44" y="18"/>
                  </a:cubicBezTo>
                  <a:cubicBezTo>
                    <a:pt x="43" y="21"/>
                    <a:pt x="43" y="19"/>
                    <a:pt x="42" y="20"/>
                  </a:cubicBezTo>
                  <a:cubicBezTo>
                    <a:pt x="40" y="22"/>
                    <a:pt x="40" y="26"/>
                    <a:pt x="40" y="29"/>
                  </a:cubicBezTo>
                  <a:cubicBezTo>
                    <a:pt x="35" y="34"/>
                    <a:pt x="35" y="36"/>
                    <a:pt x="33" y="43"/>
                  </a:cubicBezTo>
                  <a:cubicBezTo>
                    <a:pt x="33" y="47"/>
                    <a:pt x="33" y="47"/>
                    <a:pt x="33" y="47"/>
                  </a:cubicBezTo>
                  <a:cubicBezTo>
                    <a:pt x="32" y="50"/>
                    <a:pt x="32" y="54"/>
                    <a:pt x="33" y="56"/>
                  </a:cubicBezTo>
                  <a:cubicBezTo>
                    <a:pt x="33" y="59"/>
                    <a:pt x="34" y="62"/>
                    <a:pt x="35" y="64"/>
                  </a:cubicBezTo>
                  <a:cubicBezTo>
                    <a:pt x="36" y="67"/>
                    <a:pt x="34" y="70"/>
                    <a:pt x="34" y="73"/>
                  </a:cubicBezTo>
                  <a:cubicBezTo>
                    <a:pt x="34" y="73"/>
                    <a:pt x="34" y="74"/>
                    <a:pt x="34" y="74"/>
                  </a:cubicBezTo>
                  <a:cubicBezTo>
                    <a:pt x="34" y="75"/>
                    <a:pt x="36" y="76"/>
                    <a:pt x="36" y="78"/>
                  </a:cubicBezTo>
                  <a:cubicBezTo>
                    <a:pt x="36" y="78"/>
                    <a:pt x="37" y="79"/>
                    <a:pt x="37" y="79"/>
                  </a:cubicBezTo>
                  <a:cubicBezTo>
                    <a:pt x="37" y="80"/>
                    <a:pt x="38" y="80"/>
                    <a:pt x="38" y="81"/>
                  </a:cubicBezTo>
                  <a:cubicBezTo>
                    <a:pt x="36" y="84"/>
                    <a:pt x="33" y="87"/>
                    <a:pt x="29" y="89"/>
                  </a:cubicBezTo>
                  <a:cubicBezTo>
                    <a:pt x="29" y="90"/>
                    <a:pt x="29" y="90"/>
                    <a:pt x="29" y="91"/>
                  </a:cubicBezTo>
                  <a:cubicBezTo>
                    <a:pt x="27" y="92"/>
                    <a:pt x="26" y="92"/>
                    <a:pt x="25" y="92"/>
                  </a:cubicBezTo>
                  <a:cubicBezTo>
                    <a:pt x="22" y="94"/>
                    <a:pt x="20" y="97"/>
                    <a:pt x="18" y="100"/>
                  </a:cubicBezTo>
                  <a:cubicBezTo>
                    <a:pt x="16" y="101"/>
                    <a:pt x="15" y="102"/>
                    <a:pt x="14" y="103"/>
                  </a:cubicBezTo>
                  <a:cubicBezTo>
                    <a:pt x="13" y="104"/>
                    <a:pt x="7" y="110"/>
                    <a:pt x="6" y="110"/>
                  </a:cubicBezTo>
                  <a:cubicBezTo>
                    <a:pt x="5" y="110"/>
                    <a:pt x="5" y="110"/>
                    <a:pt x="4" y="111"/>
                  </a:cubicBezTo>
                  <a:cubicBezTo>
                    <a:pt x="1" y="114"/>
                    <a:pt x="1" y="114"/>
                    <a:pt x="1" y="114"/>
                  </a:cubicBezTo>
                  <a:cubicBezTo>
                    <a:pt x="1" y="116"/>
                    <a:pt x="2" y="116"/>
                    <a:pt x="2" y="117"/>
                  </a:cubicBezTo>
                  <a:cubicBezTo>
                    <a:pt x="2" y="119"/>
                    <a:pt x="1" y="120"/>
                    <a:pt x="0" y="121"/>
                  </a:cubicBezTo>
                  <a:cubicBezTo>
                    <a:pt x="0" y="123"/>
                    <a:pt x="1" y="125"/>
                    <a:pt x="1" y="125"/>
                  </a:cubicBezTo>
                  <a:cubicBezTo>
                    <a:pt x="1" y="126"/>
                    <a:pt x="1" y="127"/>
                    <a:pt x="1" y="128"/>
                  </a:cubicBezTo>
                  <a:cubicBezTo>
                    <a:pt x="2" y="129"/>
                    <a:pt x="4" y="131"/>
                    <a:pt x="5" y="132"/>
                  </a:cubicBezTo>
                  <a:cubicBezTo>
                    <a:pt x="10" y="132"/>
                    <a:pt x="14" y="129"/>
                    <a:pt x="14" y="124"/>
                  </a:cubicBezTo>
                  <a:cubicBezTo>
                    <a:pt x="16" y="123"/>
                    <a:pt x="17" y="121"/>
                    <a:pt x="19" y="120"/>
                  </a:cubicBezTo>
                  <a:cubicBezTo>
                    <a:pt x="21" y="118"/>
                    <a:pt x="24" y="117"/>
                    <a:pt x="26" y="115"/>
                  </a:cubicBezTo>
                  <a:cubicBezTo>
                    <a:pt x="28" y="114"/>
                    <a:pt x="29" y="112"/>
                    <a:pt x="30" y="111"/>
                  </a:cubicBezTo>
                  <a:cubicBezTo>
                    <a:pt x="34" y="109"/>
                    <a:pt x="38" y="107"/>
                    <a:pt x="41" y="105"/>
                  </a:cubicBezTo>
                  <a:cubicBezTo>
                    <a:pt x="47" y="102"/>
                    <a:pt x="52" y="97"/>
                    <a:pt x="60" y="96"/>
                  </a:cubicBezTo>
                  <a:cubicBezTo>
                    <a:pt x="60" y="97"/>
                    <a:pt x="60" y="97"/>
                    <a:pt x="60" y="97"/>
                  </a:cubicBezTo>
                  <a:cubicBezTo>
                    <a:pt x="59" y="100"/>
                    <a:pt x="55" y="106"/>
                    <a:pt x="56" y="109"/>
                  </a:cubicBezTo>
                  <a:cubicBezTo>
                    <a:pt x="56" y="109"/>
                    <a:pt x="56" y="109"/>
                    <a:pt x="56" y="109"/>
                  </a:cubicBezTo>
                  <a:cubicBezTo>
                    <a:pt x="56" y="109"/>
                    <a:pt x="55" y="109"/>
                    <a:pt x="55" y="109"/>
                  </a:cubicBezTo>
                  <a:cubicBezTo>
                    <a:pt x="55" y="110"/>
                    <a:pt x="55" y="110"/>
                    <a:pt x="55" y="111"/>
                  </a:cubicBezTo>
                  <a:cubicBezTo>
                    <a:pt x="52" y="112"/>
                    <a:pt x="49" y="114"/>
                    <a:pt x="47" y="115"/>
                  </a:cubicBezTo>
                  <a:cubicBezTo>
                    <a:pt x="46" y="114"/>
                    <a:pt x="39" y="116"/>
                    <a:pt x="38" y="117"/>
                  </a:cubicBezTo>
                  <a:cubicBezTo>
                    <a:pt x="37" y="117"/>
                    <a:pt x="37" y="118"/>
                    <a:pt x="36" y="118"/>
                  </a:cubicBezTo>
                  <a:cubicBezTo>
                    <a:pt x="35" y="119"/>
                    <a:pt x="34" y="118"/>
                    <a:pt x="33" y="119"/>
                  </a:cubicBezTo>
                  <a:cubicBezTo>
                    <a:pt x="32" y="120"/>
                    <a:pt x="29" y="124"/>
                    <a:pt x="28" y="125"/>
                  </a:cubicBezTo>
                  <a:cubicBezTo>
                    <a:pt x="27" y="125"/>
                    <a:pt x="26" y="125"/>
                    <a:pt x="26" y="126"/>
                  </a:cubicBezTo>
                  <a:cubicBezTo>
                    <a:pt x="26" y="126"/>
                    <a:pt x="26" y="127"/>
                    <a:pt x="26" y="127"/>
                  </a:cubicBezTo>
                  <a:cubicBezTo>
                    <a:pt x="26" y="127"/>
                    <a:pt x="23" y="130"/>
                    <a:pt x="23" y="130"/>
                  </a:cubicBezTo>
                  <a:cubicBezTo>
                    <a:pt x="22" y="130"/>
                    <a:pt x="22" y="130"/>
                    <a:pt x="22" y="131"/>
                  </a:cubicBezTo>
                  <a:cubicBezTo>
                    <a:pt x="21" y="131"/>
                    <a:pt x="21" y="132"/>
                    <a:pt x="20" y="132"/>
                  </a:cubicBezTo>
                  <a:cubicBezTo>
                    <a:pt x="20" y="133"/>
                    <a:pt x="19" y="133"/>
                    <a:pt x="19" y="133"/>
                  </a:cubicBezTo>
                  <a:cubicBezTo>
                    <a:pt x="18" y="133"/>
                    <a:pt x="18" y="134"/>
                    <a:pt x="17" y="135"/>
                  </a:cubicBezTo>
                  <a:cubicBezTo>
                    <a:pt x="15" y="136"/>
                    <a:pt x="13" y="136"/>
                    <a:pt x="12" y="137"/>
                  </a:cubicBezTo>
                  <a:cubicBezTo>
                    <a:pt x="12" y="138"/>
                    <a:pt x="12" y="139"/>
                    <a:pt x="12" y="141"/>
                  </a:cubicBezTo>
                  <a:cubicBezTo>
                    <a:pt x="12" y="141"/>
                    <a:pt x="11" y="142"/>
                    <a:pt x="11" y="142"/>
                  </a:cubicBezTo>
                  <a:cubicBezTo>
                    <a:pt x="13" y="145"/>
                    <a:pt x="12" y="148"/>
                    <a:pt x="12" y="151"/>
                  </a:cubicBezTo>
                  <a:cubicBezTo>
                    <a:pt x="13" y="152"/>
                    <a:pt x="14" y="153"/>
                    <a:pt x="15" y="154"/>
                  </a:cubicBezTo>
                  <a:cubicBezTo>
                    <a:pt x="18" y="153"/>
                    <a:pt x="21" y="153"/>
                    <a:pt x="24" y="151"/>
                  </a:cubicBezTo>
                  <a:cubicBezTo>
                    <a:pt x="26" y="152"/>
                    <a:pt x="31" y="149"/>
                    <a:pt x="34" y="148"/>
                  </a:cubicBezTo>
                  <a:cubicBezTo>
                    <a:pt x="40" y="148"/>
                    <a:pt x="40" y="148"/>
                    <a:pt x="40" y="148"/>
                  </a:cubicBezTo>
                  <a:cubicBezTo>
                    <a:pt x="41" y="148"/>
                    <a:pt x="42" y="149"/>
                    <a:pt x="43" y="149"/>
                  </a:cubicBezTo>
                  <a:cubicBezTo>
                    <a:pt x="44" y="149"/>
                    <a:pt x="46" y="150"/>
                    <a:pt x="47" y="150"/>
                  </a:cubicBezTo>
                  <a:cubicBezTo>
                    <a:pt x="49" y="150"/>
                    <a:pt x="51" y="151"/>
                    <a:pt x="53" y="152"/>
                  </a:cubicBezTo>
                  <a:cubicBezTo>
                    <a:pt x="54" y="152"/>
                    <a:pt x="56" y="152"/>
                    <a:pt x="57" y="153"/>
                  </a:cubicBezTo>
                  <a:cubicBezTo>
                    <a:pt x="59" y="154"/>
                    <a:pt x="60" y="155"/>
                    <a:pt x="62" y="156"/>
                  </a:cubicBezTo>
                  <a:cubicBezTo>
                    <a:pt x="64" y="157"/>
                    <a:pt x="67" y="157"/>
                    <a:pt x="69" y="158"/>
                  </a:cubicBezTo>
                  <a:cubicBezTo>
                    <a:pt x="71" y="159"/>
                    <a:pt x="75" y="160"/>
                    <a:pt x="77" y="161"/>
                  </a:cubicBezTo>
                  <a:cubicBezTo>
                    <a:pt x="79" y="161"/>
                    <a:pt x="84" y="162"/>
                    <a:pt x="85" y="161"/>
                  </a:cubicBezTo>
                  <a:cubicBezTo>
                    <a:pt x="86" y="161"/>
                    <a:pt x="87" y="160"/>
                    <a:pt x="88" y="160"/>
                  </a:cubicBezTo>
                  <a:cubicBezTo>
                    <a:pt x="91" y="159"/>
                    <a:pt x="94" y="159"/>
                    <a:pt x="97" y="159"/>
                  </a:cubicBezTo>
                  <a:cubicBezTo>
                    <a:pt x="99" y="158"/>
                    <a:pt x="101" y="158"/>
                    <a:pt x="103" y="158"/>
                  </a:cubicBezTo>
                  <a:cubicBezTo>
                    <a:pt x="104" y="157"/>
                    <a:pt x="105" y="157"/>
                    <a:pt x="106" y="156"/>
                  </a:cubicBezTo>
                  <a:cubicBezTo>
                    <a:pt x="107" y="156"/>
                    <a:pt x="107" y="156"/>
                    <a:pt x="108" y="156"/>
                  </a:cubicBezTo>
                  <a:cubicBezTo>
                    <a:pt x="109" y="156"/>
                    <a:pt x="110" y="155"/>
                    <a:pt x="112" y="154"/>
                  </a:cubicBezTo>
                  <a:cubicBezTo>
                    <a:pt x="113" y="154"/>
                    <a:pt x="113" y="154"/>
                    <a:pt x="113" y="154"/>
                  </a:cubicBezTo>
                  <a:cubicBezTo>
                    <a:pt x="113" y="155"/>
                    <a:pt x="113" y="155"/>
                    <a:pt x="113" y="155"/>
                  </a:cubicBezTo>
                  <a:cubicBezTo>
                    <a:pt x="113" y="155"/>
                    <a:pt x="114" y="155"/>
                    <a:pt x="114" y="155"/>
                  </a:cubicBezTo>
                  <a:cubicBezTo>
                    <a:pt x="115" y="155"/>
                    <a:pt x="116" y="155"/>
                    <a:pt x="117" y="155"/>
                  </a:cubicBezTo>
                  <a:cubicBezTo>
                    <a:pt x="121" y="154"/>
                    <a:pt x="127" y="154"/>
                    <a:pt x="129" y="151"/>
                  </a:cubicBezTo>
                  <a:cubicBezTo>
                    <a:pt x="129" y="151"/>
                    <a:pt x="129" y="151"/>
                    <a:pt x="129" y="151"/>
                  </a:cubicBezTo>
                  <a:close/>
                  <a:moveTo>
                    <a:pt x="50" y="36"/>
                  </a:moveTo>
                  <a:cubicBezTo>
                    <a:pt x="51" y="36"/>
                    <a:pt x="51" y="36"/>
                    <a:pt x="51" y="36"/>
                  </a:cubicBezTo>
                  <a:cubicBezTo>
                    <a:pt x="51" y="37"/>
                    <a:pt x="51" y="39"/>
                    <a:pt x="51" y="41"/>
                  </a:cubicBezTo>
                  <a:cubicBezTo>
                    <a:pt x="50" y="41"/>
                    <a:pt x="48" y="41"/>
                    <a:pt x="47" y="41"/>
                  </a:cubicBezTo>
                  <a:cubicBezTo>
                    <a:pt x="45" y="39"/>
                    <a:pt x="49" y="37"/>
                    <a:pt x="50" y="36"/>
                  </a:cubicBezTo>
                  <a:close/>
                  <a:moveTo>
                    <a:pt x="44" y="60"/>
                  </a:moveTo>
                  <a:cubicBezTo>
                    <a:pt x="45" y="59"/>
                    <a:pt x="46" y="60"/>
                    <a:pt x="47" y="61"/>
                  </a:cubicBezTo>
                  <a:cubicBezTo>
                    <a:pt x="46" y="62"/>
                    <a:pt x="46" y="63"/>
                    <a:pt x="45" y="64"/>
                  </a:cubicBezTo>
                  <a:cubicBezTo>
                    <a:pt x="45" y="64"/>
                    <a:pt x="45" y="64"/>
                    <a:pt x="44" y="64"/>
                  </a:cubicBezTo>
                  <a:cubicBezTo>
                    <a:pt x="44" y="63"/>
                    <a:pt x="43" y="61"/>
                    <a:pt x="44" y="60"/>
                  </a:cubicBezTo>
                  <a:close/>
                  <a:moveTo>
                    <a:pt x="52" y="81"/>
                  </a:moveTo>
                  <a:cubicBezTo>
                    <a:pt x="52" y="82"/>
                    <a:pt x="52" y="83"/>
                    <a:pt x="52" y="84"/>
                  </a:cubicBezTo>
                  <a:cubicBezTo>
                    <a:pt x="51" y="87"/>
                    <a:pt x="48" y="88"/>
                    <a:pt x="45" y="89"/>
                  </a:cubicBezTo>
                  <a:cubicBezTo>
                    <a:pt x="44" y="90"/>
                    <a:pt x="44" y="90"/>
                    <a:pt x="43" y="90"/>
                  </a:cubicBezTo>
                  <a:cubicBezTo>
                    <a:pt x="43" y="90"/>
                    <a:pt x="43" y="90"/>
                    <a:pt x="43" y="90"/>
                  </a:cubicBezTo>
                  <a:cubicBezTo>
                    <a:pt x="43" y="89"/>
                    <a:pt x="44" y="89"/>
                    <a:pt x="44" y="88"/>
                  </a:cubicBezTo>
                  <a:cubicBezTo>
                    <a:pt x="44" y="88"/>
                    <a:pt x="44" y="87"/>
                    <a:pt x="44" y="87"/>
                  </a:cubicBezTo>
                  <a:cubicBezTo>
                    <a:pt x="44" y="87"/>
                    <a:pt x="44" y="87"/>
                    <a:pt x="44" y="87"/>
                  </a:cubicBezTo>
                  <a:cubicBezTo>
                    <a:pt x="45" y="86"/>
                    <a:pt x="46" y="87"/>
                    <a:pt x="47" y="86"/>
                  </a:cubicBezTo>
                  <a:cubicBezTo>
                    <a:pt x="48" y="83"/>
                    <a:pt x="51" y="82"/>
                    <a:pt x="53" y="80"/>
                  </a:cubicBezTo>
                  <a:cubicBezTo>
                    <a:pt x="53" y="80"/>
                    <a:pt x="53" y="80"/>
                    <a:pt x="53" y="80"/>
                  </a:cubicBezTo>
                  <a:cubicBezTo>
                    <a:pt x="53" y="81"/>
                    <a:pt x="53" y="81"/>
                    <a:pt x="52" y="81"/>
                  </a:cubicBezTo>
                  <a:close/>
                  <a:moveTo>
                    <a:pt x="49" y="139"/>
                  </a:moveTo>
                  <a:cubicBezTo>
                    <a:pt x="48" y="139"/>
                    <a:pt x="47" y="139"/>
                    <a:pt x="45" y="139"/>
                  </a:cubicBezTo>
                  <a:cubicBezTo>
                    <a:pt x="45" y="138"/>
                    <a:pt x="43" y="138"/>
                    <a:pt x="42" y="138"/>
                  </a:cubicBezTo>
                  <a:cubicBezTo>
                    <a:pt x="40" y="137"/>
                    <a:pt x="37" y="138"/>
                    <a:pt x="35" y="137"/>
                  </a:cubicBezTo>
                  <a:cubicBezTo>
                    <a:pt x="34" y="137"/>
                    <a:pt x="34" y="137"/>
                    <a:pt x="33" y="136"/>
                  </a:cubicBezTo>
                  <a:cubicBezTo>
                    <a:pt x="34" y="134"/>
                    <a:pt x="44" y="128"/>
                    <a:pt x="47" y="129"/>
                  </a:cubicBezTo>
                  <a:cubicBezTo>
                    <a:pt x="47" y="128"/>
                    <a:pt x="48" y="128"/>
                    <a:pt x="48" y="127"/>
                  </a:cubicBezTo>
                  <a:cubicBezTo>
                    <a:pt x="50" y="128"/>
                    <a:pt x="50" y="127"/>
                    <a:pt x="52" y="128"/>
                  </a:cubicBezTo>
                  <a:cubicBezTo>
                    <a:pt x="53" y="130"/>
                    <a:pt x="50" y="138"/>
                    <a:pt x="49" y="139"/>
                  </a:cubicBezTo>
                  <a:close/>
                  <a:moveTo>
                    <a:pt x="62" y="127"/>
                  </a:moveTo>
                  <a:cubicBezTo>
                    <a:pt x="62" y="126"/>
                    <a:pt x="62" y="126"/>
                    <a:pt x="63" y="125"/>
                  </a:cubicBezTo>
                  <a:cubicBezTo>
                    <a:pt x="64" y="124"/>
                    <a:pt x="65" y="124"/>
                    <a:pt x="66" y="124"/>
                  </a:cubicBezTo>
                  <a:cubicBezTo>
                    <a:pt x="67" y="124"/>
                    <a:pt x="67" y="124"/>
                    <a:pt x="68" y="124"/>
                  </a:cubicBezTo>
                  <a:cubicBezTo>
                    <a:pt x="68" y="124"/>
                    <a:pt x="68" y="124"/>
                    <a:pt x="68" y="124"/>
                  </a:cubicBezTo>
                  <a:cubicBezTo>
                    <a:pt x="68" y="124"/>
                    <a:pt x="68" y="124"/>
                    <a:pt x="68" y="124"/>
                  </a:cubicBezTo>
                  <a:cubicBezTo>
                    <a:pt x="66" y="126"/>
                    <a:pt x="65" y="127"/>
                    <a:pt x="63" y="128"/>
                  </a:cubicBezTo>
                  <a:cubicBezTo>
                    <a:pt x="63" y="128"/>
                    <a:pt x="62" y="128"/>
                    <a:pt x="62" y="127"/>
                  </a:cubicBezTo>
                  <a:close/>
                </a:path>
              </a:pathLst>
            </a:custGeom>
            <a:grpFill/>
            <a:ln>
              <a:noFill/>
            </a:ln>
          </p:spPr>
          <p:txBody>
            <a:bodyPr vert="horz" wrap="square" lIns="91440" tIns="45720" rIns="91440" bIns="45720" numCol="1" anchor="t" anchorCtr="0" compatLnSpc="1"/>
            <a:lstStyle/>
            <a:p>
              <a:endParaRPr lang="zh-CN" altLang="en-US"/>
            </a:p>
          </p:txBody>
        </p:sp>
        <p:sp>
          <p:nvSpPr>
            <p:cNvPr id="56" name="Freeform 43"/>
            <p:cNvSpPr>
              <a:spLocks noEditPoints="1"/>
            </p:cNvSpPr>
            <p:nvPr/>
          </p:nvSpPr>
          <p:spPr bwMode="auto">
            <a:xfrm>
              <a:off x="5998781" y="2475914"/>
              <a:ext cx="974959" cy="1095084"/>
            </a:xfrm>
            <a:custGeom>
              <a:avLst/>
              <a:gdLst>
                <a:gd name="T0" fmla="*/ 132 w 147"/>
                <a:gd name="T1" fmla="*/ 116 h 163"/>
                <a:gd name="T2" fmla="*/ 117 w 147"/>
                <a:gd name="T3" fmla="*/ 98 h 163"/>
                <a:gd name="T4" fmla="*/ 105 w 147"/>
                <a:gd name="T5" fmla="*/ 106 h 163"/>
                <a:gd name="T6" fmla="*/ 101 w 147"/>
                <a:gd name="T7" fmla="*/ 95 h 163"/>
                <a:gd name="T8" fmla="*/ 112 w 147"/>
                <a:gd name="T9" fmla="*/ 88 h 163"/>
                <a:gd name="T10" fmla="*/ 116 w 147"/>
                <a:gd name="T11" fmla="*/ 76 h 163"/>
                <a:gd name="T12" fmla="*/ 89 w 147"/>
                <a:gd name="T13" fmla="*/ 95 h 163"/>
                <a:gd name="T14" fmla="*/ 116 w 147"/>
                <a:gd name="T15" fmla="*/ 69 h 163"/>
                <a:gd name="T16" fmla="*/ 104 w 147"/>
                <a:gd name="T17" fmla="*/ 57 h 163"/>
                <a:gd name="T18" fmla="*/ 109 w 147"/>
                <a:gd name="T19" fmla="*/ 53 h 163"/>
                <a:gd name="T20" fmla="*/ 131 w 147"/>
                <a:gd name="T21" fmla="*/ 10 h 163"/>
                <a:gd name="T22" fmla="*/ 98 w 147"/>
                <a:gd name="T23" fmla="*/ 14 h 163"/>
                <a:gd name="T24" fmla="*/ 80 w 147"/>
                <a:gd name="T25" fmla="*/ 10 h 163"/>
                <a:gd name="T26" fmla="*/ 66 w 147"/>
                <a:gd name="T27" fmla="*/ 15 h 163"/>
                <a:gd name="T28" fmla="*/ 47 w 147"/>
                <a:gd name="T29" fmla="*/ 7 h 163"/>
                <a:gd name="T30" fmla="*/ 46 w 147"/>
                <a:gd name="T31" fmla="*/ 38 h 163"/>
                <a:gd name="T32" fmla="*/ 39 w 147"/>
                <a:gd name="T33" fmla="*/ 55 h 163"/>
                <a:gd name="T34" fmla="*/ 31 w 147"/>
                <a:gd name="T35" fmla="*/ 77 h 163"/>
                <a:gd name="T36" fmla="*/ 46 w 147"/>
                <a:gd name="T37" fmla="*/ 91 h 163"/>
                <a:gd name="T38" fmla="*/ 45 w 147"/>
                <a:gd name="T39" fmla="*/ 107 h 163"/>
                <a:gd name="T40" fmla="*/ 19 w 147"/>
                <a:gd name="T41" fmla="*/ 116 h 163"/>
                <a:gd name="T42" fmla="*/ 2 w 147"/>
                <a:gd name="T43" fmla="*/ 128 h 163"/>
                <a:gd name="T44" fmla="*/ 30 w 147"/>
                <a:gd name="T45" fmla="*/ 121 h 163"/>
                <a:gd name="T46" fmla="*/ 37 w 147"/>
                <a:gd name="T47" fmla="*/ 136 h 163"/>
                <a:gd name="T48" fmla="*/ 39 w 147"/>
                <a:gd name="T49" fmla="*/ 150 h 163"/>
                <a:gd name="T50" fmla="*/ 57 w 147"/>
                <a:gd name="T51" fmla="*/ 115 h 163"/>
                <a:gd name="T52" fmla="*/ 57 w 147"/>
                <a:gd name="T53" fmla="*/ 130 h 163"/>
                <a:gd name="T54" fmla="*/ 61 w 147"/>
                <a:gd name="T55" fmla="*/ 145 h 163"/>
                <a:gd name="T56" fmla="*/ 69 w 147"/>
                <a:gd name="T57" fmla="*/ 127 h 163"/>
                <a:gd name="T58" fmla="*/ 70 w 147"/>
                <a:gd name="T59" fmla="*/ 93 h 163"/>
                <a:gd name="T60" fmla="*/ 78 w 147"/>
                <a:gd name="T61" fmla="*/ 70 h 163"/>
                <a:gd name="T62" fmla="*/ 72 w 147"/>
                <a:gd name="T63" fmla="*/ 53 h 163"/>
                <a:gd name="T64" fmla="*/ 58 w 147"/>
                <a:gd name="T65" fmla="*/ 47 h 163"/>
                <a:gd name="T66" fmla="*/ 78 w 147"/>
                <a:gd name="T67" fmla="*/ 37 h 163"/>
                <a:gd name="T68" fmla="*/ 102 w 147"/>
                <a:gd name="T69" fmla="*/ 19 h 163"/>
                <a:gd name="T70" fmla="*/ 94 w 147"/>
                <a:gd name="T71" fmla="*/ 38 h 163"/>
                <a:gd name="T72" fmla="*/ 97 w 147"/>
                <a:gd name="T73" fmla="*/ 46 h 163"/>
                <a:gd name="T74" fmla="*/ 88 w 147"/>
                <a:gd name="T75" fmla="*/ 56 h 163"/>
                <a:gd name="T76" fmla="*/ 75 w 147"/>
                <a:gd name="T77" fmla="*/ 41 h 163"/>
                <a:gd name="T78" fmla="*/ 83 w 147"/>
                <a:gd name="T79" fmla="*/ 72 h 163"/>
                <a:gd name="T80" fmla="*/ 79 w 147"/>
                <a:gd name="T81" fmla="*/ 110 h 163"/>
                <a:gd name="T82" fmla="*/ 76 w 147"/>
                <a:gd name="T83" fmla="*/ 158 h 163"/>
                <a:gd name="T84" fmla="*/ 99 w 147"/>
                <a:gd name="T85" fmla="*/ 140 h 163"/>
                <a:gd name="T86" fmla="*/ 118 w 147"/>
                <a:gd name="T87" fmla="*/ 129 h 163"/>
                <a:gd name="T88" fmla="*/ 140 w 147"/>
                <a:gd name="T89" fmla="*/ 141 h 163"/>
                <a:gd name="T90" fmla="*/ 46 w 147"/>
                <a:gd name="T91" fmla="*/ 100 h 163"/>
                <a:gd name="T92" fmla="*/ 49 w 147"/>
                <a:gd name="T93" fmla="*/ 73 h 163"/>
                <a:gd name="T94" fmla="*/ 45 w 147"/>
                <a:gd name="T95" fmla="*/ 39 h 163"/>
                <a:gd name="T96" fmla="*/ 44 w 147"/>
                <a:gd name="T97" fmla="*/ 40 h 163"/>
                <a:gd name="T98" fmla="*/ 46 w 147"/>
                <a:gd name="T99" fmla="*/ 83 h 163"/>
                <a:gd name="T100" fmla="*/ 66 w 147"/>
                <a:gd name="T101" fmla="*/ 90 h 163"/>
                <a:gd name="T102" fmla="*/ 66 w 147"/>
                <a:gd name="T103" fmla="*/ 94 h 163"/>
                <a:gd name="T104" fmla="*/ 53 w 147"/>
                <a:gd name="T105" fmla="*/ 106 h 163"/>
                <a:gd name="T106" fmla="*/ 97 w 147"/>
                <a:gd name="T107" fmla="*/ 60 h 163"/>
                <a:gd name="T108" fmla="*/ 96 w 147"/>
                <a:gd name="T109" fmla="*/ 120 h 163"/>
                <a:gd name="T110" fmla="*/ 83 w 147"/>
                <a:gd name="T111" fmla="*/ 144 h 163"/>
                <a:gd name="T112" fmla="*/ 88 w 147"/>
                <a:gd name="T113" fmla="*/ 11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7" h="163">
                  <a:moveTo>
                    <a:pt x="142" y="124"/>
                  </a:moveTo>
                  <a:cubicBezTo>
                    <a:pt x="142" y="123"/>
                    <a:pt x="140" y="123"/>
                    <a:pt x="140" y="122"/>
                  </a:cubicBezTo>
                  <a:cubicBezTo>
                    <a:pt x="139" y="121"/>
                    <a:pt x="138" y="120"/>
                    <a:pt x="138" y="119"/>
                  </a:cubicBezTo>
                  <a:cubicBezTo>
                    <a:pt x="136" y="118"/>
                    <a:pt x="134" y="117"/>
                    <a:pt x="132" y="116"/>
                  </a:cubicBezTo>
                  <a:cubicBezTo>
                    <a:pt x="132" y="116"/>
                    <a:pt x="132" y="116"/>
                    <a:pt x="132" y="116"/>
                  </a:cubicBezTo>
                  <a:cubicBezTo>
                    <a:pt x="130" y="114"/>
                    <a:pt x="127" y="114"/>
                    <a:pt x="125" y="113"/>
                  </a:cubicBezTo>
                  <a:cubicBezTo>
                    <a:pt x="125" y="113"/>
                    <a:pt x="124" y="112"/>
                    <a:pt x="123" y="112"/>
                  </a:cubicBezTo>
                  <a:cubicBezTo>
                    <a:pt x="120" y="111"/>
                    <a:pt x="118" y="110"/>
                    <a:pt x="115" y="108"/>
                  </a:cubicBezTo>
                  <a:cubicBezTo>
                    <a:pt x="115" y="106"/>
                    <a:pt x="117" y="104"/>
                    <a:pt x="118" y="102"/>
                  </a:cubicBezTo>
                  <a:cubicBezTo>
                    <a:pt x="118" y="101"/>
                    <a:pt x="117" y="100"/>
                    <a:pt x="117" y="98"/>
                  </a:cubicBezTo>
                  <a:cubicBezTo>
                    <a:pt x="116" y="98"/>
                    <a:pt x="116" y="98"/>
                    <a:pt x="116" y="98"/>
                  </a:cubicBezTo>
                  <a:cubicBezTo>
                    <a:pt x="115" y="98"/>
                    <a:pt x="115" y="97"/>
                    <a:pt x="115" y="96"/>
                  </a:cubicBezTo>
                  <a:cubicBezTo>
                    <a:pt x="114" y="96"/>
                    <a:pt x="114" y="95"/>
                    <a:pt x="113" y="95"/>
                  </a:cubicBezTo>
                  <a:cubicBezTo>
                    <a:pt x="113" y="95"/>
                    <a:pt x="112" y="95"/>
                    <a:pt x="111" y="95"/>
                  </a:cubicBezTo>
                  <a:cubicBezTo>
                    <a:pt x="109" y="97"/>
                    <a:pt x="105" y="103"/>
                    <a:pt x="105" y="106"/>
                  </a:cubicBezTo>
                  <a:cubicBezTo>
                    <a:pt x="104" y="106"/>
                    <a:pt x="103" y="106"/>
                    <a:pt x="101" y="106"/>
                  </a:cubicBezTo>
                  <a:cubicBezTo>
                    <a:pt x="100" y="106"/>
                    <a:pt x="99" y="107"/>
                    <a:pt x="97" y="107"/>
                  </a:cubicBezTo>
                  <a:cubicBezTo>
                    <a:pt x="94" y="104"/>
                    <a:pt x="91" y="107"/>
                    <a:pt x="88" y="106"/>
                  </a:cubicBezTo>
                  <a:cubicBezTo>
                    <a:pt x="89" y="103"/>
                    <a:pt x="95" y="100"/>
                    <a:pt x="97" y="98"/>
                  </a:cubicBezTo>
                  <a:cubicBezTo>
                    <a:pt x="98" y="97"/>
                    <a:pt x="99" y="96"/>
                    <a:pt x="101" y="95"/>
                  </a:cubicBezTo>
                  <a:cubicBezTo>
                    <a:pt x="101" y="95"/>
                    <a:pt x="102" y="95"/>
                    <a:pt x="103" y="94"/>
                  </a:cubicBezTo>
                  <a:cubicBezTo>
                    <a:pt x="104" y="94"/>
                    <a:pt x="104" y="92"/>
                    <a:pt x="105" y="92"/>
                  </a:cubicBezTo>
                  <a:cubicBezTo>
                    <a:pt x="106" y="92"/>
                    <a:pt x="108" y="90"/>
                    <a:pt x="108" y="90"/>
                  </a:cubicBezTo>
                  <a:cubicBezTo>
                    <a:pt x="109" y="90"/>
                    <a:pt x="108" y="91"/>
                    <a:pt x="109" y="91"/>
                  </a:cubicBezTo>
                  <a:cubicBezTo>
                    <a:pt x="110" y="90"/>
                    <a:pt x="111" y="89"/>
                    <a:pt x="112" y="88"/>
                  </a:cubicBezTo>
                  <a:cubicBezTo>
                    <a:pt x="113" y="87"/>
                    <a:pt x="115" y="87"/>
                    <a:pt x="117" y="86"/>
                  </a:cubicBezTo>
                  <a:cubicBezTo>
                    <a:pt x="118" y="86"/>
                    <a:pt x="120" y="84"/>
                    <a:pt x="122" y="83"/>
                  </a:cubicBezTo>
                  <a:cubicBezTo>
                    <a:pt x="125" y="81"/>
                    <a:pt x="135" y="81"/>
                    <a:pt x="133" y="75"/>
                  </a:cubicBezTo>
                  <a:cubicBezTo>
                    <a:pt x="132" y="73"/>
                    <a:pt x="129" y="72"/>
                    <a:pt x="127" y="71"/>
                  </a:cubicBezTo>
                  <a:cubicBezTo>
                    <a:pt x="121" y="71"/>
                    <a:pt x="121" y="73"/>
                    <a:pt x="116" y="76"/>
                  </a:cubicBezTo>
                  <a:cubicBezTo>
                    <a:pt x="116" y="76"/>
                    <a:pt x="115" y="77"/>
                    <a:pt x="114" y="77"/>
                  </a:cubicBezTo>
                  <a:cubicBezTo>
                    <a:pt x="112" y="78"/>
                    <a:pt x="110" y="80"/>
                    <a:pt x="109" y="81"/>
                  </a:cubicBezTo>
                  <a:cubicBezTo>
                    <a:pt x="107" y="82"/>
                    <a:pt x="106" y="82"/>
                    <a:pt x="104" y="84"/>
                  </a:cubicBezTo>
                  <a:cubicBezTo>
                    <a:pt x="102" y="85"/>
                    <a:pt x="99" y="87"/>
                    <a:pt x="97" y="89"/>
                  </a:cubicBezTo>
                  <a:cubicBezTo>
                    <a:pt x="95" y="90"/>
                    <a:pt x="90" y="93"/>
                    <a:pt x="89" y="95"/>
                  </a:cubicBezTo>
                  <a:cubicBezTo>
                    <a:pt x="89" y="95"/>
                    <a:pt x="89" y="95"/>
                    <a:pt x="89" y="95"/>
                  </a:cubicBezTo>
                  <a:cubicBezTo>
                    <a:pt x="89" y="95"/>
                    <a:pt x="89" y="95"/>
                    <a:pt x="89" y="95"/>
                  </a:cubicBezTo>
                  <a:cubicBezTo>
                    <a:pt x="87" y="91"/>
                    <a:pt x="89" y="82"/>
                    <a:pt x="89" y="76"/>
                  </a:cubicBezTo>
                  <a:cubicBezTo>
                    <a:pt x="89" y="76"/>
                    <a:pt x="89" y="76"/>
                    <a:pt x="89" y="76"/>
                  </a:cubicBezTo>
                  <a:cubicBezTo>
                    <a:pt x="100" y="78"/>
                    <a:pt x="108" y="72"/>
                    <a:pt x="116" y="69"/>
                  </a:cubicBezTo>
                  <a:cubicBezTo>
                    <a:pt x="117" y="69"/>
                    <a:pt x="117" y="68"/>
                    <a:pt x="117" y="67"/>
                  </a:cubicBezTo>
                  <a:cubicBezTo>
                    <a:pt x="116" y="66"/>
                    <a:pt x="115" y="64"/>
                    <a:pt x="114" y="63"/>
                  </a:cubicBezTo>
                  <a:cubicBezTo>
                    <a:pt x="113" y="62"/>
                    <a:pt x="112" y="61"/>
                    <a:pt x="111" y="60"/>
                  </a:cubicBezTo>
                  <a:cubicBezTo>
                    <a:pt x="110" y="59"/>
                    <a:pt x="109" y="59"/>
                    <a:pt x="109" y="58"/>
                  </a:cubicBezTo>
                  <a:cubicBezTo>
                    <a:pt x="107" y="57"/>
                    <a:pt x="105" y="58"/>
                    <a:pt x="104" y="57"/>
                  </a:cubicBezTo>
                  <a:cubicBezTo>
                    <a:pt x="102" y="56"/>
                    <a:pt x="100" y="56"/>
                    <a:pt x="98" y="57"/>
                  </a:cubicBezTo>
                  <a:cubicBezTo>
                    <a:pt x="100" y="53"/>
                    <a:pt x="102" y="52"/>
                    <a:pt x="105" y="50"/>
                  </a:cubicBezTo>
                  <a:cubicBezTo>
                    <a:pt x="106" y="50"/>
                    <a:pt x="107" y="50"/>
                    <a:pt x="109" y="50"/>
                  </a:cubicBezTo>
                  <a:cubicBezTo>
                    <a:pt x="109" y="51"/>
                    <a:pt x="109" y="52"/>
                    <a:pt x="109" y="52"/>
                  </a:cubicBezTo>
                  <a:cubicBezTo>
                    <a:pt x="109" y="52"/>
                    <a:pt x="109" y="53"/>
                    <a:pt x="109" y="53"/>
                  </a:cubicBezTo>
                  <a:cubicBezTo>
                    <a:pt x="112" y="50"/>
                    <a:pt x="111" y="43"/>
                    <a:pt x="112" y="40"/>
                  </a:cubicBezTo>
                  <a:cubicBezTo>
                    <a:pt x="115" y="33"/>
                    <a:pt x="121" y="29"/>
                    <a:pt x="125" y="24"/>
                  </a:cubicBezTo>
                  <a:cubicBezTo>
                    <a:pt x="126" y="22"/>
                    <a:pt x="129" y="21"/>
                    <a:pt x="129" y="18"/>
                  </a:cubicBezTo>
                  <a:cubicBezTo>
                    <a:pt x="130" y="17"/>
                    <a:pt x="131" y="17"/>
                    <a:pt x="131" y="17"/>
                  </a:cubicBezTo>
                  <a:cubicBezTo>
                    <a:pt x="131" y="15"/>
                    <a:pt x="131" y="12"/>
                    <a:pt x="131" y="10"/>
                  </a:cubicBezTo>
                  <a:cubicBezTo>
                    <a:pt x="130" y="10"/>
                    <a:pt x="129" y="8"/>
                    <a:pt x="128" y="7"/>
                  </a:cubicBezTo>
                  <a:cubicBezTo>
                    <a:pt x="124" y="7"/>
                    <a:pt x="120" y="5"/>
                    <a:pt x="117" y="6"/>
                  </a:cubicBezTo>
                  <a:cubicBezTo>
                    <a:pt x="116" y="6"/>
                    <a:pt x="115" y="7"/>
                    <a:pt x="114" y="7"/>
                  </a:cubicBezTo>
                  <a:cubicBezTo>
                    <a:pt x="111" y="8"/>
                    <a:pt x="109" y="7"/>
                    <a:pt x="107" y="7"/>
                  </a:cubicBezTo>
                  <a:cubicBezTo>
                    <a:pt x="104" y="8"/>
                    <a:pt x="99" y="11"/>
                    <a:pt x="98" y="14"/>
                  </a:cubicBezTo>
                  <a:cubicBezTo>
                    <a:pt x="97" y="15"/>
                    <a:pt x="98" y="17"/>
                    <a:pt x="98" y="18"/>
                  </a:cubicBezTo>
                  <a:cubicBezTo>
                    <a:pt x="98" y="18"/>
                    <a:pt x="98" y="18"/>
                    <a:pt x="98" y="19"/>
                  </a:cubicBezTo>
                  <a:cubicBezTo>
                    <a:pt x="97" y="18"/>
                    <a:pt x="97" y="17"/>
                    <a:pt x="96" y="16"/>
                  </a:cubicBezTo>
                  <a:cubicBezTo>
                    <a:pt x="94" y="13"/>
                    <a:pt x="90" y="11"/>
                    <a:pt x="88" y="10"/>
                  </a:cubicBezTo>
                  <a:cubicBezTo>
                    <a:pt x="88" y="10"/>
                    <a:pt x="80" y="10"/>
                    <a:pt x="80" y="10"/>
                  </a:cubicBezTo>
                  <a:cubicBezTo>
                    <a:pt x="79" y="10"/>
                    <a:pt x="78" y="11"/>
                    <a:pt x="76" y="11"/>
                  </a:cubicBezTo>
                  <a:cubicBezTo>
                    <a:pt x="76" y="14"/>
                    <a:pt x="72" y="15"/>
                    <a:pt x="70" y="17"/>
                  </a:cubicBezTo>
                  <a:cubicBezTo>
                    <a:pt x="69" y="18"/>
                    <a:pt x="69" y="19"/>
                    <a:pt x="67" y="20"/>
                  </a:cubicBezTo>
                  <a:cubicBezTo>
                    <a:pt x="66" y="20"/>
                    <a:pt x="66" y="20"/>
                    <a:pt x="66" y="20"/>
                  </a:cubicBezTo>
                  <a:cubicBezTo>
                    <a:pt x="66" y="18"/>
                    <a:pt x="67" y="16"/>
                    <a:pt x="66" y="15"/>
                  </a:cubicBezTo>
                  <a:cubicBezTo>
                    <a:pt x="65" y="11"/>
                    <a:pt x="63" y="2"/>
                    <a:pt x="61" y="1"/>
                  </a:cubicBezTo>
                  <a:cubicBezTo>
                    <a:pt x="60" y="0"/>
                    <a:pt x="58" y="0"/>
                    <a:pt x="57" y="0"/>
                  </a:cubicBezTo>
                  <a:cubicBezTo>
                    <a:pt x="52" y="0"/>
                    <a:pt x="45" y="1"/>
                    <a:pt x="46" y="7"/>
                  </a:cubicBezTo>
                  <a:cubicBezTo>
                    <a:pt x="46" y="7"/>
                    <a:pt x="46" y="7"/>
                    <a:pt x="47" y="7"/>
                  </a:cubicBezTo>
                  <a:cubicBezTo>
                    <a:pt x="47" y="7"/>
                    <a:pt x="47" y="7"/>
                    <a:pt x="47" y="7"/>
                  </a:cubicBezTo>
                  <a:cubicBezTo>
                    <a:pt x="47" y="9"/>
                    <a:pt x="46" y="10"/>
                    <a:pt x="46" y="11"/>
                  </a:cubicBezTo>
                  <a:cubicBezTo>
                    <a:pt x="45" y="12"/>
                    <a:pt x="43" y="22"/>
                    <a:pt x="43" y="25"/>
                  </a:cubicBezTo>
                  <a:cubicBezTo>
                    <a:pt x="42" y="25"/>
                    <a:pt x="42" y="25"/>
                    <a:pt x="42" y="25"/>
                  </a:cubicBezTo>
                  <a:cubicBezTo>
                    <a:pt x="40" y="28"/>
                    <a:pt x="44" y="35"/>
                    <a:pt x="46" y="37"/>
                  </a:cubicBezTo>
                  <a:cubicBezTo>
                    <a:pt x="46" y="37"/>
                    <a:pt x="46" y="38"/>
                    <a:pt x="46" y="38"/>
                  </a:cubicBezTo>
                  <a:cubicBezTo>
                    <a:pt x="44" y="39"/>
                    <a:pt x="42" y="39"/>
                    <a:pt x="40" y="39"/>
                  </a:cubicBezTo>
                  <a:cubicBezTo>
                    <a:pt x="39" y="39"/>
                    <a:pt x="39" y="39"/>
                    <a:pt x="39" y="40"/>
                  </a:cubicBezTo>
                  <a:cubicBezTo>
                    <a:pt x="38" y="41"/>
                    <a:pt x="38" y="43"/>
                    <a:pt x="38" y="45"/>
                  </a:cubicBezTo>
                  <a:cubicBezTo>
                    <a:pt x="38" y="46"/>
                    <a:pt x="38" y="47"/>
                    <a:pt x="37" y="48"/>
                  </a:cubicBezTo>
                  <a:cubicBezTo>
                    <a:pt x="38" y="50"/>
                    <a:pt x="39" y="53"/>
                    <a:pt x="39" y="55"/>
                  </a:cubicBezTo>
                  <a:cubicBezTo>
                    <a:pt x="41" y="59"/>
                    <a:pt x="39" y="59"/>
                    <a:pt x="43" y="61"/>
                  </a:cubicBezTo>
                  <a:cubicBezTo>
                    <a:pt x="43" y="61"/>
                    <a:pt x="43" y="62"/>
                    <a:pt x="44" y="62"/>
                  </a:cubicBezTo>
                  <a:cubicBezTo>
                    <a:pt x="45" y="64"/>
                    <a:pt x="36" y="73"/>
                    <a:pt x="35" y="76"/>
                  </a:cubicBezTo>
                  <a:cubicBezTo>
                    <a:pt x="34" y="76"/>
                    <a:pt x="33" y="77"/>
                    <a:pt x="33" y="77"/>
                  </a:cubicBezTo>
                  <a:cubicBezTo>
                    <a:pt x="31" y="77"/>
                    <a:pt x="31" y="77"/>
                    <a:pt x="31" y="77"/>
                  </a:cubicBezTo>
                  <a:cubicBezTo>
                    <a:pt x="30" y="85"/>
                    <a:pt x="35" y="90"/>
                    <a:pt x="40" y="92"/>
                  </a:cubicBezTo>
                  <a:cubicBezTo>
                    <a:pt x="42" y="91"/>
                    <a:pt x="42" y="86"/>
                    <a:pt x="44" y="85"/>
                  </a:cubicBezTo>
                  <a:cubicBezTo>
                    <a:pt x="44" y="85"/>
                    <a:pt x="44" y="85"/>
                    <a:pt x="44" y="85"/>
                  </a:cubicBezTo>
                  <a:cubicBezTo>
                    <a:pt x="44" y="86"/>
                    <a:pt x="43" y="87"/>
                    <a:pt x="44" y="88"/>
                  </a:cubicBezTo>
                  <a:cubicBezTo>
                    <a:pt x="44" y="89"/>
                    <a:pt x="46" y="90"/>
                    <a:pt x="46" y="91"/>
                  </a:cubicBezTo>
                  <a:cubicBezTo>
                    <a:pt x="47" y="92"/>
                    <a:pt x="47" y="93"/>
                    <a:pt x="48" y="95"/>
                  </a:cubicBezTo>
                  <a:cubicBezTo>
                    <a:pt x="48" y="95"/>
                    <a:pt x="41" y="100"/>
                    <a:pt x="41" y="101"/>
                  </a:cubicBezTo>
                  <a:cubicBezTo>
                    <a:pt x="40" y="103"/>
                    <a:pt x="41" y="104"/>
                    <a:pt x="42" y="106"/>
                  </a:cubicBezTo>
                  <a:cubicBezTo>
                    <a:pt x="42" y="106"/>
                    <a:pt x="43" y="106"/>
                    <a:pt x="44" y="106"/>
                  </a:cubicBezTo>
                  <a:cubicBezTo>
                    <a:pt x="44" y="106"/>
                    <a:pt x="44" y="107"/>
                    <a:pt x="45" y="107"/>
                  </a:cubicBezTo>
                  <a:cubicBezTo>
                    <a:pt x="45" y="107"/>
                    <a:pt x="45" y="108"/>
                    <a:pt x="45" y="108"/>
                  </a:cubicBezTo>
                  <a:cubicBezTo>
                    <a:pt x="43" y="110"/>
                    <a:pt x="40" y="110"/>
                    <a:pt x="37" y="111"/>
                  </a:cubicBezTo>
                  <a:cubicBezTo>
                    <a:pt x="34" y="112"/>
                    <a:pt x="30" y="113"/>
                    <a:pt x="27" y="114"/>
                  </a:cubicBezTo>
                  <a:cubicBezTo>
                    <a:pt x="25" y="115"/>
                    <a:pt x="24" y="114"/>
                    <a:pt x="22" y="115"/>
                  </a:cubicBezTo>
                  <a:cubicBezTo>
                    <a:pt x="21" y="115"/>
                    <a:pt x="20" y="116"/>
                    <a:pt x="19" y="116"/>
                  </a:cubicBezTo>
                  <a:cubicBezTo>
                    <a:pt x="17" y="117"/>
                    <a:pt x="15" y="117"/>
                    <a:pt x="13" y="118"/>
                  </a:cubicBezTo>
                  <a:cubicBezTo>
                    <a:pt x="11" y="118"/>
                    <a:pt x="5" y="119"/>
                    <a:pt x="4" y="118"/>
                  </a:cubicBezTo>
                  <a:cubicBezTo>
                    <a:pt x="3" y="119"/>
                    <a:pt x="2" y="119"/>
                    <a:pt x="2" y="120"/>
                  </a:cubicBezTo>
                  <a:cubicBezTo>
                    <a:pt x="1" y="121"/>
                    <a:pt x="0" y="125"/>
                    <a:pt x="1" y="126"/>
                  </a:cubicBezTo>
                  <a:cubicBezTo>
                    <a:pt x="1" y="127"/>
                    <a:pt x="2" y="127"/>
                    <a:pt x="2" y="128"/>
                  </a:cubicBezTo>
                  <a:cubicBezTo>
                    <a:pt x="6" y="130"/>
                    <a:pt x="8" y="126"/>
                    <a:pt x="12" y="126"/>
                  </a:cubicBezTo>
                  <a:cubicBezTo>
                    <a:pt x="14" y="126"/>
                    <a:pt x="17" y="125"/>
                    <a:pt x="19" y="124"/>
                  </a:cubicBezTo>
                  <a:cubicBezTo>
                    <a:pt x="20" y="124"/>
                    <a:pt x="20" y="124"/>
                    <a:pt x="20" y="124"/>
                  </a:cubicBezTo>
                  <a:cubicBezTo>
                    <a:pt x="23" y="123"/>
                    <a:pt x="25" y="122"/>
                    <a:pt x="27" y="122"/>
                  </a:cubicBezTo>
                  <a:cubicBezTo>
                    <a:pt x="28" y="122"/>
                    <a:pt x="29" y="121"/>
                    <a:pt x="30" y="121"/>
                  </a:cubicBezTo>
                  <a:cubicBezTo>
                    <a:pt x="33" y="120"/>
                    <a:pt x="38" y="118"/>
                    <a:pt x="42" y="117"/>
                  </a:cubicBezTo>
                  <a:cubicBezTo>
                    <a:pt x="43" y="119"/>
                    <a:pt x="41" y="121"/>
                    <a:pt x="41" y="123"/>
                  </a:cubicBezTo>
                  <a:cubicBezTo>
                    <a:pt x="40" y="124"/>
                    <a:pt x="39" y="127"/>
                    <a:pt x="38" y="129"/>
                  </a:cubicBezTo>
                  <a:cubicBezTo>
                    <a:pt x="39" y="130"/>
                    <a:pt x="39" y="130"/>
                    <a:pt x="39" y="131"/>
                  </a:cubicBezTo>
                  <a:cubicBezTo>
                    <a:pt x="38" y="132"/>
                    <a:pt x="37" y="135"/>
                    <a:pt x="37" y="136"/>
                  </a:cubicBezTo>
                  <a:cubicBezTo>
                    <a:pt x="37" y="139"/>
                    <a:pt x="37" y="139"/>
                    <a:pt x="37" y="139"/>
                  </a:cubicBezTo>
                  <a:cubicBezTo>
                    <a:pt x="37" y="141"/>
                    <a:pt x="36" y="146"/>
                    <a:pt x="37" y="147"/>
                  </a:cubicBezTo>
                  <a:cubicBezTo>
                    <a:pt x="37" y="148"/>
                    <a:pt x="38" y="148"/>
                    <a:pt x="38" y="150"/>
                  </a:cubicBezTo>
                  <a:cubicBezTo>
                    <a:pt x="38" y="150"/>
                    <a:pt x="38" y="150"/>
                    <a:pt x="38" y="150"/>
                  </a:cubicBezTo>
                  <a:cubicBezTo>
                    <a:pt x="38" y="150"/>
                    <a:pt x="39" y="150"/>
                    <a:pt x="39" y="150"/>
                  </a:cubicBezTo>
                  <a:cubicBezTo>
                    <a:pt x="40" y="151"/>
                    <a:pt x="42" y="152"/>
                    <a:pt x="43" y="151"/>
                  </a:cubicBezTo>
                  <a:cubicBezTo>
                    <a:pt x="46" y="150"/>
                    <a:pt x="45" y="144"/>
                    <a:pt x="45" y="141"/>
                  </a:cubicBezTo>
                  <a:cubicBezTo>
                    <a:pt x="44" y="133"/>
                    <a:pt x="47" y="122"/>
                    <a:pt x="50" y="115"/>
                  </a:cubicBezTo>
                  <a:cubicBezTo>
                    <a:pt x="51" y="114"/>
                    <a:pt x="54" y="113"/>
                    <a:pt x="56" y="113"/>
                  </a:cubicBezTo>
                  <a:cubicBezTo>
                    <a:pt x="57" y="114"/>
                    <a:pt x="57" y="114"/>
                    <a:pt x="57" y="115"/>
                  </a:cubicBezTo>
                  <a:cubicBezTo>
                    <a:pt x="58" y="115"/>
                    <a:pt x="59" y="114"/>
                    <a:pt x="60" y="115"/>
                  </a:cubicBezTo>
                  <a:cubicBezTo>
                    <a:pt x="60" y="115"/>
                    <a:pt x="60" y="115"/>
                    <a:pt x="61" y="115"/>
                  </a:cubicBezTo>
                  <a:cubicBezTo>
                    <a:pt x="61" y="117"/>
                    <a:pt x="59" y="120"/>
                    <a:pt x="58" y="122"/>
                  </a:cubicBezTo>
                  <a:cubicBezTo>
                    <a:pt x="57" y="124"/>
                    <a:pt x="59" y="127"/>
                    <a:pt x="58" y="129"/>
                  </a:cubicBezTo>
                  <a:cubicBezTo>
                    <a:pt x="58" y="129"/>
                    <a:pt x="58" y="129"/>
                    <a:pt x="57" y="130"/>
                  </a:cubicBezTo>
                  <a:cubicBezTo>
                    <a:pt x="57" y="131"/>
                    <a:pt x="57" y="132"/>
                    <a:pt x="57" y="134"/>
                  </a:cubicBezTo>
                  <a:cubicBezTo>
                    <a:pt x="57" y="135"/>
                    <a:pt x="55" y="139"/>
                    <a:pt x="55" y="141"/>
                  </a:cubicBezTo>
                  <a:cubicBezTo>
                    <a:pt x="56" y="142"/>
                    <a:pt x="56" y="143"/>
                    <a:pt x="57" y="144"/>
                  </a:cubicBezTo>
                  <a:cubicBezTo>
                    <a:pt x="58" y="145"/>
                    <a:pt x="59" y="144"/>
                    <a:pt x="60" y="144"/>
                  </a:cubicBezTo>
                  <a:cubicBezTo>
                    <a:pt x="60" y="144"/>
                    <a:pt x="61" y="145"/>
                    <a:pt x="61" y="145"/>
                  </a:cubicBezTo>
                  <a:cubicBezTo>
                    <a:pt x="62" y="145"/>
                    <a:pt x="63" y="145"/>
                    <a:pt x="64" y="146"/>
                  </a:cubicBezTo>
                  <a:cubicBezTo>
                    <a:pt x="66" y="144"/>
                    <a:pt x="70" y="141"/>
                    <a:pt x="71" y="138"/>
                  </a:cubicBezTo>
                  <a:cubicBezTo>
                    <a:pt x="71" y="137"/>
                    <a:pt x="71" y="136"/>
                    <a:pt x="71" y="136"/>
                  </a:cubicBezTo>
                  <a:cubicBezTo>
                    <a:pt x="71" y="134"/>
                    <a:pt x="72" y="132"/>
                    <a:pt x="71" y="130"/>
                  </a:cubicBezTo>
                  <a:cubicBezTo>
                    <a:pt x="70" y="129"/>
                    <a:pt x="70" y="128"/>
                    <a:pt x="69" y="127"/>
                  </a:cubicBezTo>
                  <a:cubicBezTo>
                    <a:pt x="69" y="126"/>
                    <a:pt x="69" y="124"/>
                    <a:pt x="69" y="122"/>
                  </a:cubicBezTo>
                  <a:cubicBezTo>
                    <a:pt x="68" y="118"/>
                    <a:pt x="66" y="114"/>
                    <a:pt x="62" y="112"/>
                  </a:cubicBezTo>
                  <a:cubicBezTo>
                    <a:pt x="62" y="111"/>
                    <a:pt x="68" y="110"/>
                    <a:pt x="69" y="110"/>
                  </a:cubicBezTo>
                  <a:cubicBezTo>
                    <a:pt x="72" y="109"/>
                    <a:pt x="74" y="106"/>
                    <a:pt x="74" y="103"/>
                  </a:cubicBezTo>
                  <a:cubicBezTo>
                    <a:pt x="74" y="99"/>
                    <a:pt x="71" y="96"/>
                    <a:pt x="70" y="93"/>
                  </a:cubicBezTo>
                  <a:cubicBezTo>
                    <a:pt x="70" y="92"/>
                    <a:pt x="71" y="88"/>
                    <a:pt x="70" y="87"/>
                  </a:cubicBezTo>
                  <a:cubicBezTo>
                    <a:pt x="69" y="86"/>
                    <a:pt x="67" y="84"/>
                    <a:pt x="68" y="82"/>
                  </a:cubicBezTo>
                  <a:cubicBezTo>
                    <a:pt x="68" y="82"/>
                    <a:pt x="71" y="80"/>
                    <a:pt x="71" y="79"/>
                  </a:cubicBezTo>
                  <a:cubicBezTo>
                    <a:pt x="73" y="79"/>
                    <a:pt x="73" y="79"/>
                    <a:pt x="73" y="79"/>
                  </a:cubicBezTo>
                  <a:cubicBezTo>
                    <a:pt x="75" y="78"/>
                    <a:pt x="78" y="73"/>
                    <a:pt x="78" y="70"/>
                  </a:cubicBezTo>
                  <a:cubicBezTo>
                    <a:pt x="77" y="69"/>
                    <a:pt x="77" y="69"/>
                    <a:pt x="75" y="68"/>
                  </a:cubicBezTo>
                  <a:cubicBezTo>
                    <a:pt x="75" y="68"/>
                    <a:pt x="74" y="68"/>
                    <a:pt x="74" y="67"/>
                  </a:cubicBezTo>
                  <a:cubicBezTo>
                    <a:pt x="75" y="65"/>
                    <a:pt x="75" y="64"/>
                    <a:pt x="75" y="61"/>
                  </a:cubicBezTo>
                  <a:cubicBezTo>
                    <a:pt x="75" y="59"/>
                    <a:pt x="75" y="59"/>
                    <a:pt x="75" y="59"/>
                  </a:cubicBezTo>
                  <a:cubicBezTo>
                    <a:pt x="74" y="57"/>
                    <a:pt x="72" y="55"/>
                    <a:pt x="72" y="53"/>
                  </a:cubicBezTo>
                  <a:cubicBezTo>
                    <a:pt x="71" y="52"/>
                    <a:pt x="67" y="48"/>
                    <a:pt x="67" y="47"/>
                  </a:cubicBezTo>
                  <a:cubicBezTo>
                    <a:pt x="67" y="46"/>
                    <a:pt x="66" y="46"/>
                    <a:pt x="65" y="46"/>
                  </a:cubicBezTo>
                  <a:cubicBezTo>
                    <a:pt x="65" y="47"/>
                    <a:pt x="64" y="47"/>
                    <a:pt x="64" y="48"/>
                  </a:cubicBezTo>
                  <a:cubicBezTo>
                    <a:pt x="63" y="48"/>
                    <a:pt x="60" y="48"/>
                    <a:pt x="58" y="47"/>
                  </a:cubicBezTo>
                  <a:cubicBezTo>
                    <a:pt x="58" y="47"/>
                    <a:pt x="58" y="47"/>
                    <a:pt x="58" y="47"/>
                  </a:cubicBezTo>
                  <a:cubicBezTo>
                    <a:pt x="58" y="47"/>
                    <a:pt x="58" y="47"/>
                    <a:pt x="58" y="47"/>
                  </a:cubicBezTo>
                  <a:cubicBezTo>
                    <a:pt x="61" y="45"/>
                    <a:pt x="64" y="43"/>
                    <a:pt x="68" y="41"/>
                  </a:cubicBezTo>
                  <a:cubicBezTo>
                    <a:pt x="68" y="40"/>
                    <a:pt x="68" y="40"/>
                    <a:pt x="68" y="39"/>
                  </a:cubicBezTo>
                  <a:cubicBezTo>
                    <a:pt x="69" y="39"/>
                    <a:pt x="72" y="38"/>
                    <a:pt x="73" y="37"/>
                  </a:cubicBezTo>
                  <a:cubicBezTo>
                    <a:pt x="74" y="37"/>
                    <a:pt x="76" y="37"/>
                    <a:pt x="78" y="37"/>
                  </a:cubicBezTo>
                  <a:cubicBezTo>
                    <a:pt x="80" y="36"/>
                    <a:pt x="81" y="35"/>
                    <a:pt x="82" y="34"/>
                  </a:cubicBezTo>
                  <a:cubicBezTo>
                    <a:pt x="84" y="34"/>
                    <a:pt x="86" y="33"/>
                    <a:pt x="87" y="33"/>
                  </a:cubicBezTo>
                  <a:cubicBezTo>
                    <a:pt x="89" y="32"/>
                    <a:pt x="91" y="31"/>
                    <a:pt x="92" y="30"/>
                  </a:cubicBezTo>
                  <a:cubicBezTo>
                    <a:pt x="93" y="30"/>
                    <a:pt x="94" y="30"/>
                    <a:pt x="94" y="30"/>
                  </a:cubicBezTo>
                  <a:cubicBezTo>
                    <a:pt x="97" y="28"/>
                    <a:pt x="100" y="22"/>
                    <a:pt x="102" y="19"/>
                  </a:cubicBezTo>
                  <a:cubicBezTo>
                    <a:pt x="102" y="19"/>
                    <a:pt x="103" y="19"/>
                    <a:pt x="104" y="18"/>
                  </a:cubicBezTo>
                  <a:cubicBezTo>
                    <a:pt x="105" y="18"/>
                    <a:pt x="105" y="18"/>
                    <a:pt x="105" y="18"/>
                  </a:cubicBezTo>
                  <a:cubicBezTo>
                    <a:pt x="105" y="20"/>
                    <a:pt x="107" y="21"/>
                    <a:pt x="108" y="23"/>
                  </a:cubicBezTo>
                  <a:cubicBezTo>
                    <a:pt x="109" y="27"/>
                    <a:pt x="104" y="32"/>
                    <a:pt x="104" y="36"/>
                  </a:cubicBezTo>
                  <a:cubicBezTo>
                    <a:pt x="101" y="37"/>
                    <a:pt x="97" y="36"/>
                    <a:pt x="94" y="38"/>
                  </a:cubicBezTo>
                  <a:cubicBezTo>
                    <a:pt x="94" y="37"/>
                    <a:pt x="94" y="37"/>
                    <a:pt x="94" y="36"/>
                  </a:cubicBezTo>
                  <a:cubicBezTo>
                    <a:pt x="93" y="36"/>
                    <a:pt x="92" y="37"/>
                    <a:pt x="90" y="37"/>
                  </a:cubicBezTo>
                  <a:cubicBezTo>
                    <a:pt x="89" y="39"/>
                    <a:pt x="89" y="41"/>
                    <a:pt x="88" y="42"/>
                  </a:cubicBezTo>
                  <a:cubicBezTo>
                    <a:pt x="88" y="44"/>
                    <a:pt x="91" y="48"/>
                    <a:pt x="94" y="47"/>
                  </a:cubicBezTo>
                  <a:cubicBezTo>
                    <a:pt x="95" y="47"/>
                    <a:pt x="96" y="46"/>
                    <a:pt x="97" y="46"/>
                  </a:cubicBezTo>
                  <a:cubicBezTo>
                    <a:pt x="97" y="48"/>
                    <a:pt x="96" y="50"/>
                    <a:pt x="95" y="52"/>
                  </a:cubicBezTo>
                  <a:cubicBezTo>
                    <a:pt x="94" y="52"/>
                    <a:pt x="93" y="53"/>
                    <a:pt x="92" y="54"/>
                  </a:cubicBezTo>
                  <a:cubicBezTo>
                    <a:pt x="91" y="56"/>
                    <a:pt x="90" y="57"/>
                    <a:pt x="89" y="59"/>
                  </a:cubicBezTo>
                  <a:cubicBezTo>
                    <a:pt x="89" y="60"/>
                    <a:pt x="88" y="60"/>
                    <a:pt x="88" y="61"/>
                  </a:cubicBezTo>
                  <a:cubicBezTo>
                    <a:pt x="87" y="60"/>
                    <a:pt x="88" y="57"/>
                    <a:pt x="88" y="56"/>
                  </a:cubicBezTo>
                  <a:cubicBezTo>
                    <a:pt x="87" y="52"/>
                    <a:pt x="87" y="49"/>
                    <a:pt x="86" y="46"/>
                  </a:cubicBezTo>
                  <a:cubicBezTo>
                    <a:pt x="85" y="45"/>
                    <a:pt x="84" y="45"/>
                    <a:pt x="84" y="43"/>
                  </a:cubicBezTo>
                  <a:cubicBezTo>
                    <a:pt x="84" y="42"/>
                    <a:pt x="83" y="43"/>
                    <a:pt x="82" y="43"/>
                  </a:cubicBezTo>
                  <a:cubicBezTo>
                    <a:pt x="82" y="42"/>
                    <a:pt x="81" y="42"/>
                    <a:pt x="80" y="41"/>
                  </a:cubicBezTo>
                  <a:cubicBezTo>
                    <a:pt x="79" y="41"/>
                    <a:pt x="77" y="41"/>
                    <a:pt x="75" y="41"/>
                  </a:cubicBezTo>
                  <a:cubicBezTo>
                    <a:pt x="75" y="41"/>
                    <a:pt x="75" y="42"/>
                    <a:pt x="75" y="42"/>
                  </a:cubicBezTo>
                  <a:cubicBezTo>
                    <a:pt x="75" y="45"/>
                    <a:pt x="78" y="46"/>
                    <a:pt x="80" y="48"/>
                  </a:cubicBezTo>
                  <a:cubicBezTo>
                    <a:pt x="80" y="49"/>
                    <a:pt x="80" y="51"/>
                    <a:pt x="81" y="52"/>
                  </a:cubicBezTo>
                  <a:cubicBezTo>
                    <a:pt x="82" y="57"/>
                    <a:pt x="82" y="64"/>
                    <a:pt x="83" y="68"/>
                  </a:cubicBezTo>
                  <a:cubicBezTo>
                    <a:pt x="83" y="70"/>
                    <a:pt x="82" y="70"/>
                    <a:pt x="83" y="72"/>
                  </a:cubicBezTo>
                  <a:cubicBezTo>
                    <a:pt x="83" y="73"/>
                    <a:pt x="84" y="78"/>
                    <a:pt x="83" y="79"/>
                  </a:cubicBezTo>
                  <a:cubicBezTo>
                    <a:pt x="83" y="80"/>
                    <a:pt x="83" y="80"/>
                    <a:pt x="83" y="81"/>
                  </a:cubicBezTo>
                  <a:cubicBezTo>
                    <a:pt x="84" y="87"/>
                    <a:pt x="83" y="95"/>
                    <a:pt x="82" y="101"/>
                  </a:cubicBezTo>
                  <a:cubicBezTo>
                    <a:pt x="79" y="103"/>
                    <a:pt x="76" y="103"/>
                    <a:pt x="75" y="107"/>
                  </a:cubicBezTo>
                  <a:cubicBezTo>
                    <a:pt x="75" y="108"/>
                    <a:pt x="78" y="109"/>
                    <a:pt x="79" y="110"/>
                  </a:cubicBezTo>
                  <a:cubicBezTo>
                    <a:pt x="84" y="113"/>
                    <a:pt x="80" y="121"/>
                    <a:pt x="79" y="125"/>
                  </a:cubicBezTo>
                  <a:cubicBezTo>
                    <a:pt x="79" y="125"/>
                    <a:pt x="79" y="126"/>
                    <a:pt x="78" y="126"/>
                  </a:cubicBezTo>
                  <a:cubicBezTo>
                    <a:pt x="78" y="126"/>
                    <a:pt x="76" y="132"/>
                    <a:pt x="76" y="134"/>
                  </a:cubicBezTo>
                  <a:cubicBezTo>
                    <a:pt x="76" y="136"/>
                    <a:pt x="76" y="139"/>
                    <a:pt x="76" y="142"/>
                  </a:cubicBezTo>
                  <a:cubicBezTo>
                    <a:pt x="76" y="143"/>
                    <a:pt x="74" y="156"/>
                    <a:pt x="76" y="158"/>
                  </a:cubicBezTo>
                  <a:cubicBezTo>
                    <a:pt x="76" y="160"/>
                    <a:pt x="78" y="162"/>
                    <a:pt x="79" y="162"/>
                  </a:cubicBezTo>
                  <a:cubicBezTo>
                    <a:pt x="80" y="163"/>
                    <a:pt x="83" y="162"/>
                    <a:pt x="83" y="162"/>
                  </a:cubicBezTo>
                  <a:cubicBezTo>
                    <a:pt x="85" y="159"/>
                    <a:pt x="85" y="159"/>
                    <a:pt x="85" y="159"/>
                  </a:cubicBezTo>
                  <a:cubicBezTo>
                    <a:pt x="86" y="157"/>
                    <a:pt x="88" y="156"/>
                    <a:pt x="89" y="154"/>
                  </a:cubicBezTo>
                  <a:cubicBezTo>
                    <a:pt x="92" y="149"/>
                    <a:pt x="97" y="145"/>
                    <a:pt x="99" y="140"/>
                  </a:cubicBezTo>
                  <a:cubicBezTo>
                    <a:pt x="100" y="138"/>
                    <a:pt x="100" y="136"/>
                    <a:pt x="101" y="133"/>
                  </a:cubicBezTo>
                  <a:cubicBezTo>
                    <a:pt x="102" y="132"/>
                    <a:pt x="103" y="131"/>
                    <a:pt x="103" y="130"/>
                  </a:cubicBezTo>
                  <a:cubicBezTo>
                    <a:pt x="104" y="130"/>
                    <a:pt x="103" y="129"/>
                    <a:pt x="104" y="128"/>
                  </a:cubicBezTo>
                  <a:cubicBezTo>
                    <a:pt x="104" y="128"/>
                    <a:pt x="107" y="123"/>
                    <a:pt x="108" y="122"/>
                  </a:cubicBezTo>
                  <a:cubicBezTo>
                    <a:pt x="112" y="122"/>
                    <a:pt x="115" y="127"/>
                    <a:pt x="118" y="129"/>
                  </a:cubicBezTo>
                  <a:cubicBezTo>
                    <a:pt x="119" y="129"/>
                    <a:pt x="119" y="129"/>
                    <a:pt x="120" y="129"/>
                  </a:cubicBezTo>
                  <a:cubicBezTo>
                    <a:pt x="122" y="130"/>
                    <a:pt x="125" y="132"/>
                    <a:pt x="126" y="134"/>
                  </a:cubicBezTo>
                  <a:cubicBezTo>
                    <a:pt x="127" y="136"/>
                    <a:pt x="127" y="139"/>
                    <a:pt x="128" y="141"/>
                  </a:cubicBezTo>
                  <a:cubicBezTo>
                    <a:pt x="129" y="143"/>
                    <a:pt x="133" y="146"/>
                    <a:pt x="136" y="145"/>
                  </a:cubicBezTo>
                  <a:cubicBezTo>
                    <a:pt x="137" y="144"/>
                    <a:pt x="139" y="142"/>
                    <a:pt x="140" y="141"/>
                  </a:cubicBezTo>
                  <a:cubicBezTo>
                    <a:pt x="143" y="140"/>
                    <a:pt x="142" y="139"/>
                    <a:pt x="143" y="137"/>
                  </a:cubicBezTo>
                  <a:cubicBezTo>
                    <a:pt x="147" y="131"/>
                    <a:pt x="145" y="129"/>
                    <a:pt x="142" y="124"/>
                  </a:cubicBezTo>
                  <a:close/>
                  <a:moveTo>
                    <a:pt x="47" y="99"/>
                  </a:moveTo>
                  <a:cubicBezTo>
                    <a:pt x="46" y="99"/>
                    <a:pt x="46" y="99"/>
                    <a:pt x="46" y="100"/>
                  </a:cubicBezTo>
                  <a:cubicBezTo>
                    <a:pt x="46" y="100"/>
                    <a:pt x="46" y="100"/>
                    <a:pt x="46" y="100"/>
                  </a:cubicBezTo>
                  <a:cubicBezTo>
                    <a:pt x="45" y="99"/>
                    <a:pt x="46" y="98"/>
                    <a:pt x="47" y="98"/>
                  </a:cubicBezTo>
                  <a:lnTo>
                    <a:pt x="47" y="99"/>
                  </a:lnTo>
                  <a:close/>
                  <a:moveTo>
                    <a:pt x="54" y="69"/>
                  </a:moveTo>
                  <a:cubicBezTo>
                    <a:pt x="55" y="70"/>
                    <a:pt x="54" y="71"/>
                    <a:pt x="54" y="72"/>
                  </a:cubicBezTo>
                  <a:cubicBezTo>
                    <a:pt x="53" y="73"/>
                    <a:pt x="51" y="73"/>
                    <a:pt x="49" y="73"/>
                  </a:cubicBezTo>
                  <a:cubicBezTo>
                    <a:pt x="49" y="72"/>
                    <a:pt x="50" y="72"/>
                    <a:pt x="49" y="71"/>
                  </a:cubicBezTo>
                  <a:cubicBezTo>
                    <a:pt x="49" y="69"/>
                    <a:pt x="51" y="69"/>
                    <a:pt x="53" y="68"/>
                  </a:cubicBezTo>
                  <a:cubicBezTo>
                    <a:pt x="54" y="68"/>
                    <a:pt x="54" y="68"/>
                    <a:pt x="54" y="69"/>
                  </a:cubicBezTo>
                  <a:close/>
                  <a:moveTo>
                    <a:pt x="44" y="40"/>
                  </a:moveTo>
                  <a:cubicBezTo>
                    <a:pt x="45" y="40"/>
                    <a:pt x="45" y="40"/>
                    <a:pt x="45" y="39"/>
                  </a:cubicBezTo>
                  <a:cubicBezTo>
                    <a:pt x="46" y="39"/>
                    <a:pt x="46" y="39"/>
                    <a:pt x="46" y="39"/>
                  </a:cubicBezTo>
                  <a:cubicBezTo>
                    <a:pt x="48" y="41"/>
                    <a:pt x="49" y="43"/>
                    <a:pt x="51" y="43"/>
                  </a:cubicBezTo>
                  <a:cubicBezTo>
                    <a:pt x="51" y="44"/>
                    <a:pt x="51" y="44"/>
                    <a:pt x="51" y="44"/>
                  </a:cubicBezTo>
                  <a:cubicBezTo>
                    <a:pt x="50" y="45"/>
                    <a:pt x="46" y="42"/>
                    <a:pt x="45" y="42"/>
                  </a:cubicBezTo>
                  <a:cubicBezTo>
                    <a:pt x="45" y="41"/>
                    <a:pt x="45" y="41"/>
                    <a:pt x="44" y="40"/>
                  </a:cubicBezTo>
                  <a:close/>
                  <a:moveTo>
                    <a:pt x="46" y="83"/>
                  </a:moveTo>
                  <a:cubicBezTo>
                    <a:pt x="46" y="82"/>
                    <a:pt x="46" y="82"/>
                    <a:pt x="45" y="82"/>
                  </a:cubicBezTo>
                  <a:cubicBezTo>
                    <a:pt x="46" y="79"/>
                    <a:pt x="49" y="79"/>
                    <a:pt x="51" y="78"/>
                  </a:cubicBezTo>
                  <a:cubicBezTo>
                    <a:pt x="54" y="78"/>
                    <a:pt x="54" y="78"/>
                    <a:pt x="54" y="78"/>
                  </a:cubicBezTo>
                  <a:cubicBezTo>
                    <a:pt x="54" y="81"/>
                    <a:pt x="50" y="83"/>
                    <a:pt x="46" y="83"/>
                  </a:cubicBezTo>
                  <a:close/>
                  <a:moveTo>
                    <a:pt x="61" y="87"/>
                  </a:moveTo>
                  <a:cubicBezTo>
                    <a:pt x="62" y="86"/>
                    <a:pt x="63" y="85"/>
                    <a:pt x="64" y="84"/>
                  </a:cubicBezTo>
                  <a:cubicBezTo>
                    <a:pt x="64" y="84"/>
                    <a:pt x="65" y="84"/>
                    <a:pt x="65" y="84"/>
                  </a:cubicBezTo>
                  <a:cubicBezTo>
                    <a:pt x="65" y="86"/>
                    <a:pt x="65" y="88"/>
                    <a:pt x="66" y="90"/>
                  </a:cubicBezTo>
                  <a:cubicBezTo>
                    <a:pt x="66" y="90"/>
                    <a:pt x="66" y="90"/>
                    <a:pt x="66" y="90"/>
                  </a:cubicBezTo>
                  <a:cubicBezTo>
                    <a:pt x="66" y="90"/>
                    <a:pt x="66" y="90"/>
                    <a:pt x="66" y="90"/>
                  </a:cubicBezTo>
                  <a:cubicBezTo>
                    <a:pt x="66" y="89"/>
                    <a:pt x="62" y="88"/>
                    <a:pt x="61" y="87"/>
                  </a:cubicBezTo>
                  <a:close/>
                  <a:moveTo>
                    <a:pt x="65" y="94"/>
                  </a:moveTo>
                  <a:cubicBezTo>
                    <a:pt x="66" y="94"/>
                    <a:pt x="66" y="94"/>
                    <a:pt x="66" y="94"/>
                  </a:cubicBezTo>
                  <a:cubicBezTo>
                    <a:pt x="66" y="94"/>
                    <a:pt x="66" y="94"/>
                    <a:pt x="66" y="94"/>
                  </a:cubicBezTo>
                  <a:cubicBezTo>
                    <a:pt x="66" y="95"/>
                    <a:pt x="67" y="99"/>
                    <a:pt x="66" y="99"/>
                  </a:cubicBezTo>
                  <a:cubicBezTo>
                    <a:pt x="65" y="100"/>
                    <a:pt x="63" y="101"/>
                    <a:pt x="61" y="103"/>
                  </a:cubicBezTo>
                  <a:cubicBezTo>
                    <a:pt x="60" y="103"/>
                    <a:pt x="59" y="103"/>
                    <a:pt x="57" y="103"/>
                  </a:cubicBezTo>
                  <a:cubicBezTo>
                    <a:pt x="56" y="104"/>
                    <a:pt x="55" y="105"/>
                    <a:pt x="53" y="106"/>
                  </a:cubicBezTo>
                  <a:cubicBezTo>
                    <a:pt x="53" y="106"/>
                    <a:pt x="53" y="106"/>
                    <a:pt x="53" y="106"/>
                  </a:cubicBezTo>
                  <a:cubicBezTo>
                    <a:pt x="53" y="103"/>
                    <a:pt x="55" y="99"/>
                    <a:pt x="57" y="98"/>
                  </a:cubicBezTo>
                  <a:cubicBezTo>
                    <a:pt x="60" y="96"/>
                    <a:pt x="64" y="97"/>
                    <a:pt x="65" y="94"/>
                  </a:cubicBezTo>
                  <a:close/>
                  <a:moveTo>
                    <a:pt x="97" y="57"/>
                  </a:moveTo>
                  <a:cubicBezTo>
                    <a:pt x="97" y="57"/>
                    <a:pt x="97" y="57"/>
                    <a:pt x="97" y="57"/>
                  </a:cubicBezTo>
                  <a:cubicBezTo>
                    <a:pt x="97" y="58"/>
                    <a:pt x="97" y="59"/>
                    <a:pt x="97" y="60"/>
                  </a:cubicBezTo>
                  <a:cubicBezTo>
                    <a:pt x="99" y="61"/>
                    <a:pt x="103" y="61"/>
                    <a:pt x="104" y="64"/>
                  </a:cubicBezTo>
                  <a:cubicBezTo>
                    <a:pt x="103" y="65"/>
                    <a:pt x="96" y="68"/>
                    <a:pt x="94" y="69"/>
                  </a:cubicBezTo>
                  <a:cubicBezTo>
                    <a:pt x="93" y="68"/>
                    <a:pt x="92" y="68"/>
                    <a:pt x="92" y="66"/>
                  </a:cubicBezTo>
                  <a:cubicBezTo>
                    <a:pt x="92" y="64"/>
                    <a:pt x="96" y="59"/>
                    <a:pt x="97" y="57"/>
                  </a:cubicBezTo>
                  <a:close/>
                  <a:moveTo>
                    <a:pt x="96" y="120"/>
                  </a:moveTo>
                  <a:cubicBezTo>
                    <a:pt x="96" y="121"/>
                    <a:pt x="96" y="123"/>
                    <a:pt x="96" y="124"/>
                  </a:cubicBezTo>
                  <a:cubicBezTo>
                    <a:pt x="94" y="126"/>
                    <a:pt x="92" y="129"/>
                    <a:pt x="91" y="132"/>
                  </a:cubicBezTo>
                  <a:cubicBezTo>
                    <a:pt x="90" y="134"/>
                    <a:pt x="89" y="135"/>
                    <a:pt x="89" y="137"/>
                  </a:cubicBezTo>
                  <a:cubicBezTo>
                    <a:pt x="88" y="137"/>
                    <a:pt x="87" y="138"/>
                    <a:pt x="87" y="138"/>
                  </a:cubicBezTo>
                  <a:cubicBezTo>
                    <a:pt x="85" y="140"/>
                    <a:pt x="84" y="142"/>
                    <a:pt x="83" y="144"/>
                  </a:cubicBezTo>
                  <a:cubicBezTo>
                    <a:pt x="83" y="144"/>
                    <a:pt x="83" y="144"/>
                    <a:pt x="83" y="144"/>
                  </a:cubicBezTo>
                  <a:cubicBezTo>
                    <a:pt x="82" y="142"/>
                    <a:pt x="83" y="140"/>
                    <a:pt x="83" y="139"/>
                  </a:cubicBezTo>
                  <a:cubicBezTo>
                    <a:pt x="82" y="135"/>
                    <a:pt x="85" y="128"/>
                    <a:pt x="86" y="125"/>
                  </a:cubicBezTo>
                  <a:cubicBezTo>
                    <a:pt x="86" y="124"/>
                    <a:pt x="86" y="123"/>
                    <a:pt x="86" y="122"/>
                  </a:cubicBezTo>
                  <a:cubicBezTo>
                    <a:pt x="87" y="120"/>
                    <a:pt x="87" y="117"/>
                    <a:pt x="88" y="115"/>
                  </a:cubicBezTo>
                  <a:cubicBezTo>
                    <a:pt x="92" y="115"/>
                    <a:pt x="95" y="116"/>
                    <a:pt x="98" y="117"/>
                  </a:cubicBezTo>
                  <a:cubicBezTo>
                    <a:pt x="99" y="117"/>
                    <a:pt x="99" y="117"/>
                    <a:pt x="99" y="117"/>
                  </a:cubicBezTo>
                  <a:cubicBezTo>
                    <a:pt x="98" y="118"/>
                    <a:pt x="97" y="119"/>
                    <a:pt x="96" y="120"/>
                  </a:cubicBezTo>
                  <a:close/>
                </a:path>
              </a:pathLst>
            </a:custGeom>
            <a:grpFill/>
            <a:ln>
              <a:noFill/>
            </a:ln>
          </p:spPr>
          <p:txBody>
            <a:bodyPr vert="horz" wrap="square" lIns="91440" tIns="45720" rIns="91440" bIns="45720" numCol="1" anchor="t" anchorCtr="0" compatLnSpc="1"/>
            <a:lstStyle/>
            <a:p>
              <a:endParaRPr lang="zh-CN" altLang="en-US"/>
            </a:p>
          </p:txBody>
        </p:sp>
        <p:sp>
          <p:nvSpPr>
            <p:cNvPr id="57" name="Freeform 44"/>
            <p:cNvSpPr>
              <a:spLocks noEditPoints="1"/>
            </p:cNvSpPr>
            <p:nvPr/>
          </p:nvSpPr>
          <p:spPr bwMode="auto">
            <a:xfrm>
              <a:off x="2149225" y="2394901"/>
              <a:ext cx="748680" cy="1229176"/>
            </a:xfrm>
            <a:custGeom>
              <a:avLst/>
              <a:gdLst>
                <a:gd name="T0" fmla="*/ 94 w 113"/>
                <a:gd name="T1" fmla="*/ 11 h 183"/>
                <a:gd name="T2" fmla="*/ 73 w 113"/>
                <a:gd name="T3" fmla="*/ 12 h 183"/>
                <a:gd name="T4" fmla="*/ 60 w 113"/>
                <a:gd name="T5" fmla="*/ 2 h 183"/>
                <a:gd name="T6" fmla="*/ 44 w 113"/>
                <a:gd name="T7" fmla="*/ 20 h 183"/>
                <a:gd name="T8" fmla="*/ 12 w 113"/>
                <a:gd name="T9" fmla="*/ 39 h 183"/>
                <a:gd name="T10" fmla="*/ 6 w 113"/>
                <a:gd name="T11" fmla="*/ 52 h 183"/>
                <a:gd name="T12" fmla="*/ 2 w 113"/>
                <a:gd name="T13" fmla="*/ 88 h 183"/>
                <a:gd name="T14" fmla="*/ 13 w 113"/>
                <a:gd name="T15" fmla="*/ 87 h 183"/>
                <a:gd name="T16" fmla="*/ 28 w 113"/>
                <a:gd name="T17" fmla="*/ 78 h 183"/>
                <a:gd name="T18" fmla="*/ 35 w 113"/>
                <a:gd name="T19" fmla="*/ 95 h 183"/>
                <a:gd name="T20" fmla="*/ 44 w 113"/>
                <a:gd name="T21" fmla="*/ 101 h 183"/>
                <a:gd name="T22" fmla="*/ 28 w 113"/>
                <a:gd name="T23" fmla="*/ 144 h 183"/>
                <a:gd name="T24" fmla="*/ 29 w 113"/>
                <a:gd name="T25" fmla="*/ 165 h 183"/>
                <a:gd name="T26" fmla="*/ 32 w 113"/>
                <a:gd name="T27" fmla="*/ 183 h 183"/>
                <a:gd name="T28" fmla="*/ 40 w 113"/>
                <a:gd name="T29" fmla="*/ 166 h 183"/>
                <a:gd name="T30" fmla="*/ 57 w 113"/>
                <a:gd name="T31" fmla="*/ 157 h 183"/>
                <a:gd name="T32" fmla="*/ 79 w 113"/>
                <a:gd name="T33" fmla="*/ 117 h 183"/>
                <a:gd name="T34" fmla="*/ 83 w 113"/>
                <a:gd name="T35" fmla="*/ 97 h 183"/>
                <a:gd name="T36" fmla="*/ 87 w 113"/>
                <a:gd name="T37" fmla="*/ 66 h 183"/>
                <a:gd name="T38" fmla="*/ 84 w 113"/>
                <a:gd name="T39" fmla="*/ 54 h 183"/>
                <a:gd name="T40" fmla="*/ 92 w 113"/>
                <a:gd name="T41" fmla="*/ 42 h 183"/>
                <a:gd name="T42" fmla="*/ 107 w 113"/>
                <a:gd name="T43" fmla="*/ 33 h 183"/>
                <a:gd name="T44" fmla="*/ 47 w 113"/>
                <a:gd name="T45" fmla="*/ 17 h 183"/>
                <a:gd name="T46" fmla="*/ 25 w 113"/>
                <a:gd name="T47" fmla="*/ 73 h 183"/>
                <a:gd name="T48" fmla="*/ 12 w 113"/>
                <a:gd name="T49" fmla="*/ 73 h 183"/>
                <a:gd name="T50" fmla="*/ 11 w 113"/>
                <a:gd name="T51" fmla="*/ 70 h 183"/>
                <a:gd name="T52" fmla="*/ 28 w 113"/>
                <a:gd name="T53" fmla="*/ 60 h 183"/>
                <a:gd name="T54" fmla="*/ 39 w 113"/>
                <a:gd name="T55" fmla="*/ 53 h 183"/>
                <a:gd name="T56" fmla="*/ 32 w 113"/>
                <a:gd name="T57" fmla="*/ 71 h 183"/>
                <a:gd name="T58" fmla="*/ 41 w 113"/>
                <a:gd name="T59" fmla="*/ 82 h 183"/>
                <a:gd name="T60" fmla="*/ 37 w 113"/>
                <a:gd name="T61" fmla="*/ 83 h 183"/>
                <a:gd name="T62" fmla="*/ 49 w 113"/>
                <a:gd name="T63" fmla="*/ 76 h 183"/>
                <a:gd name="T64" fmla="*/ 53 w 113"/>
                <a:gd name="T65" fmla="*/ 61 h 183"/>
                <a:gd name="T66" fmla="*/ 54 w 113"/>
                <a:gd name="T67" fmla="*/ 62 h 183"/>
                <a:gd name="T68" fmla="*/ 52 w 113"/>
                <a:gd name="T69" fmla="*/ 82 h 183"/>
                <a:gd name="T70" fmla="*/ 36 w 113"/>
                <a:gd name="T71" fmla="*/ 155 h 183"/>
                <a:gd name="T72" fmla="*/ 36 w 113"/>
                <a:gd name="T73" fmla="*/ 155 h 183"/>
                <a:gd name="T74" fmla="*/ 37 w 113"/>
                <a:gd name="T75" fmla="*/ 119 h 183"/>
                <a:gd name="T76" fmla="*/ 46 w 113"/>
                <a:gd name="T77" fmla="*/ 119 h 183"/>
                <a:gd name="T78" fmla="*/ 46 w 113"/>
                <a:gd name="T79" fmla="*/ 119 h 183"/>
                <a:gd name="T80" fmla="*/ 69 w 113"/>
                <a:gd name="T81" fmla="*/ 45 h 183"/>
                <a:gd name="T82" fmla="*/ 69 w 113"/>
                <a:gd name="T83" fmla="*/ 40 h 183"/>
                <a:gd name="T84" fmla="*/ 64 w 113"/>
                <a:gd name="T85" fmla="*/ 46 h 183"/>
                <a:gd name="T86" fmla="*/ 63 w 113"/>
                <a:gd name="T87" fmla="*/ 65 h 183"/>
                <a:gd name="T88" fmla="*/ 61 w 113"/>
                <a:gd name="T89" fmla="*/ 55 h 183"/>
                <a:gd name="T90" fmla="*/ 57 w 113"/>
                <a:gd name="T91" fmla="*/ 57 h 183"/>
                <a:gd name="T92" fmla="*/ 57 w 113"/>
                <a:gd name="T93" fmla="*/ 57 h 183"/>
                <a:gd name="T94" fmla="*/ 65 w 113"/>
                <a:gd name="T95" fmla="*/ 73 h 183"/>
                <a:gd name="T96" fmla="*/ 61 w 113"/>
                <a:gd name="T97" fmla="*/ 130 h 183"/>
                <a:gd name="T98" fmla="*/ 58 w 113"/>
                <a:gd name="T99" fmla="*/ 128 h 183"/>
                <a:gd name="T100" fmla="*/ 62 w 113"/>
                <a:gd name="T101" fmla="*/ 105 h 183"/>
                <a:gd name="T102" fmla="*/ 71 w 113"/>
                <a:gd name="T103" fmla="*/ 47 h 183"/>
                <a:gd name="T104" fmla="*/ 68 w 113"/>
                <a:gd name="T105" fmla="*/ 4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3" h="183">
                  <a:moveTo>
                    <a:pt x="112" y="25"/>
                  </a:moveTo>
                  <a:cubicBezTo>
                    <a:pt x="111" y="22"/>
                    <a:pt x="108" y="20"/>
                    <a:pt x="108" y="16"/>
                  </a:cubicBezTo>
                  <a:cubicBezTo>
                    <a:pt x="106" y="15"/>
                    <a:pt x="105" y="15"/>
                    <a:pt x="103" y="14"/>
                  </a:cubicBezTo>
                  <a:cubicBezTo>
                    <a:pt x="102" y="15"/>
                    <a:pt x="99" y="14"/>
                    <a:pt x="97" y="13"/>
                  </a:cubicBezTo>
                  <a:cubicBezTo>
                    <a:pt x="96" y="13"/>
                    <a:pt x="95" y="12"/>
                    <a:pt x="94" y="11"/>
                  </a:cubicBezTo>
                  <a:cubicBezTo>
                    <a:pt x="90" y="11"/>
                    <a:pt x="87" y="14"/>
                    <a:pt x="85" y="13"/>
                  </a:cubicBezTo>
                  <a:cubicBezTo>
                    <a:pt x="82" y="13"/>
                    <a:pt x="77" y="17"/>
                    <a:pt x="76" y="15"/>
                  </a:cubicBezTo>
                  <a:cubicBezTo>
                    <a:pt x="76" y="15"/>
                    <a:pt x="75" y="15"/>
                    <a:pt x="75" y="15"/>
                  </a:cubicBezTo>
                  <a:cubicBezTo>
                    <a:pt x="74" y="15"/>
                    <a:pt x="74" y="14"/>
                    <a:pt x="74" y="12"/>
                  </a:cubicBezTo>
                  <a:cubicBezTo>
                    <a:pt x="74" y="12"/>
                    <a:pt x="73" y="12"/>
                    <a:pt x="73" y="12"/>
                  </a:cubicBezTo>
                  <a:cubicBezTo>
                    <a:pt x="73" y="12"/>
                    <a:pt x="73" y="12"/>
                    <a:pt x="73" y="11"/>
                  </a:cubicBezTo>
                  <a:cubicBezTo>
                    <a:pt x="72" y="11"/>
                    <a:pt x="72" y="10"/>
                    <a:pt x="70" y="10"/>
                  </a:cubicBezTo>
                  <a:cubicBezTo>
                    <a:pt x="69" y="8"/>
                    <a:pt x="67" y="5"/>
                    <a:pt x="64" y="4"/>
                  </a:cubicBezTo>
                  <a:cubicBezTo>
                    <a:pt x="63" y="3"/>
                    <a:pt x="62" y="3"/>
                    <a:pt x="61" y="3"/>
                  </a:cubicBezTo>
                  <a:cubicBezTo>
                    <a:pt x="60" y="3"/>
                    <a:pt x="60" y="2"/>
                    <a:pt x="60" y="2"/>
                  </a:cubicBezTo>
                  <a:cubicBezTo>
                    <a:pt x="57" y="2"/>
                    <a:pt x="57" y="2"/>
                    <a:pt x="57" y="2"/>
                  </a:cubicBezTo>
                  <a:cubicBezTo>
                    <a:pt x="55" y="1"/>
                    <a:pt x="52" y="0"/>
                    <a:pt x="50" y="1"/>
                  </a:cubicBezTo>
                  <a:cubicBezTo>
                    <a:pt x="49" y="1"/>
                    <a:pt x="47" y="4"/>
                    <a:pt x="46" y="4"/>
                  </a:cubicBezTo>
                  <a:cubicBezTo>
                    <a:pt x="42" y="6"/>
                    <a:pt x="41" y="7"/>
                    <a:pt x="40" y="10"/>
                  </a:cubicBezTo>
                  <a:cubicBezTo>
                    <a:pt x="38" y="14"/>
                    <a:pt x="41" y="19"/>
                    <a:pt x="44" y="20"/>
                  </a:cubicBezTo>
                  <a:cubicBezTo>
                    <a:pt x="47" y="22"/>
                    <a:pt x="50" y="20"/>
                    <a:pt x="51" y="24"/>
                  </a:cubicBezTo>
                  <a:cubicBezTo>
                    <a:pt x="50" y="25"/>
                    <a:pt x="49" y="25"/>
                    <a:pt x="48" y="26"/>
                  </a:cubicBezTo>
                  <a:cubicBezTo>
                    <a:pt x="41" y="29"/>
                    <a:pt x="35" y="30"/>
                    <a:pt x="28" y="33"/>
                  </a:cubicBezTo>
                  <a:cubicBezTo>
                    <a:pt x="26" y="34"/>
                    <a:pt x="24" y="35"/>
                    <a:pt x="23" y="36"/>
                  </a:cubicBezTo>
                  <a:cubicBezTo>
                    <a:pt x="20" y="37"/>
                    <a:pt x="16" y="39"/>
                    <a:pt x="12" y="39"/>
                  </a:cubicBezTo>
                  <a:cubicBezTo>
                    <a:pt x="12" y="39"/>
                    <a:pt x="11" y="38"/>
                    <a:pt x="10" y="38"/>
                  </a:cubicBezTo>
                  <a:cubicBezTo>
                    <a:pt x="10" y="38"/>
                    <a:pt x="7" y="39"/>
                    <a:pt x="6" y="40"/>
                  </a:cubicBezTo>
                  <a:cubicBezTo>
                    <a:pt x="6" y="40"/>
                    <a:pt x="6" y="49"/>
                    <a:pt x="6" y="49"/>
                  </a:cubicBezTo>
                  <a:cubicBezTo>
                    <a:pt x="6" y="49"/>
                    <a:pt x="6" y="50"/>
                    <a:pt x="6" y="51"/>
                  </a:cubicBezTo>
                  <a:cubicBezTo>
                    <a:pt x="6" y="51"/>
                    <a:pt x="6" y="51"/>
                    <a:pt x="6" y="52"/>
                  </a:cubicBezTo>
                  <a:cubicBezTo>
                    <a:pt x="6" y="52"/>
                    <a:pt x="7" y="53"/>
                    <a:pt x="7" y="54"/>
                  </a:cubicBezTo>
                  <a:cubicBezTo>
                    <a:pt x="6" y="55"/>
                    <a:pt x="5" y="57"/>
                    <a:pt x="5" y="58"/>
                  </a:cubicBezTo>
                  <a:cubicBezTo>
                    <a:pt x="4" y="61"/>
                    <a:pt x="3" y="64"/>
                    <a:pt x="2" y="68"/>
                  </a:cubicBezTo>
                  <a:cubicBezTo>
                    <a:pt x="2" y="73"/>
                    <a:pt x="2" y="73"/>
                    <a:pt x="2" y="73"/>
                  </a:cubicBezTo>
                  <a:cubicBezTo>
                    <a:pt x="1" y="78"/>
                    <a:pt x="1" y="84"/>
                    <a:pt x="2" y="88"/>
                  </a:cubicBezTo>
                  <a:cubicBezTo>
                    <a:pt x="2" y="92"/>
                    <a:pt x="0" y="98"/>
                    <a:pt x="3" y="102"/>
                  </a:cubicBezTo>
                  <a:cubicBezTo>
                    <a:pt x="3" y="102"/>
                    <a:pt x="4" y="103"/>
                    <a:pt x="4" y="103"/>
                  </a:cubicBezTo>
                  <a:cubicBezTo>
                    <a:pt x="8" y="105"/>
                    <a:pt x="12" y="107"/>
                    <a:pt x="13" y="102"/>
                  </a:cubicBezTo>
                  <a:cubicBezTo>
                    <a:pt x="14" y="100"/>
                    <a:pt x="13" y="99"/>
                    <a:pt x="13" y="98"/>
                  </a:cubicBezTo>
                  <a:cubicBezTo>
                    <a:pt x="14" y="94"/>
                    <a:pt x="14" y="91"/>
                    <a:pt x="13" y="87"/>
                  </a:cubicBezTo>
                  <a:cubicBezTo>
                    <a:pt x="13" y="87"/>
                    <a:pt x="13" y="86"/>
                    <a:pt x="13" y="86"/>
                  </a:cubicBezTo>
                  <a:cubicBezTo>
                    <a:pt x="16" y="87"/>
                    <a:pt x="17" y="89"/>
                    <a:pt x="20" y="89"/>
                  </a:cubicBezTo>
                  <a:cubicBezTo>
                    <a:pt x="20" y="89"/>
                    <a:pt x="20" y="89"/>
                    <a:pt x="20" y="89"/>
                  </a:cubicBezTo>
                  <a:cubicBezTo>
                    <a:pt x="21" y="88"/>
                    <a:pt x="20" y="86"/>
                    <a:pt x="20" y="84"/>
                  </a:cubicBezTo>
                  <a:cubicBezTo>
                    <a:pt x="21" y="82"/>
                    <a:pt x="26" y="79"/>
                    <a:pt x="28" y="78"/>
                  </a:cubicBezTo>
                  <a:cubicBezTo>
                    <a:pt x="29" y="82"/>
                    <a:pt x="25" y="83"/>
                    <a:pt x="25" y="87"/>
                  </a:cubicBezTo>
                  <a:cubicBezTo>
                    <a:pt x="26" y="88"/>
                    <a:pt x="27" y="90"/>
                    <a:pt x="28" y="90"/>
                  </a:cubicBezTo>
                  <a:cubicBezTo>
                    <a:pt x="29" y="92"/>
                    <a:pt x="29" y="93"/>
                    <a:pt x="28" y="94"/>
                  </a:cubicBezTo>
                  <a:cubicBezTo>
                    <a:pt x="29" y="94"/>
                    <a:pt x="28" y="94"/>
                    <a:pt x="29" y="95"/>
                  </a:cubicBezTo>
                  <a:cubicBezTo>
                    <a:pt x="30" y="95"/>
                    <a:pt x="33" y="95"/>
                    <a:pt x="35" y="95"/>
                  </a:cubicBezTo>
                  <a:cubicBezTo>
                    <a:pt x="37" y="95"/>
                    <a:pt x="39" y="95"/>
                    <a:pt x="40" y="95"/>
                  </a:cubicBezTo>
                  <a:cubicBezTo>
                    <a:pt x="43" y="95"/>
                    <a:pt x="45" y="95"/>
                    <a:pt x="47" y="95"/>
                  </a:cubicBezTo>
                  <a:cubicBezTo>
                    <a:pt x="51" y="95"/>
                    <a:pt x="55" y="94"/>
                    <a:pt x="57" y="94"/>
                  </a:cubicBezTo>
                  <a:cubicBezTo>
                    <a:pt x="57" y="95"/>
                    <a:pt x="57" y="95"/>
                    <a:pt x="57" y="95"/>
                  </a:cubicBezTo>
                  <a:cubicBezTo>
                    <a:pt x="53" y="97"/>
                    <a:pt x="48" y="99"/>
                    <a:pt x="44" y="101"/>
                  </a:cubicBezTo>
                  <a:cubicBezTo>
                    <a:pt x="43" y="101"/>
                    <a:pt x="42" y="101"/>
                    <a:pt x="41" y="100"/>
                  </a:cubicBezTo>
                  <a:cubicBezTo>
                    <a:pt x="36" y="102"/>
                    <a:pt x="36" y="108"/>
                    <a:pt x="34" y="113"/>
                  </a:cubicBezTo>
                  <a:cubicBezTo>
                    <a:pt x="33" y="115"/>
                    <a:pt x="32" y="119"/>
                    <a:pt x="32" y="123"/>
                  </a:cubicBezTo>
                  <a:cubicBezTo>
                    <a:pt x="31" y="125"/>
                    <a:pt x="31" y="128"/>
                    <a:pt x="31" y="131"/>
                  </a:cubicBezTo>
                  <a:cubicBezTo>
                    <a:pt x="30" y="135"/>
                    <a:pt x="29" y="140"/>
                    <a:pt x="28" y="144"/>
                  </a:cubicBezTo>
                  <a:cubicBezTo>
                    <a:pt x="28" y="146"/>
                    <a:pt x="28" y="146"/>
                    <a:pt x="28" y="146"/>
                  </a:cubicBezTo>
                  <a:cubicBezTo>
                    <a:pt x="27" y="151"/>
                    <a:pt x="25" y="156"/>
                    <a:pt x="28" y="160"/>
                  </a:cubicBezTo>
                  <a:cubicBezTo>
                    <a:pt x="29" y="160"/>
                    <a:pt x="31" y="160"/>
                    <a:pt x="32" y="160"/>
                  </a:cubicBezTo>
                  <a:cubicBezTo>
                    <a:pt x="32" y="160"/>
                    <a:pt x="32" y="160"/>
                    <a:pt x="32" y="160"/>
                  </a:cubicBezTo>
                  <a:cubicBezTo>
                    <a:pt x="32" y="162"/>
                    <a:pt x="30" y="164"/>
                    <a:pt x="29" y="165"/>
                  </a:cubicBezTo>
                  <a:cubicBezTo>
                    <a:pt x="27" y="165"/>
                    <a:pt x="27" y="165"/>
                    <a:pt x="27" y="165"/>
                  </a:cubicBezTo>
                  <a:cubicBezTo>
                    <a:pt x="26" y="165"/>
                    <a:pt x="25" y="167"/>
                    <a:pt x="24" y="167"/>
                  </a:cubicBezTo>
                  <a:cubicBezTo>
                    <a:pt x="23" y="171"/>
                    <a:pt x="22" y="174"/>
                    <a:pt x="24" y="178"/>
                  </a:cubicBezTo>
                  <a:cubicBezTo>
                    <a:pt x="24" y="179"/>
                    <a:pt x="27" y="179"/>
                    <a:pt x="28" y="180"/>
                  </a:cubicBezTo>
                  <a:cubicBezTo>
                    <a:pt x="29" y="181"/>
                    <a:pt x="30" y="182"/>
                    <a:pt x="32" y="183"/>
                  </a:cubicBezTo>
                  <a:cubicBezTo>
                    <a:pt x="33" y="181"/>
                    <a:pt x="32" y="180"/>
                    <a:pt x="33" y="177"/>
                  </a:cubicBezTo>
                  <a:cubicBezTo>
                    <a:pt x="34" y="177"/>
                    <a:pt x="34" y="176"/>
                    <a:pt x="35" y="176"/>
                  </a:cubicBezTo>
                  <a:cubicBezTo>
                    <a:pt x="35" y="175"/>
                    <a:pt x="35" y="174"/>
                    <a:pt x="36" y="173"/>
                  </a:cubicBezTo>
                  <a:cubicBezTo>
                    <a:pt x="36" y="172"/>
                    <a:pt x="37" y="172"/>
                    <a:pt x="37" y="171"/>
                  </a:cubicBezTo>
                  <a:cubicBezTo>
                    <a:pt x="38" y="170"/>
                    <a:pt x="39" y="168"/>
                    <a:pt x="40" y="166"/>
                  </a:cubicBezTo>
                  <a:cubicBezTo>
                    <a:pt x="41" y="166"/>
                    <a:pt x="42" y="165"/>
                    <a:pt x="43" y="164"/>
                  </a:cubicBezTo>
                  <a:cubicBezTo>
                    <a:pt x="43" y="162"/>
                    <a:pt x="44" y="162"/>
                    <a:pt x="45" y="161"/>
                  </a:cubicBezTo>
                  <a:cubicBezTo>
                    <a:pt x="46" y="160"/>
                    <a:pt x="48" y="160"/>
                    <a:pt x="49" y="159"/>
                  </a:cubicBezTo>
                  <a:cubicBezTo>
                    <a:pt x="50" y="159"/>
                    <a:pt x="50" y="158"/>
                    <a:pt x="50" y="158"/>
                  </a:cubicBezTo>
                  <a:cubicBezTo>
                    <a:pt x="52" y="156"/>
                    <a:pt x="56" y="157"/>
                    <a:pt x="57" y="157"/>
                  </a:cubicBezTo>
                  <a:cubicBezTo>
                    <a:pt x="61" y="155"/>
                    <a:pt x="62" y="151"/>
                    <a:pt x="65" y="148"/>
                  </a:cubicBezTo>
                  <a:cubicBezTo>
                    <a:pt x="65" y="147"/>
                    <a:pt x="67" y="147"/>
                    <a:pt x="68" y="146"/>
                  </a:cubicBezTo>
                  <a:cubicBezTo>
                    <a:pt x="70" y="144"/>
                    <a:pt x="71" y="143"/>
                    <a:pt x="74" y="143"/>
                  </a:cubicBezTo>
                  <a:cubicBezTo>
                    <a:pt x="77" y="140"/>
                    <a:pt x="76" y="130"/>
                    <a:pt x="77" y="125"/>
                  </a:cubicBezTo>
                  <a:cubicBezTo>
                    <a:pt x="77" y="123"/>
                    <a:pt x="79" y="119"/>
                    <a:pt x="79" y="117"/>
                  </a:cubicBezTo>
                  <a:cubicBezTo>
                    <a:pt x="79" y="117"/>
                    <a:pt x="79" y="116"/>
                    <a:pt x="79" y="116"/>
                  </a:cubicBezTo>
                  <a:cubicBezTo>
                    <a:pt x="79" y="114"/>
                    <a:pt x="80" y="112"/>
                    <a:pt x="80" y="110"/>
                  </a:cubicBezTo>
                  <a:cubicBezTo>
                    <a:pt x="80" y="109"/>
                    <a:pt x="80" y="108"/>
                    <a:pt x="80" y="108"/>
                  </a:cubicBezTo>
                  <a:cubicBezTo>
                    <a:pt x="80" y="107"/>
                    <a:pt x="81" y="105"/>
                    <a:pt x="81" y="104"/>
                  </a:cubicBezTo>
                  <a:cubicBezTo>
                    <a:pt x="82" y="102"/>
                    <a:pt x="83" y="99"/>
                    <a:pt x="83" y="97"/>
                  </a:cubicBezTo>
                  <a:cubicBezTo>
                    <a:pt x="84" y="93"/>
                    <a:pt x="79" y="87"/>
                    <a:pt x="76" y="86"/>
                  </a:cubicBezTo>
                  <a:cubicBezTo>
                    <a:pt x="74" y="85"/>
                    <a:pt x="72" y="88"/>
                    <a:pt x="69" y="88"/>
                  </a:cubicBezTo>
                  <a:cubicBezTo>
                    <a:pt x="69" y="88"/>
                    <a:pt x="69" y="88"/>
                    <a:pt x="69" y="88"/>
                  </a:cubicBezTo>
                  <a:cubicBezTo>
                    <a:pt x="68" y="83"/>
                    <a:pt x="70" y="82"/>
                    <a:pt x="71" y="79"/>
                  </a:cubicBezTo>
                  <a:cubicBezTo>
                    <a:pt x="75" y="72"/>
                    <a:pt x="79" y="69"/>
                    <a:pt x="87" y="66"/>
                  </a:cubicBezTo>
                  <a:cubicBezTo>
                    <a:pt x="91" y="65"/>
                    <a:pt x="96" y="67"/>
                    <a:pt x="100" y="65"/>
                  </a:cubicBezTo>
                  <a:cubicBezTo>
                    <a:pt x="101" y="63"/>
                    <a:pt x="97" y="55"/>
                    <a:pt x="95" y="55"/>
                  </a:cubicBezTo>
                  <a:cubicBezTo>
                    <a:pt x="92" y="54"/>
                    <a:pt x="92" y="57"/>
                    <a:pt x="90" y="58"/>
                  </a:cubicBezTo>
                  <a:cubicBezTo>
                    <a:pt x="90" y="58"/>
                    <a:pt x="85" y="59"/>
                    <a:pt x="84" y="59"/>
                  </a:cubicBezTo>
                  <a:cubicBezTo>
                    <a:pt x="83" y="57"/>
                    <a:pt x="84" y="56"/>
                    <a:pt x="84" y="54"/>
                  </a:cubicBezTo>
                  <a:cubicBezTo>
                    <a:pt x="84" y="53"/>
                    <a:pt x="84" y="53"/>
                    <a:pt x="84" y="52"/>
                  </a:cubicBezTo>
                  <a:cubicBezTo>
                    <a:pt x="83" y="50"/>
                    <a:pt x="83" y="48"/>
                    <a:pt x="82" y="46"/>
                  </a:cubicBezTo>
                  <a:cubicBezTo>
                    <a:pt x="82" y="46"/>
                    <a:pt x="83" y="45"/>
                    <a:pt x="84" y="45"/>
                  </a:cubicBezTo>
                  <a:cubicBezTo>
                    <a:pt x="84" y="44"/>
                    <a:pt x="84" y="44"/>
                    <a:pt x="83" y="44"/>
                  </a:cubicBezTo>
                  <a:cubicBezTo>
                    <a:pt x="86" y="42"/>
                    <a:pt x="89" y="44"/>
                    <a:pt x="92" y="42"/>
                  </a:cubicBezTo>
                  <a:cubicBezTo>
                    <a:pt x="94" y="41"/>
                    <a:pt x="95" y="38"/>
                    <a:pt x="96" y="36"/>
                  </a:cubicBezTo>
                  <a:cubicBezTo>
                    <a:pt x="97" y="36"/>
                    <a:pt x="97" y="36"/>
                    <a:pt x="98" y="35"/>
                  </a:cubicBezTo>
                  <a:cubicBezTo>
                    <a:pt x="98" y="34"/>
                    <a:pt x="99" y="33"/>
                    <a:pt x="100" y="33"/>
                  </a:cubicBezTo>
                  <a:cubicBezTo>
                    <a:pt x="101" y="32"/>
                    <a:pt x="105" y="33"/>
                    <a:pt x="105" y="34"/>
                  </a:cubicBezTo>
                  <a:cubicBezTo>
                    <a:pt x="106" y="34"/>
                    <a:pt x="106" y="33"/>
                    <a:pt x="107" y="33"/>
                  </a:cubicBezTo>
                  <a:cubicBezTo>
                    <a:pt x="107" y="33"/>
                    <a:pt x="108" y="33"/>
                    <a:pt x="108" y="33"/>
                  </a:cubicBezTo>
                  <a:cubicBezTo>
                    <a:pt x="111" y="33"/>
                    <a:pt x="111" y="31"/>
                    <a:pt x="112" y="28"/>
                  </a:cubicBezTo>
                  <a:cubicBezTo>
                    <a:pt x="112" y="27"/>
                    <a:pt x="113" y="27"/>
                    <a:pt x="112" y="25"/>
                  </a:cubicBezTo>
                  <a:close/>
                  <a:moveTo>
                    <a:pt x="48" y="17"/>
                  </a:moveTo>
                  <a:cubicBezTo>
                    <a:pt x="47" y="17"/>
                    <a:pt x="47" y="17"/>
                    <a:pt x="47" y="17"/>
                  </a:cubicBezTo>
                  <a:cubicBezTo>
                    <a:pt x="47" y="17"/>
                    <a:pt x="47" y="17"/>
                    <a:pt x="47" y="17"/>
                  </a:cubicBezTo>
                  <a:cubicBezTo>
                    <a:pt x="48" y="17"/>
                    <a:pt x="48" y="17"/>
                    <a:pt x="48" y="17"/>
                  </a:cubicBezTo>
                  <a:cubicBezTo>
                    <a:pt x="48" y="17"/>
                    <a:pt x="48" y="17"/>
                    <a:pt x="48" y="17"/>
                  </a:cubicBezTo>
                  <a:close/>
                  <a:moveTo>
                    <a:pt x="32" y="71"/>
                  </a:moveTo>
                  <a:cubicBezTo>
                    <a:pt x="30" y="73"/>
                    <a:pt x="27" y="72"/>
                    <a:pt x="25" y="73"/>
                  </a:cubicBezTo>
                  <a:cubicBezTo>
                    <a:pt x="21" y="75"/>
                    <a:pt x="18" y="78"/>
                    <a:pt x="13" y="79"/>
                  </a:cubicBezTo>
                  <a:cubicBezTo>
                    <a:pt x="13" y="79"/>
                    <a:pt x="13" y="79"/>
                    <a:pt x="13" y="79"/>
                  </a:cubicBezTo>
                  <a:cubicBezTo>
                    <a:pt x="12" y="77"/>
                    <a:pt x="12" y="74"/>
                    <a:pt x="13" y="73"/>
                  </a:cubicBezTo>
                  <a:cubicBezTo>
                    <a:pt x="13" y="73"/>
                    <a:pt x="13" y="73"/>
                    <a:pt x="13" y="73"/>
                  </a:cubicBezTo>
                  <a:cubicBezTo>
                    <a:pt x="13" y="73"/>
                    <a:pt x="12" y="73"/>
                    <a:pt x="12" y="73"/>
                  </a:cubicBezTo>
                  <a:cubicBezTo>
                    <a:pt x="12" y="75"/>
                    <a:pt x="12" y="76"/>
                    <a:pt x="11" y="78"/>
                  </a:cubicBezTo>
                  <a:cubicBezTo>
                    <a:pt x="11" y="78"/>
                    <a:pt x="11" y="78"/>
                    <a:pt x="11" y="78"/>
                  </a:cubicBezTo>
                  <a:cubicBezTo>
                    <a:pt x="11" y="78"/>
                    <a:pt x="11" y="78"/>
                    <a:pt x="11" y="78"/>
                  </a:cubicBezTo>
                  <a:cubicBezTo>
                    <a:pt x="10" y="76"/>
                    <a:pt x="11" y="74"/>
                    <a:pt x="11" y="73"/>
                  </a:cubicBezTo>
                  <a:cubicBezTo>
                    <a:pt x="11" y="72"/>
                    <a:pt x="11" y="71"/>
                    <a:pt x="11" y="70"/>
                  </a:cubicBezTo>
                  <a:cubicBezTo>
                    <a:pt x="12" y="67"/>
                    <a:pt x="14" y="65"/>
                    <a:pt x="16" y="63"/>
                  </a:cubicBezTo>
                  <a:cubicBezTo>
                    <a:pt x="17" y="62"/>
                    <a:pt x="19" y="63"/>
                    <a:pt x="19" y="63"/>
                  </a:cubicBezTo>
                  <a:cubicBezTo>
                    <a:pt x="20" y="63"/>
                    <a:pt x="22" y="62"/>
                    <a:pt x="23" y="62"/>
                  </a:cubicBezTo>
                  <a:cubicBezTo>
                    <a:pt x="24" y="61"/>
                    <a:pt x="25" y="60"/>
                    <a:pt x="26" y="60"/>
                  </a:cubicBezTo>
                  <a:cubicBezTo>
                    <a:pt x="27" y="60"/>
                    <a:pt x="27" y="60"/>
                    <a:pt x="28" y="60"/>
                  </a:cubicBezTo>
                  <a:cubicBezTo>
                    <a:pt x="28" y="59"/>
                    <a:pt x="29" y="59"/>
                    <a:pt x="29" y="59"/>
                  </a:cubicBezTo>
                  <a:cubicBezTo>
                    <a:pt x="31" y="59"/>
                    <a:pt x="31" y="59"/>
                    <a:pt x="31" y="59"/>
                  </a:cubicBezTo>
                  <a:cubicBezTo>
                    <a:pt x="31" y="58"/>
                    <a:pt x="31" y="58"/>
                    <a:pt x="32" y="58"/>
                  </a:cubicBezTo>
                  <a:cubicBezTo>
                    <a:pt x="32" y="57"/>
                    <a:pt x="38" y="54"/>
                    <a:pt x="39" y="54"/>
                  </a:cubicBezTo>
                  <a:cubicBezTo>
                    <a:pt x="39" y="53"/>
                    <a:pt x="39" y="53"/>
                    <a:pt x="39" y="53"/>
                  </a:cubicBezTo>
                  <a:cubicBezTo>
                    <a:pt x="40" y="52"/>
                    <a:pt x="49" y="47"/>
                    <a:pt x="51" y="47"/>
                  </a:cubicBezTo>
                  <a:cubicBezTo>
                    <a:pt x="51" y="49"/>
                    <a:pt x="45" y="57"/>
                    <a:pt x="43" y="58"/>
                  </a:cubicBezTo>
                  <a:cubicBezTo>
                    <a:pt x="42" y="59"/>
                    <a:pt x="41" y="59"/>
                    <a:pt x="40" y="60"/>
                  </a:cubicBezTo>
                  <a:cubicBezTo>
                    <a:pt x="39" y="62"/>
                    <a:pt x="38" y="64"/>
                    <a:pt x="37" y="65"/>
                  </a:cubicBezTo>
                  <a:cubicBezTo>
                    <a:pt x="36" y="66"/>
                    <a:pt x="32" y="70"/>
                    <a:pt x="32" y="71"/>
                  </a:cubicBezTo>
                  <a:close/>
                  <a:moveTo>
                    <a:pt x="44" y="80"/>
                  </a:moveTo>
                  <a:cubicBezTo>
                    <a:pt x="43" y="80"/>
                    <a:pt x="42" y="79"/>
                    <a:pt x="41" y="79"/>
                  </a:cubicBezTo>
                  <a:cubicBezTo>
                    <a:pt x="41" y="79"/>
                    <a:pt x="41" y="79"/>
                    <a:pt x="41" y="79"/>
                  </a:cubicBezTo>
                  <a:cubicBezTo>
                    <a:pt x="42" y="80"/>
                    <a:pt x="43" y="81"/>
                    <a:pt x="44" y="81"/>
                  </a:cubicBezTo>
                  <a:cubicBezTo>
                    <a:pt x="44" y="83"/>
                    <a:pt x="42" y="82"/>
                    <a:pt x="41" y="82"/>
                  </a:cubicBezTo>
                  <a:cubicBezTo>
                    <a:pt x="40" y="82"/>
                    <a:pt x="40" y="82"/>
                    <a:pt x="39" y="82"/>
                  </a:cubicBezTo>
                  <a:cubicBezTo>
                    <a:pt x="39" y="84"/>
                    <a:pt x="39" y="84"/>
                    <a:pt x="39" y="84"/>
                  </a:cubicBezTo>
                  <a:cubicBezTo>
                    <a:pt x="39" y="84"/>
                    <a:pt x="39" y="84"/>
                    <a:pt x="39" y="84"/>
                  </a:cubicBezTo>
                  <a:cubicBezTo>
                    <a:pt x="38" y="84"/>
                    <a:pt x="38" y="84"/>
                    <a:pt x="38" y="84"/>
                  </a:cubicBezTo>
                  <a:cubicBezTo>
                    <a:pt x="37" y="84"/>
                    <a:pt x="37" y="83"/>
                    <a:pt x="37" y="83"/>
                  </a:cubicBezTo>
                  <a:cubicBezTo>
                    <a:pt x="37" y="82"/>
                    <a:pt x="38" y="81"/>
                    <a:pt x="39" y="80"/>
                  </a:cubicBezTo>
                  <a:cubicBezTo>
                    <a:pt x="39" y="79"/>
                    <a:pt x="39" y="78"/>
                    <a:pt x="39" y="78"/>
                  </a:cubicBezTo>
                  <a:cubicBezTo>
                    <a:pt x="40" y="75"/>
                    <a:pt x="44" y="77"/>
                    <a:pt x="47" y="75"/>
                  </a:cubicBezTo>
                  <a:cubicBezTo>
                    <a:pt x="48" y="75"/>
                    <a:pt x="48" y="76"/>
                    <a:pt x="48" y="76"/>
                  </a:cubicBezTo>
                  <a:cubicBezTo>
                    <a:pt x="49" y="76"/>
                    <a:pt x="49" y="76"/>
                    <a:pt x="49" y="76"/>
                  </a:cubicBezTo>
                  <a:cubicBezTo>
                    <a:pt x="48" y="77"/>
                    <a:pt x="46" y="81"/>
                    <a:pt x="44" y="80"/>
                  </a:cubicBezTo>
                  <a:close/>
                  <a:moveTo>
                    <a:pt x="52" y="68"/>
                  </a:moveTo>
                  <a:cubicBezTo>
                    <a:pt x="50" y="69"/>
                    <a:pt x="47" y="70"/>
                    <a:pt x="45" y="70"/>
                  </a:cubicBezTo>
                  <a:cubicBezTo>
                    <a:pt x="45" y="70"/>
                    <a:pt x="45" y="70"/>
                    <a:pt x="45" y="70"/>
                  </a:cubicBezTo>
                  <a:cubicBezTo>
                    <a:pt x="46" y="67"/>
                    <a:pt x="50" y="61"/>
                    <a:pt x="53" y="61"/>
                  </a:cubicBezTo>
                  <a:cubicBezTo>
                    <a:pt x="53" y="60"/>
                    <a:pt x="53" y="60"/>
                    <a:pt x="53" y="60"/>
                  </a:cubicBezTo>
                  <a:cubicBezTo>
                    <a:pt x="54" y="60"/>
                    <a:pt x="54" y="60"/>
                    <a:pt x="54" y="60"/>
                  </a:cubicBezTo>
                  <a:cubicBezTo>
                    <a:pt x="54" y="60"/>
                    <a:pt x="54" y="60"/>
                    <a:pt x="54" y="61"/>
                  </a:cubicBezTo>
                  <a:cubicBezTo>
                    <a:pt x="54" y="61"/>
                    <a:pt x="53" y="61"/>
                    <a:pt x="53" y="61"/>
                  </a:cubicBezTo>
                  <a:cubicBezTo>
                    <a:pt x="53" y="61"/>
                    <a:pt x="53" y="61"/>
                    <a:pt x="54" y="62"/>
                  </a:cubicBezTo>
                  <a:cubicBezTo>
                    <a:pt x="54" y="64"/>
                    <a:pt x="53" y="65"/>
                    <a:pt x="51" y="66"/>
                  </a:cubicBezTo>
                  <a:cubicBezTo>
                    <a:pt x="51" y="66"/>
                    <a:pt x="51" y="67"/>
                    <a:pt x="52" y="68"/>
                  </a:cubicBezTo>
                  <a:close/>
                  <a:moveTo>
                    <a:pt x="54" y="84"/>
                  </a:moveTo>
                  <a:cubicBezTo>
                    <a:pt x="54" y="84"/>
                    <a:pt x="54" y="84"/>
                    <a:pt x="53" y="84"/>
                  </a:cubicBezTo>
                  <a:cubicBezTo>
                    <a:pt x="53" y="83"/>
                    <a:pt x="53" y="83"/>
                    <a:pt x="52" y="82"/>
                  </a:cubicBezTo>
                  <a:cubicBezTo>
                    <a:pt x="53" y="81"/>
                    <a:pt x="54" y="79"/>
                    <a:pt x="55" y="78"/>
                  </a:cubicBezTo>
                  <a:cubicBezTo>
                    <a:pt x="55" y="78"/>
                    <a:pt x="55" y="78"/>
                    <a:pt x="55" y="78"/>
                  </a:cubicBezTo>
                  <a:cubicBezTo>
                    <a:pt x="55" y="80"/>
                    <a:pt x="55" y="83"/>
                    <a:pt x="54" y="84"/>
                  </a:cubicBezTo>
                  <a:close/>
                  <a:moveTo>
                    <a:pt x="36" y="155"/>
                  </a:moveTo>
                  <a:cubicBezTo>
                    <a:pt x="36" y="155"/>
                    <a:pt x="36" y="155"/>
                    <a:pt x="36" y="155"/>
                  </a:cubicBezTo>
                  <a:cubicBezTo>
                    <a:pt x="35" y="155"/>
                    <a:pt x="35" y="155"/>
                    <a:pt x="35" y="155"/>
                  </a:cubicBezTo>
                  <a:cubicBezTo>
                    <a:pt x="36" y="154"/>
                    <a:pt x="36" y="151"/>
                    <a:pt x="37" y="150"/>
                  </a:cubicBezTo>
                  <a:cubicBezTo>
                    <a:pt x="37" y="150"/>
                    <a:pt x="38" y="150"/>
                    <a:pt x="38" y="150"/>
                  </a:cubicBezTo>
                  <a:cubicBezTo>
                    <a:pt x="38" y="150"/>
                    <a:pt x="39" y="151"/>
                    <a:pt x="39" y="152"/>
                  </a:cubicBezTo>
                  <a:cubicBezTo>
                    <a:pt x="38" y="153"/>
                    <a:pt x="37" y="154"/>
                    <a:pt x="36" y="155"/>
                  </a:cubicBezTo>
                  <a:close/>
                  <a:moveTo>
                    <a:pt x="39" y="131"/>
                  </a:moveTo>
                  <a:cubicBezTo>
                    <a:pt x="38" y="132"/>
                    <a:pt x="36" y="133"/>
                    <a:pt x="36" y="135"/>
                  </a:cubicBezTo>
                  <a:cubicBezTo>
                    <a:pt x="35" y="135"/>
                    <a:pt x="35" y="135"/>
                    <a:pt x="35" y="135"/>
                  </a:cubicBezTo>
                  <a:cubicBezTo>
                    <a:pt x="35" y="133"/>
                    <a:pt x="36" y="131"/>
                    <a:pt x="36" y="130"/>
                  </a:cubicBezTo>
                  <a:cubicBezTo>
                    <a:pt x="36" y="126"/>
                    <a:pt x="35" y="123"/>
                    <a:pt x="37" y="119"/>
                  </a:cubicBezTo>
                  <a:cubicBezTo>
                    <a:pt x="37" y="117"/>
                    <a:pt x="39" y="115"/>
                    <a:pt x="39" y="112"/>
                  </a:cubicBezTo>
                  <a:cubicBezTo>
                    <a:pt x="40" y="112"/>
                    <a:pt x="40" y="112"/>
                    <a:pt x="40" y="112"/>
                  </a:cubicBezTo>
                  <a:cubicBezTo>
                    <a:pt x="41" y="113"/>
                    <a:pt x="41" y="116"/>
                    <a:pt x="43" y="117"/>
                  </a:cubicBezTo>
                  <a:cubicBezTo>
                    <a:pt x="43" y="121"/>
                    <a:pt x="41" y="128"/>
                    <a:pt x="39" y="131"/>
                  </a:cubicBezTo>
                  <a:close/>
                  <a:moveTo>
                    <a:pt x="46" y="119"/>
                  </a:moveTo>
                  <a:cubicBezTo>
                    <a:pt x="45" y="120"/>
                    <a:pt x="45" y="120"/>
                    <a:pt x="44" y="121"/>
                  </a:cubicBezTo>
                  <a:cubicBezTo>
                    <a:pt x="44" y="121"/>
                    <a:pt x="43" y="121"/>
                    <a:pt x="43" y="121"/>
                  </a:cubicBezTo>
                  <a:cubicBezTo>
                    <a:pt x="43" y="121"/>
                    <a:pt x="43" y="121"/>
                    <a:pt x="43" y="121"/>
                  </a:cubicBezTo>
                  <a:cubicBezTo>
                    <a:pt x="43" y="120"/>
                    <a:pt x="44" y="119"/>
                    <a:pt x="44" y="118"/>
                  </a:cubicBezTo>
                  <a:cubicBezTo>
                    <a:pt x="45" y="118"/>
                    <a:pt x="45" y="119"/>
                    <a:pt x="46" y="119"/>
                  </a:cubicBezTo>
                  <a:close/>
                  <a:moveTo>
                    <a:pt x="69" y="45"/>
                  </a:moveTo>
                  <a:cubicBezTo>
                    <a:pt x="69" y="45"/>
                    <a:pt x="69" y="45"/>
                    <a:pt x="69" y="45"/>
                  </a:cubicBezTo>
                  <a:cubicBezTo>
                    <a:pt x="69" y="45"/>
                    <a:pt x="69" y="45"/>
                    <a:pt x="69" y="45"/>
                  </a:cubicBezTo>
                  <a:cubicBezTo>
                    <a:pt x="69" y="45"/>
                    <a:pt x="69" y="46"/>
                    <a:pt x="69" y="46"/>
                  </a:cubicBezTo>
                  <a:lnTo>
                    <a:pt x="69" y="45"/>
                  </a:lnTo>
                  <a:close/>
                  <a:moveTo>
                    <a:pt x="57" y="44"/>
                  </a:moveTo>
                  <a:cubicBezTo>
                    <a:pt x="57" y="44"/>
                    <a:pt x="63" y="40"/>
                    <a:pt x="64" y="40"/>
                  </a:cubicBezTo>
                  <a:cubicBezTo>
                    <a:pt x="65" y="40"/>
                    <a:pt x="67" y="40"/>
                    <a:pt x="68" y="39"/>
                  </a:cubicBezTo>
                  <a:cubicBezTo>
                    <a:pt x="68" y="39"/>
                    <a:pt x="68" y="39"/>
                    <a:pt x="69" y="39"/>
                  </a:cubicBezTo>
                  <a:cubicBezTo>
                    <a:pt x="69" y="40"/>
                    <a:pt x="69" y="40"/>
                    <a:pt x="69" y="40"/>
                  </a:cubicBezTo>
                  <a:cubicBezTo>
                    <a:pt x="68" y="41"/>
                    <a:pt x="66" y="42"/>
                    <a:pt x="65" y="43"/>
                  </a:cubicBezTo>
                  <a:cubicBezTo>
                    <a:pt x="65" y="43"/>
                    <a:pt x="65" y="43"/>
                    <a:pt x="65" y="43"/>
                  </a:cubicBezTo>
                  <a:cubicBezTo>
                    <a:pt x="65" y="44"/>
                    <a:pt x="63" y="45"/>
                    <a:pt x="63" y="45"/>
                  </a:cubicBezTo>
                  <a:cubicBezTo>
                    <a:pt x="63" y="46"/>
                    <a:pt x="64" y="45"/>
                    <a:pt x="64" y="45"/>
                  </a:cubicBezTo>
                  <a:cubicBezTo>
                    <a:pt x="64" y="46"/>
                    <a:pt x="64" y="46"/>
                    <a:pt x="64" y="46"/>
                  </a:cubicBezTo>
                  <a:cubicBezTo>
                    <a:pt x="63" y="47"/>
                    <a:pt x="62" y="47"/>
                    <a:pt x="61" y="49"/>
                  </a:cubicBezTo>
                  <a:cubicBezTo>
                    <a:pt x="61" y="49"/>
                    <a:pt x="61" y="49"/>
                    <a:pt x="61" y="49"/>
                  </a:cubicBezTo>
                  <a:cubicBezTo>
                    <a:pt x="60" y="46"/>
                    <a:pt x="59" y="46"/>
                    <a:pt x="57" y="45"/>
                  </a:cubicBezTo>
                  <a:lnTo>
                    <a:pt x="57" y="44"/>
                  </a:lnTo>
                  <a:close/>
                  <a:moveTo>
                    <a:pt x="63" y="65"/>
                  </a:moveTo>
                  <a:cubicBezTo>
                    <a:pt x="62" y="66"/>
                    <a:pt x="61" y="66"/>
                    <a:pt x="60" y="66"/>
                  </a:cubicBezTo>
                  <a:cubicBezTo>
                    <a:pt x="59" y="65"/>
                    <a:pt x="58" y="61"/>
                    <a:pt x="58" y="60"/>
                  </a:cubicBezTo>
                  <a:cubicBezTo>
                    <a:pt x="62" y="60"/>
                    <a:pt x="63" y="63"/>
                    <a:pt x="63" y="65"/>
                  </a:cubicBezTo>
                  <a:close/>
                  <a:moveTo>
                    <a:pt x="59" y="55"/>
                  </a:moveTo>
                  <a:cubicBezTo>
                    <a:pt x="59" y="55"/>
                    <a:pt x="60" y="55"/>
                    <a:pt x="61" y="55"/>
                  </a:cubicBezTo>
                  <a:cubicBezTo>
                    <a:pt x="61" y="57"/>
                    <a:pt x="61" y="57"/>
                    <a:pt x="61" y="57"/>
                  </a:cubicBezTo>
                  <a:cubicBezTo>
                    <a:pt x="60" y="57"/>
                    <a:pt x="60" y="57"/>
                    <a:pt x="60" y="57"/>
                  </a:cubicBezTo>
                  <a:cubicBezTo>
                    <a:pt x="60" y="57"/>
                    <a:pt x="60" y="57"/>
                    <a:pt x="60" y="57"/>
                  </a:cubicBezTo>
                  <a:cubicBezTo>
                    <a:pt x="59" y="56"/>
                    <a:pt x="59" y="56"/>
                    <a:pt x="59" y="55"/>
                  </a:cubicBezTo>
                  <a:close/>
                  <a:moveTo>
                    <a:pt x="57" y="57"/>
                  </a:moveTo>
                  <a:cubicBezTo>
                    <a:pt x="58" y="57"/>
                    <a:pt x="58" y="57"/>
                    <a:pt x="58" y="58"/>
                  </a:cubicBezTo>
                  <a:cubicBezTo>
                    <a:pt x="58" y="58"/>
                    <a:pt x="58" y="58"/>
                    <a:pt x="58" y="58"/>
                  </a:cubicBezTo>
                  <a:cubicBezTo>
                    <a:pt x="57" y="58"/>
                    <a:pt x="57" y="58"/>
                    <a:pt x="57" y="58"/>
                  </a:cubicBezTo>
                  <a:cubicBezTo>
                    <a:pt x="57" y="58"/>
                    <a:pt x="57" y="58"/>
                    <a:pt x="57" y="57"/>
                  </a:cubicBezTo>
                  <a:cubicBezTo>
                    <a:pt x="57" y="57"/>
                    <a:pt x="57" y="57"/>
                    <a:pt x="57" y="57"/>
                  </a:cubicBezTo>
                  <a:close/>
                  <a:moveTo>
                    <a:pt x="57" y="82"/>
                  </a:moveTo>
                  <a:cubicBezTo>
                    <a:pt x="57" y="82"/>
                    <a:pt x="57" y="82"/>
                    <a:pt x="57" y="82"/>
                  </a:cubicBezTo>
                  <a:cubicBezTo>
                    <a:pt x="56" y="81"/>
                    <a:pt x="55" y="78"/>
                    <a:pt x="56" y="76"/>
                  </a:cubicBezTo>
                  <a:cubicBezTo>
                    <a:pt x="57" y="74"/>
                    <a:pt x="62" y="74"/>
                    <a:pt x="64" y="73"/>
                  </a:cubicBezTo>
                  <a:cubicBezTo>
                    <a:pt x="65" y="73"/>
                    <a:pt x="65" y="73"/>
                    <a:pt x="65" y="73"/>
                  </a:cubicBezTo>
                  <a:cubicBezTo>
                    <a:pt x="64" y="77"/>
                    <a:pt x="58" y="79"/>
                    <a:pt x="58" y="82"/>
                  </a:cubicBezTo>
                  <a:cubicBezTo>
                    <a:pt x="58" y="82"/>
                    <a:pt x="57" y="82"/>
                    <a:pt x="57" y="82"/>
                  </a:cubicBezTo>
                  <a:close/>
                  <a:moveTo>
                    <a:pt x="63" y="125"/>
                  </a:moveTo>
                  <a:cubicBezTo>
                    <a:pt x="64" y="127"/>
                    <a:pt x="63" y="128"/>
                    <a:pt x="62" y="130"/>
                  </a:cubicBezTo>
                  <a:cubicBezTo>
                    <a:pt x="62" y="130"/>
                    <a:pt x="61" y="130"/>
                    <a:pt x="61" y="130"/>
                  </a:cubicBezTo>
                  <a:cubicBezTo>
                    <a:pt x="60" y="130"/>
                    <a:pt x="59" y="132"/>
                    <a:pt x="58" y="132"/>
                  </a:cubicBezTo>
                  <a:cubicBezTo>
                    <a:pt x="57" y="132"/>
                    <a:pt x="57" y="132"/>
                    <a:pt x="57" y="132"/>
                  </a:cubicBezTo>
                  <a:cubicBezTo>
                    <a:pt x="57" y="132"/>
                    <a:pt x="57" y="131"/>
                    <a:pt x="56" y="131"/>
                  </a:cubicBezTo>
                  <a:cubicBezTo>
                    <a:pt x="56" y="130"/>
                    <a:pt x="56" y="130"/>
                    <a:pt x="56" y="130"/>
                  </a:cubicBezTo>
                  <a:cubicBezTo>
                    <a:pt x="57" y="130"/>
                    <a:pt x="58" y="129"/>
                    <a:pt x="58" y="128"/>
                  </a:cubicBezTo>
                  <a:cubicBezTo>
                    <a:pt x="58" y="127"/>
                    <a:pt x="58" y="126"/>
                    <a:pt x="58" y="125"/>
                  </a:cubicBezTo>
                  <a:cubicBezTo>
                    <a:pt x="59" y="124"/>
                    <a:pt x="60" y="123"/>
                    <a:pt x="61" y="123"/>
                  </a:cubicBezTo>
                  <a:cubicBezTo>
                    <a:pt x="63" y="121"/>
                    <a:pt x="63" y="115"/>
                    <a:pt x="62" y="113"/>
                  </a:cubicBezTo>
                  <a:cubicBezTo>
                    <a:pt x="61" y="111"/>
                    <a:pt x="58" y="110"/>
                    <a:pt x="58" y="108"/>
                  </a:cubicBezTo>
                  <a:cubicBezTo>
                    <a:pt x="59" y="107"/>
                    <a:pt x="60" y="105"/>
                    <a:pt x="62" y="105"/>
                  </a:cubicBezTo>
                  <a:cubicBezTo>
                    <a:pt x="63" y="105"/>
                    <a:pt x="63" y="105"/>
                    <a:pt x="64" y="104"/>
                  </a:cubicBezTo>
                  <a:cubicBezTo>
                    <a:pt x="64" y="104"/>
                    <a:pt x="64" y="104"/>
                    <a:pt x="65" y="104"/>
                  </a:cubicBezTo>
                  <a:cubicBezTo>
                    <a:pt x="65" y="106"/>
                    <a:pt x="66" y="111"/>
                    <a:pt x="64" y="112"/>
                  </a:cubicBezTo>
                  <a:cubicBezTo>
                    <a:pt x="65" y="116"/>
                    <a:pt x="66" y="122"/>
                    <a:pt x="63" y="125"/>
                  </a:cubicBezTo>
                  <a:close/>
                  <a:moveTo>
                    <a:pt x="71" y="47"/>
                  </a:moveTo>
                  <a:cubicBezTo>
                    <a:pt x="68" y="48"/>
                    <a:pt x="66" y="51"/>
                    <a:pt x="63" y="52"/>
                  </a:cubicBezTo>
                  <a:cubicBezTo>
                    <a:pt x="63" y="52"/>
                    <a:pt x="62" y="51"/>
                    <a:pt x="61" y="51"/>
                  </a:cubicBezTo>
                  <a:cubicBezTo>
                    <a:pt x="60" y="47"/>
                    <a:pt x="66" y="46"/>
                    <a:pt x="68" y="45"/>
                  </a:cubicBezTo>
                  <a:cubicBezTo>
                    <a:pt x="69" y="45"/>
                    <a:pt x="69" y="45"/>
                    <a:pt x="69" y="45"/>
                  </a:cubicBezTo>
                  <a:cubicBezTo>
                    <a:pt x="68" y="46"/>
                    <a:pt x="68" y="46"/>
                    <a:pt x="68" y="47"/>
                  </a:cubicBezTo>
                  <a:cubicBezTo>
                    <a:pt x="67" y="47"/>
                    <a:pt x="67" y="47"/>
                    <a:pt x="67" y="47"/>
                  </a:cubicBezTo>
                  <a:cubicBezTo>
                    <a:pt x="69" y="47"/>
                    <a:pt x="70" y="46"/>
                    <a:pt x="71" y="45"/>
                  </a:cubicBezTo>
                  <a:cubicBezTo>
                    <a:pt x="71" y="46"/>
                    <a:pt x="71" y="46"/>
                    <a:pt x="71" y="46"/>
                  </a:cubicBezTo>
                  <a:cubicBezTo>
                    <a:pt x="71" y="46"/>
                    <a:pt x="71" y="47"/>
                    <a:pt x="71" y="47"/>
                  </a:cubicBezTo>
                  <a:close/>
                </a:path>
              </a:pathLst>
            </a:custGeom>
            <a:grpFill/>
            <a:ln>
              <a:noFill/>
            </a:ln>
          </p:spPr>
          <p:txBody>
            <a:bodyPr vert="horz" wrap="square" lIns="91440" tIns="45720" rIns="91440" bIns="45720" numCol="1" anchor="t" anchorCtr="0" compatLnSpc="1"/>
            <a:lstStyle/>
            <a:p>
              <a:endParaRPr lang="zh-CN" altLang="en-US"/>
            </a:p>
          </p:txBody>
        </p:sp>
        <p:sp>
          <p:nvSpPr>
            <p:cNvPr id="58" name="Freeform 45"/>
            <p:cNvSpPr/>
            <p:nvPr/>
          </p:nvSpPr>
          <p:spPr bwMode="auto">
            <a:xfrm>
              <a:off x="2573849" y="3450875"/>
              <a:ext cx="164820" cy="206725"/>
            </a:xfrm>
            <a:custGeom>
              <a:avLst/>
              <a:gdLst>
                <a:gd name="T0" fmla="*/ 13 w 25"/>
                <a:gd name="T1" fmla="*/ 0 h 31"/>
                <a:gd name="T2" fmla="*/ 20 w 25"/>
                <a:gd name="T3" fmla="*/ 3 h 31"/>
                <a:gd name="T4" fmla="*/ 20 w 25"/>
                <a:gd name="T5" fmla="*/ 5 h 31"/>
                <a:gd name="T6" fmla="*/ 23 w 25"/>
                <a:gd name="T7" fmla="*/ 8 h 31"/>
                <a:gd name="T8" fmla="*/ 23 w 25"/>
                <a:gd name="T9" fmla="*/ 14 h 31"/>
                <a:gd name="T10" fmla="*/ 24 w 25"/>
                <a:gd name="T11" fmla="*/ 17 h 31"/>
                <a:gd name="T12" fmla="*/ 21 w 25"/>
                <a:gd name="T13" fmla="*/ 24 h 31"/>
                <a:gd name="T14" fmla="*/ 19 w 25"/>
                <a:gd name="T15" fmla="*/ 25 h 31"/>
                <a:gd name="T16" fmla="*/ 16 w 25"/>
                <a:gd name="T17" fmla="*/ 27 h 31"/>
                <a:gd name="T18" fmla="*/ 15 w 25"/>
                <a:gd name="T19" fmla="*/ 28 h 31"/>
                <a:gd name="T20" fmla="*/ 5 w 25"/>
                <a:gd name="T21" fmla="*/ 27 h 31"/>
                <a:gd name="T22" fmla="*/ 3 w 25"/>
                <a:gd name="T23" fmla="*/ 21 h 31"/>
                <a:gd name="T24" fmla="*/ 3 w 25"/>
                <a:gd name="T25" fmla="*/ 19 h 31"/>
                <a:gd name="T26" fmla="*/ 2 w 25"/>
                <a:gd name="T27" fmla="*/ 17 h 31"/>
                <a:gd name="T28" fmla="*/ 5 w 25"/>
                <a:gd name="T29" fmla="*/ 15 h 31"/>
                <a:gd name="T30" fmla="*/ 4 w 25"/>
                <a:gd name="T31" fmla="*/ 11 h 31"/>
                <a:gd name="T32" fmla="*/ 0 w 25"/>
                <a:gd name="T33" fmla="*/ 10 h 31"/>
                <a:gd name="T34" fmla="*/ 0 w 25"/>
                <a:gd name="T35" fmla="*/ 7 h 31"/>
                <a:gd name="T36" fmla="*/ 5 w 25"/>
                <a:gd name="T37" fmla="*/ 1 h 31"/>
                <a:gd name="T38" fmla="*/ 13 w 25"/>
                <a:gd name="T39"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31">
                  <a:moveTo>
                    <a:pt x="13" y="0"/>
                  </a:moveTo>
                  <a:cubicBezTo>
                    <a:pt x="15" y="0"/>
                    <a:pt x="19" y="2"/>
                    <a:pt x="20" y="3"/>
                  </a:cubicBezTo>
                  <a:cubicBezTo>
                    <a:pt x="20" y="4"/>
                    <a:pt x="20" y="5"/>
                    <a:pt x="20" y="5"/>
                  </a:cubicBezTo>
                  <a:cubicBezTo>
                    <a:pt x="21" y="6"/>
                    <a:pt x="22" y="7"/>
                    <a:pt x="23" y="8"/>
                  </a:cubicBezTo>
                  <a:cubicBezTo>
                    <a:pt x="24" y="9"/>
                    <a:pt x="23" y="12"/>
                    <a:pt x="23" y="14"/>
                  </a:cubicBezTo>
                  <a:cubicBezTo>
                    <a:pt x="23" y="15"/>
                    <a:pt x="24" y="16"/>
                    <a:pt x="24" y="17"/>
                  </a:cubicBezTo>
                  <a:cubicBezTo>
                    <a:pt x="25" y="18"/>
                    <a:pt x="22" y="24"/>
                    <a:pt x="21" y="24"/>
                  </a:cubicBezTo>
                  <a:cubicBezTo>
                    <a:pt x="20" y="25"/>
                    <a:pt x="20" y="25"/>
                    <a:pt x="19" y="25"/>
                  </a:cubicBezTo>
                  <a:cubicBezTo>
                    <a:pt x="18" y="26"/>
                    <a:pt x="17" y="26"/>
                    <a:pt x="16" y="27"/>
                  </a:cubicBezTo>
                  <a:cubicBezTo>
                    <a:pt x="16" y="27"/>
                    <a:pt x="15" y="27"/>
                    <a:pt x="15" y="28"/>
                  </a:cubicBezTo>
                  <a:cubicBezTo>
                    <a:pt x="14" y="31"/>
                    <a:pt x="6" y="28"/>
                    <a:pt x="5" y="27"/>
                  </a:cubicBezTo>
                  <a:cubicBezTo>
                    <a:pt x="4" y="25"/>
                    <a:pt x="4" y="23"/>
                    <a:pt x="3" y="21"/>
                  </a:cubicBezTo>
                  <a:cubicBezTo>
                    <a:pt x="3" y="21"/>
                    <a:pt x="3" y="20"/>
                    <a:pt x="3" y="19"/>
                  </a:cubicBezTo>
                  <a:cubicBezTo>
                    <a:pt x="3" y="19"/>
                    <a:pt x="3" y="19"/>
                    <a:pt x="2" y="17"/>
                  </a:cubicBezTo>
                  <a:cubicBezTo>
                    <a:pt x="3" y="17"/>
                    <a:pt x="5" y="16"/>
                    <a:pt x="5" y="15"/>
                  </a:cubicBezTo>
                  <a:cubicBezTo>
                    <a:pt x="6" y="14"/>
                    <a:pt x="5" y="12"/>
                    <a:pt x="4" y="11"/>
                  </a:cubicBezTo>
                  <a:cubicBezTo>
                    <a:pt x="3" y="12"/>
                    <a:pt x="1" y="11"/>
                    <a:pt x="0" y="10"/>
                  </a:cubicBezTo>
                  <a:cubicBezTo>
                    <a:pt x="0" y="9"/>
                    <a:pt x="0" y="8"/>
                    <a:pt x="0" y="7"/>
                  </a:cubicBezTo>
                  <a:cubicBezTo>
                    <a:pt x="0" y="6"/>
                    <a:pt x="4" y="1"/>
                    <a:pt x="5" y="1"/>
                  </a:cubicBezTo>
                  <a:cubicBezTo>
                    <a:pt x="8" y="0"/>
                    <a:pt x="11" y="1"/>
                    <a:pt x="13" y="0"/>
                  </a:cubicBez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46"/>
            <p:cNvSpPr>
              <a:spLocks noEditPoints="1"/>
            </p:cNvSpPr>
            <p:nvPr/>
          </p:nvSpPr>
          <p:spPr bwMode="auto">
            <a:xfrm>
              <a:off x="8029714" y="2347409"/>
              <a:ext cx="843662" cy="1285048"/>
            </a:xfrm>
            <a:custGeom>
              <a:avLst/>
              <a:gdLst>
                <a:gd name="T0" fmla="*/ 101 w 127"/>
                <a:gd name="T1" fmla="*/ 75 h 191"/>
                <a:gd name="T2" fmla="*/ 89 w 127"/>
                <a:gd name="T3" fmla="*/ 41 h 191"/>
                <a:gd name="T4" fmla="*/ 85 w 127"/>
                <a:gd name="T5" fmla="*/ 32 h 191"/>
                <a:gd name="T6" fmla="*/ 83 w 127"/>
                <a:gd name="T7" fmla="*/ 19 h 191"/>
                <a:gd name="T8" fmla="*/ 81 w 127"/>
                <a:gd name="T9" fmla="*/ 3 h 191"/>
                <a:gd name="T10" fmla="*/ 67 w 127"/>
                <a:gd name="T11" fmla="*/ 9 h 191"/>
                <a:gd name="T12" fmla="*/ 68 w 127"/>
                <a:gd name="T13" fmla="*/ 16 h 191"/>
                <a:gd name="T14" fmla="*/ 49 w 127"/>
                <a:gd name="T15" fmla="*/ 47 h 191"/>
                <a:gd name="T16" fmla="*/ 44 w 127"/>
                <a:gd name="T17" fmla="*/ 67 h 191"/>
                <a:gd name="T18" fmla="*/ 50 w 127"/>
                <a:gd name="T19" fmla="*/ 78 h 191"/>
                <a:gd name="T20" fmla="*/ 40 w 127"/>
                <a:gd name="T21" fmla="*/ 98 h 191"/>
                <a:gd name="T22" fmla="*/ 3 w 127"/>
                <a:gd name="T23" fmla="*/ 150 h 191"/>
                <a:gd name="T24" fmla="*/ 15 w 127"/>
                <a:gd name="T25" fmla="*/ 144 h 191"/>
                <a:gd name="T26" fmla="*/ 29 w 127"/>
                <a:gd name="T27" fmla="*/ 125 h 191"/>
                <a:gd name="T28" fmla="*/ 36 w 127"/>
                <a:gd name="T29" fmla="*/ 115 h 191"/>
                <a:gd name="T30" fmla="*/ 56 w 127"/>
                <a:gd name="T31" fmla="*/ 81 h 191"/>
                <a:gd name="T32" fmla="*/ 66 w 127"/>
                <a:gd name="T33" fmla="*/ 74 h 191"/>
                <a:gd name="T34" fmla="*/ 60 w 127"/>
                <a:gd name="T35" fmla="*/ 86 h 191"/>
                <a:gd name="T36" fmla="*/ 44 w 127"/>
                <a:gd name="T37" fmla="*/ 124 h 191"/>
                <a:gd name="T38" fmla="*/ 52 w 127"/>
                <a:gd name="T39" fmla="*/ 145 h 191"/>
                <a:gd name="T40" fmla="*/ 43 w 127"/>
                <a:gd name="T41" fmla="*/ 163 h 191"/>
                <a:gd name="T42" fmla="*/ 56 w 127"/>
                <a:gd name="T43" fmla="*/ 160 h 191"/>
                <a:gd name="T44" fmla="*/ 60 w 127"/>
                <a:gd name="T45" fmla="*/ 162 h 191"/>
                <a:gd name="T46" fmla="*/ 72 w 127"/>
                <a:gd name="T47" fmla="*/ 188 h 191"/>
                <a:gd name="T48" fmla="*/ 86 w 127"/>
                <a:gd name="T49" fmla="*/ 186 h 191"/>
                <a:gd name="T50" fmla="*/ 100 w 127"/>
                <a:gd name="T51" fmla="*/ 149 h 191"/>
                <a:gd name="T52" fmla="*/ 81 w 127"/>
                <a:gd name="T53" fmla="*/ 139 h 191"/>
                <a:gd name="T54" fmla="*/ 61 w 127"/>
                <a:gd name="T55" fmla="*/ 145 h 191"/>
                <a:gd name="T56" fmla="*/ 75 w 127"/>
                <a:gd name="T57" fmla="*/ 121 h 191"/>
                <a:gd name="T58" fmla="*/ 76 w 127"/>
                <a:gd name="T59" fmla="*/ 113 h 191"/>
                <a:gd name="T60" fmla="*/ 86 w 127"/>
                <a:gd name="T61" fmla="*/ 89 h 191"/>
                <a:gd name="T62" fmla="*/ 81 w 127"/>
                <a:gd name="T63" fmla="*/ 78 h 191"/>
                <a:gd name="T64" fmla="*/ 99 w 127"/>
                <a:gd name="T65" fmla="*/ 90 h 191"/>
                <a:gd name="T66" fmla="*/ 127 w 127"/>
                <a:gd name="T67" fmla="*/ 79 h 191"/>
                <a:gd name="T68" fmla="*/ 90 w 127"/>
                <a:gd name="T69" fmla="*/ 161 h 191"/>
                <a:gd name="T70" fmla="*/ 82 w 127"/>
                <a:gd name="T71" fmla="*/ 156 h 191"/>
                <a:gd name="T72" fmla="*/ 70 w 127"/>
                <a:gd name="T73" fmla="*/ 151 h 191"/>
                <a:gd name="T74" fmla="*/ 66 w 127"/>
                <a:gd name="T75" fmla="*/ 155 h 191"/>
                <a:gd name="T76" fmla="*/ 64 w 127"/>
                <a:gd name="T77" fmla="*/ 154 h 191"/>
                <a:gd name="T78" fmla="*/ 66 w 127"/>
                <a:gd name="T79" fmla="*/ 169 h 191"/>
                <a:gd name="T80" fmla="*/ 68 w 127"/>
                <a:gd name="T81" fmla="*/ 169 h 191"/>
                <a:gd name="T82" fmla="*/ 72 w 127"/>
                <a:gd name="T83" fmla="*/ 177 h 191"/>
                <a:gd name="T84" fmla="*/ 82 w 127"/>
                <a:gd name="T85" fmla="*/ 168 h 191"/>
                <a:gd name="T86" fmla="*/ 76 w 127"/>
                <a:gd name="T87" fmla="*/ 181 h 191"/>
                <a:gd name="T88" fmla="*/ 78 w 127"/>
                <a:gd name="T89" fmla="*/ 180 h 191"/>
                <a:gd name="T90" fmla="*/ 63 w 127"/>
                <a:gd name="T91" fmla="*/ 169 h 191"/>
                <a:gd name="T92" fmla="*/ 57 w 127"/>
                <a:gd name="T93" fmla="*/ 101 h 191"/>
                <a:gd name="T94" fmla="*/ 52 w 127"/>
                <a:gd name="T95" fmla="*/ 141 h 191"/>
                <a:gd name="T96" fmla="*/ 52 w 127"/>
                <a:gd name="T97" fmla="*/ 135 h 191"/>
                <a:gd name="T98" fmla="*/ 59 w 127"/>
                <a:gd name="T99" fmla="*/ 145 h 191"/>
                <a:gd name="T100" fmla="*/ 57 w 127"/>
                <a:gd name="T101" fmla="*/ 143 h 191"/>
                <a:gd name="T102" fmla="*/ 63 w 127"/>
                <a:gd name="T103" fmla="*/ 121 h 191"/>
                <a:gd name="T104" fmla="*/ 53 w 127"/>
                <a:gd name="T105" fmla="*/ 130 h 191"/>
                <a:gd name="T106" fmla="*/ 55 w 127"/>
                <a:gd name="T107" fmla="*/ 118 h 191"/>
                <a:gd name="T108" fmla="*/ 61 w 127"/>
                <a:gd name="T109" fmla="*/ 102 h 191"/>
                <a:gd name="T110" fmla="*/ 65 w 127"/>
                <a:gd name="T111" fmla="*/ 119 h 191"/>
                <a:gd name="T112" fmla="*/ 66 w 127"/>
                <a:gd name="T113" fmla="*/ 112 h 191"/>
                <a:gd name="T114" fmla="*/ 68 w 127"/>
                <a:gd name="T115" fmla="*/ 113 h 191"/>
                <a:gd name="T116" fmla="*/ 74 w 127"/>
                <a:gd name="T117" fmla="*/ 8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91">
                  <a:moveTo>
                    <a:pt x="127" y="79"/>
                  </a:moveTo>
                  <a:cubicBezTo>
                    <a:pt x="125" y="77"/>
                    <a:pt x="121" y="76"/>
                    <a:pt x="117" y="76"/>
                  </a:cubicBezTo>
                  <a:cubicBezTo>
                    <a:pt x="115" y="76"/>
                    <a:pt x="114" y="77"/>
                    <a:pt x="112" y="76"/>
                  </a:cubicBezTo>
                  <a:cubicBezTo>
                    <a:pt x="109" y="75"/>
                    <a:pt x="104" y="75"/>
                    <a:pt x="101" y="75"/>
                  </a:cubicBezTo>
                  <a:cubicBezTo>
                    <a:pt x="95" y="66"/>
                    <a:pt x="85" y="60"/>
                    <a:pt x="72" y="59"/>
                  </a:cubicBezTo>
                  <a:cubicBezTo>
                    <a:pt x="72" y="58"/>
                    <a:pt x="72" y="58"/>
                    <a:pt x="71" y="57"/>
                  </a:cubicBezTo>
                  <a:cubicBezTo>
                    <a:pt x="76" y="52"/>
                    <a:pt x="87" y="51"/>
                    <a:pt x="90" y="46"/>
                  </a:cubicBezTo>
                  <a:cubicBezTo>
                    <a:pt x="90" y="44"/>
                    <a:pt x="89" y="43"/>
                    <a:pt x="89" y="41"/>
                  </a:cubicBezTo>
                  <a:cubicBezTo>
                    <a:pt x="89" y="41"/>
                    <a:pt x="88" y="41"/>
                    <a:pt x="88" y="41"/>
                  </a:cubicBezTo>
                  <a:cubicBezTo>
                    <a:pt x="88" y="40"/>
                    <a:pt x="88" y="38"/>
                    <a:pt x="87" y="37"/>
                  </a:cubicBezTo>
                  <a:cubicBezTo>
                    <a:pt x="87" y="37"/>
                    <a:pt x="86" y="37"/>
                    <a:pt x="86" y="36"/>
                  </a:cubicBezTo>
                  <a:cubicBezTo>
                    <a:pt x="86" y="36"/>
                    <a:pt x="85" y="32"/>
                    <a:pt x="85" y="32"/>
                  </a:cubicBezTo>
                  <a:cubicBezTo>
                    <a:pt x="83" y="31"/>
                    <a:pt x="82" y="30"/>
                    <a:pt x="81" y="29"/>
                  </a:cubicBezTo>
                  <a:cubicBezTo>
                    <a:pt x="81" y="28"/>
                    <a:pt x="81" y="27"/>
                    <a:pt x="82" y="26"/>
                  </a:cubicBezTo>
                  <a:cubicBezTo>
                    <a:pt x="81" y="24"/>
                    <a:pt x="82" y="25"/>
                    <a:pt x="83" y="23"/>
                  </a:cubicBezTo>
                  <a:cubicBezTo>
                    <a:pt x="84" y="22"/>
                    <a:pt x="82" y="19"/>
                    <a:pt x="83" y="19"/>
                  </a:cubicBezTo>
                  <a:cubicBezTo>
                    <a:pt x="83" y="17"/>
                    <a:pt x="84" y="14"/>
                    <a:pt x="84" y="12"/>
                  </a:cubicBezTo>
                  <a:cubicBezTo>
                    <a:pt x="83" y="11"/>
                    <a:pt x="83" y="10"/>
                    <a:pt x="82" y="9"/>
                  </a:cubicBezTo>
                  <a:cubicBezTo>
                    <a:pt x="82" y="7"/>
                    <a:pt x="82" y="6"/>
                    <a:pt x="81" y="5"/>
                  </a:cubicBezTo>
                  <a:cubicBezTo>
                    <a:pt x="81" y="4"/>
                    <a:pt x="81" y="4"/>
                    <a:pt x="81" y="3"/>
                  </a:cubicBezTo>
                  <a:cubicBezTo>
                    <a:pt x="79" y="1"/>
                    <a:pt x="78" y="0"/>
                    <a:pt x="74" y="0"/>
                  </a:cubicBezTo>
                  <a:cubicBezTo>
                    <a:pt x="73" y="0"/>
                    <a:pt x="73" y="0"/>
                    <a:pt x="72" y="0"/>
                  </a:cubicBezTo>
                  <a:cubicBezTo>
                    <a:pt x="70" y="2"/>
                    <a:pt x="68" y="6"/>
                    <a:pt x="66" y="9"/>
                  </a:cubicBezTo>
                  <a:cubicBezTo>
                    <a:pt x="67" y="9"/>
                    <a:pt x="67" y="9"/>
                    <a:pt x="67" y="9"/>
                  </a:cubicBezTo>
                  <a:cubicBezTo>
                    <a:pt x="68" y="10"/>
                    <a:pt x="67" y="12"/>
                    <a:pt x="67" y="13"/>
                  </a:cubicBezTo>
                  <a:cubicBezTo>
                    <a:pt x="67" y="13"/>
                    <a:pt x="67" y="13"/>
                    <a:pt x="67" y="13"/>
                  </a:cubicBezTo>
                  <a:cubicBezTo>
                    <a:pt x="67" y="12"/>
                    <a:pt x="67" y="12"/>
                    <a:pt x="68" y="12"/>
                  </a:cubicBezTo>
                  <a:cubicBezTo>
                    <a:pt x="68" y="14"/>
                    <a:pt x="68" y="15"/>
                    <a:pt x="68" y="16"/>
                  </a:cubicBezTo>
                  <a:cubicBezTo>
                    <a:pt x="69" y="18"/>
                    <a:pt x="70" y="19"/>
                    <a:pt x="70" y="21"/>
                  </a:cubicBezTo>
                  <a:cubicBezTo>
                    <a:pt x="71" y="24"/>
                    <a:pt x="70" y="26"/>
                    <a:pt x="70" y="29"/>
                  </a:cubicBezTo>
                  <a:cubicBezTo>
                    <a:pt x="69" y="32"/>
                    <a:pt x="69" y="34"/>
                    <a:pt x="67" y="36"/>
                  </a:cubicBezTo>
                  <a:cubicBezTo>
                    <a:pt x="65" y="40"/>
                    <a:pt x="54" y="45"/>
                    <a:pt x="49" y="47"/>
                  </a:cubicBezTo>
                  <a:cubicBezTo>
                    <a:pt x="44" y="48"/>
                    <a:pt x="39" y="47"/>
                    <a:pt x="36" y="49"/>
                  </a:cubicBezTo>
                  <a:cubicBezTo>
                    <a:pt x="36" y="52"/>
                    <a:pt x="36" y="54"/>
                    <a:pt x="37" y="56"/>
                  </a:cubicBezTo>
                  <a:cubicBezTo>
                    <a:pt x="37" y="57"/>
                    <a:pt x="36" y="58"/>
                    <a:pt x="36" y="59"/>
                  </a:cubicBezTo>
                  <a:cubicBezTo>
                    <a:pt x="37" y="62"/>
                    <a:pt x="41" y="67"/>
                    <a:pt x="44" y="67"/>
                  </a:cubicBezTo>
                  <a:cubicBezTo>
                    <a:pt x="46" y="67"/>
                    <a:pt x="46" y="67"/>
                    <a:pt x="47" y="67"/>
                  </a:cubicBezTo>
                  <a:cubicBezTo>
                    <a:pt x="50" y="66"/>
                    <a:pt x="55" y="62"/>
                    <a:pt x="58" y="62"/>
                  </a:cubicBezTo>
                  <a:cubicBezTo>
                    <a:pt x="58" y="62"/>
                    <a:pt x="58" y="62"/>
                    <a:pt x="58" y="62"/>
                  </a:cubicBezTo>
                  <a:cubicBezTo>
                    <a:pt x="57" y="69"/>
                    <a:pt x="52" y="73"/>
                    <a:pt x="50" y="78"/>
                  </a:cubicBezTo>
                  <a:cubicBezTo>
                    <a:pt x="50" y="79"/>
                    <a:pt x="50" y="79"/>
                    <a:pt x="50" y="80"/>
                  </a:cubicBezTo>
                  <a:cubicBezTo>
                    <a:pt x="50" y="81"/>
                    <a:pt x="49" y="81"/>
                    <a:pt x="49" y="81"/>
                  </a:cubicBezTo>
                  <a:cubicBezTo>
                    <a:pt x="48" y="83"/>
                    <a:pt x="47" y="85"/>
                    <a:pt x="46" y="87"/>
                  </a:cubicBezTo>
                  <a:cubicBezTo>
                    <a:pt x="44" y="90"/>
                    <a:pt x="42" y="94"/>
                    <a:pt x="40" y="98"/>
                  </a:cubicBezTo>
                  <a:cubicBezTo>
                    <a:pt x="39" y="99"/>
                    <a:pt x="38" y="99"/>
                    <a:pt x="37" y="100"/>
                  </a:cubicBezTo>
                  <a:cubicBezTo>
                    <a:pt x="33" y="108"/>
                    <a:pt x="28" y="115"/>
                    <a:pt x="22" y="122"/>
                  </a:cubicBezTo>
                  <a:cubicBezTo>
                    <a:pt x="16" y="129"/>
                    <a:pt x="12" y="138"/>
                    <a:pt x="1" y="139"/>
                  </a:cubicBezTo>
                  <a:cubicBezTo>
                    <a:pt x="0" y="143"/>
                    <a:pt x="0" y="149"/>
                    <a:pt x="3" y="150"/>
                  </a:cubicBezTo>
                  <a:cubicBezTo>
                    <a:pt x="4" y="150"/>
                    <a:pt x="5" y="151"/>
                    <a:pt x="7" y="150"/>
                  </a:cubicBezTo>
                  <a:cubicBezTo>
                    <a:pt x="8" y="149"/>
                    <a:pt x="9" y="148"/>
                    <a:pt x="9" y="148"/>
                  </a:cubicBezTo>
                  <a:cubicBezTo>
                    <a:pt x="11" y="147"/>
                    <a:pt x="13" y="147"/>
                    <a:pt x="14" y="146"/>
                  </a:cubicBezTo>
                  <a:cubicBezTo>
                    <a:pt x="15" y="146"/>
                    <a:pt x="15" y="145"/>
                    <a:pt x="15" y="144"/>
                  </a:cubicBezTo>
                  <a:cubicBezTo>
                    <a:pt x="17" y="143"/>
                    <a:pt x="19" y="142"/>
                    <a:pt x="20" y="141"/>
                  </a:cubicBezTo>
                  <a:cubicBezTo>
                    <a:pt x="21" y="140"/>
                    <a:pt x="21" y="139"/>
                    <a:pt x="21" y="138"/>
                  </a:cubicBezTo>
                  <a:cubicBezTo>
                    <a:pt x="24" y="134"/>
                    <a:pt x="26" y="131"/>
                    <a:pt x="28" y="128"/>
                  </a:cubicBezTo>
                  <a:cubicBezTo>
                    <a:pt x="28" y="127"/>
                    <a:pt x="29" y="126"/>
                    <a:pt x="29" y="125"/>
                  </a:cubicBezTo>
                  <a:cubicBezTo>
                    <a:pt x="29" y="125"/>
                    <a:pt x="30" y="124"/>
                    <a:pt x="30" y="124"/>
                  </a:cubicBezTo>
                  <a:cubicBezTo>
                    <a:pt x="31" y="123"/>
                    <a:pt x="31" y="122"/>
                    <a:pt x="32" y="121"/>
                  </a:cubicBezTo>
                  <a:cubicBezTo>
                    <a:pt x="33" y="120"/>
                    <a:pt x="33" y="120"/>
                    <a:pt x="34" y="119"/>
                  </a:cubicBezTo>
                  <a:cubicBezTo>
                    <a:pt x="35" y="118"/>
                    <a:pt x="35" y="116"/>
                    <a:pt x="36" y="115"/>
                  </a:cubicBezTo>
                  <a:cubicBezTo>
                    <a:pt x="38" y="113"/>
                    <a:pt x="40" y="110"/>
                    <a:pt x="42" y="108"/>
                  </a:cubicBezTo>
                  <a:cubicBezTo>
                    <a:pt x="43" y="106"/>
                    <a:pt x="43" y="104"/>
                    <a:pt x="44" y="102"/>
                  </a:cubicBezTo>
                  <a:cubicBezTo>
                    <a:pt x="46" y="100"/>
                    <a:pt x="49" y="97"/>
                    <a:pt x="50" y="93"/>
                  </a:cubicBezTo>
                  <a:cubicBezTo>
                    <a:pt x="51" y="89"/>
                    <a:pt x="54" y="84"/>
                    <a:pt x="56" y="81"/>
                  </a:cubicBezTo>
                  <a:cubicBezTo>
                    <a:pt x="57" y="80"/>
                    <a:pt x="58" y="78"/>
                    <a:pt x="58" y="77"/>
                  </a:cubicBezTo>
                  <a:cubicBezTo>
                    <a:pt x="59" y="77"/>
                    <a:pt x="60" y="76"/>
                    <a:pt x="61" y="76"/>
                  </a:cubicBezTo>
                  <a:cubicBezTo>
                    <a:pt x="62" y="76"/>
                    <a:pt x="63" y="76"/>
                    <a:pt x="64" y="76"/>
                  </a:cubicBezTo>
                  <a:cubicBezTo>
                    <a:pt x="64" y="75"/>
                    <a:pt x="65" y="75"/>
                    <a:pt x="66" y="74"/>
                  </a:cubicBezTo>
                  <a:cubicBezTo>
                    <a:pt x="68" y="73"/>
                    <a:pt x="71" y="73"/>
                    <a:pt x="74" y="74"/>
                  </a:cubicBezTo>
                  <a:cubicBezTo>
                    <a:pt x="73" y="75"/>
                    <a:pt x="72" y="75"/>
                    <a:pt x="72" y="76"/>
                  </a:cubicBezTo>
                  <a:cubicBezTo>
                    <a:pt x="70" y="77"/>
                    <a:pt x="69" y="79"/>
                    <a:pt x="68" y="80"/>
                  </a:cubicBezTo>
                  <a:cubicBezTo>
                    <a:pt x="65" y="83"/>
                    <a:pt x="62" y="83"/>
                    <a:pt x="60" y="86"/>
                  </a:cubicBezTo>
                  <a:cubicBezTo>
                    <a:pt x="59" y="88"/>
                    <a:pt x="58" y="91"/>
                    <a:pt x="57" y="93"/>
                  </a:cubicBezTo>
                  <a:cubicBezTo>
                    <a:pt x="55" y="95"/>
                    <a:pt x="53" y="96"/>
                    <a:pt x="52" y="99"/>
                  </a:cubicBezTo>
                  <a:cubicBezTo>
                    <a:pt x="51" y="103"/>
                    <a:pt x="51" y="107"/>
                    <a:pt x="49" y="111"/>
                  </a:cubicBezTo>
                  <a:cubicBezTo>
                    <a:pt x="48" y="116"/>
                    <a:pt x="46" y="120"/>
                    <a:pt x="44" y="124"/>
                  </a:cubicBezTo>
                  <a:cubicBezTo>
                    <a:pt x="43" y="128"/>
                    <a:pt x="44" y="131"/>
                    <a:pt x="43" y="134"/>
                  </a:cubicBezTo>
                  <a:cubicBezTo>
                    <a:pt x="42" y="139"/>
                    <a:pt x="40" y="146"/>
                    <a:pt x="46" y="147"/>
                  </a:cubicBezTo>
                  <a:cubicBezTo>
                    <a:pt x="48" y="147"/>
                    <a:pt x="50" y="145"/>
                    <a:pt x="51" y="145"/>
                  </a:cubicBezTo>
                  <a:cubicBezTo>
                    <a:pt x="51" y="145"/>
                    <a:pt x="51" y="145"/>
                    <a:pt x="52" y="145"/>
                  </a:cubicBezTo>
                  <a:cubicBezTo>
                    <a:pt x="52" y="145"/>
                    <a:pt x="52" y="145"/>
                    <a:pt x="52" y="145"/>
                  </a:cubicBezTo>
                  <a:cubicBezTo>
                    <a:pt x="51" y="146"/>
                    <a:pt x="51" y="147"/>
                    <a:pt x="50" y="148"/>
                  </a:cubicBezTo>
                  <a:cubicBezTo>
                    <a:pt x="48" y="152"/>
                    <a:pt x="47" y="156"/>
                    <a:pt x="45" y="161"/>
                  </a:cubicBezTo>
                  <a:cubicBezTo>
                    <a:pt x="44" y="162"/>
                    <a:pt x="44" y="162"/>
                    <a:pt x="43" y="163"/>
                  </a:cubicBezTo>
                  <a:cubicBezTo>
                    <a:pt x="42" y="166"/>
                    <a:pt x="43" y="170"/>
                    <a:pt x="43" y="174"/>
                  </a:cubicBezTo>
                  <a:cubicBezTo>
                    <a:pt x="44" y="174"/>
                    <a:pt x="45" y="175"/>
                    <a:pt x="47" y="175"/>
                  </a:cubicBezTo>
                  <a:cubicBezTo>
                    <a:pt x="50" y="173"/>
                    <a:pt x="49" y="171"/>
                    <a:pt x="50" y="167"/>
                  </a:cubicBezTo>
                  <a:cubicBezTo>
                    <a:pt x="51" y="164"/>
                    <a:pt x="54" y="162"/>
                    <a:pt x="56" y="160"/>
                  </a:cubicBezTo>
                  <a:cubicBezTo>
                    <a:pt x="57" y="159"/>
                    <a:pt x="57" y="157"/>
                    <a:pt x="58" y="157"/>
                  </a:cubicBezTo>
                  <a:cubicBezTo>
                    <a:pt x="58" y="157"/>
                    <a:pt x="58" y="157"/>
                    <a:pt x="59" y="157"/>
                  </a:cubicBezTo>
                  <a:cubicBezTo>
                    <a:pt x="59" y="157"/>
                    <a:pt x="59" y="157"/>
                    <a:pt x="60" y="158"/>
                  </a:cubicBezTo>
                  <a:cubicBezTo>
                    <a:pt x="60" y="159"/>
                    <a:pt x="60" y="160"/>
                    <a:pt x="60" y="162"/>
                  </a:cubicBezTo>
                  <a:cubicBezTo>
                    <a:pt x="59" y="163"/>
                    <a:pt x="59" y="164"/>
                    <a:pt x="58" y="164"/>
                  </a:cubicBezTo>
                  <a:cubicBezTo>
                    <a:pt x="57" y="167"/>
                    <a:pt x="57" y="177"/>
                    <a:pt x="58" y="179"/>
                  </a:cubicBezTo>
                  <a:cubicBezTo>
                    <a:pt x="59" y="182"/>
                    <a:pt x="66" y="187"/>
                    <a:pt x="69" y="188"/>
                  </a:cubicBezTo>
                  <a:cubicBezTo>
                    <a:pt x="70" y="188"/>
                    <a:pt x="71" y="188"/>
                    <a:pt x="72" y="188"/>
                  </a:cubicBezTo>
                  <a:cubicBezTo>
                    <a:pt x="73" y="188"/>
                    <a:pt x="74" y="190"/>
                    <a:pt x="76" y="190"/>
                  </a:cubicBezTo>
                  <a:cubicBezTo>
                    <a:pt x="78" y="191"/>
                    <a:pt x="80" y="190"/>
                    <a:pt x="82" y="190"/>
                  </a:cubicBezTo>
                  <a:cubicBezTo>
                    <a:pt x="82" y="188"/>
                    <a:pt x="84" y="188"/>
                    <a:pt x="85" y="187"/>
                  </a:cubicBezTo>
                  <a:cubicBezTo>
                    <a:pt x="85" y="187"/>
                    <a:pt x="85" y="186"/>
                    <a:pt x="86" y="186"/>
                  </a:cubicBezTo>
                  <a:cubicBezTo>
                    <a:pt x="90" y="183"/>
                    <a:pt x="95" y="179"/>
                    <a:pt x="98" y="175"/>
                  </a:cubicBezTo>
                  <a:cubicBezTo>
                    <a:pt x="100" y="173"/>
                    <a:pt x="101" y="161"/>
                    <a:pt x="100" y="158"/>
                  </a:cubicBezTo>
                  <a:cubicBezTo>
                    <a:pt x="99" y="157"/>
                    <a:pt x="100" y="155"/>
                    <a:pt x="101" y="155"/>
                  </a:cubicBezTo>
                  <a:cubicBezTo>
                    <a:pt x="101" y="153"/>
                    <a:pt x="101" y="150"/>
                    <a:pt x="100" y="149"/>
                  </a:cubicBezTo>
                  <a:cubicBezTo>
                    <a:pt x="99" y="145"/>
                    <a:pt x="95" y="143"/>
                    <a:pt x="94" y="141"/>
                  </a:cubicBezTo>
                  <a:cubicBezTo>
                    <a:pt x="93" y="140"/>
                    <a:pt x="92" y="137"/>
                    <a:pt x="91" y="136"/>
                  </a:cubicBezTo>
                  <a:cubicBezTo>
                    <a:pt x="90" y="135"/>
                    <a:pt x="88" y="135"/>
                    <a:pt x="86" y="135"/>
                  </a:cubicBezTo>
                  <a:cubicBezTo>
                    <a:pt x="85" y="136"/>
                    <a:pt x="83" y="138"/>
                    <a:pt x="81" y="139"/>
                  </a:cubicBezTo>
                  <a:cubicBezTo>
                    <a:pt x="79" y="140"/>
                    <a:pt x="76" y="140"/>
                    <a:pt x="74" y="141"/>
                  </a:cubicBezTo>
                  <a:cubicBezTo>
                    <a:pt x="73" y="141"/>
                    <a:pt x="72" y="142"/>
                    <a:pt x="70" y="143"/>
                  </a:cubicBezTo>
                  <a:cubicBezTo>
                    <a:pt x="69" y="143"/>
                    <a:pt x="69" y="143"/>
                    <a:pt x="68" y="143"/>
                  </a:cubicBezTo>
                  <a:cubicBezTo>
                    <a:pt x="66" y="143"/>
                    <a:pt x="63" y="145"/>
                    <a:pt x="61" y="145"/>
                  </a:cubicBezTo>
                  <a:cubicBezTo>
                    <a:pt x="61" y="145"/>
                    <a:pt x="61" y="145"/>
                    <a:pt x="61" y="145"/>
                  </a:cubicBezTo>
                  <a:cubicBezTo>
                    <a:pt x="61" y="142"/>
                    <a:pt x="66" y="141"/>
                    <a:pt x="68" y="140"/>
                  </a:cubicBezTo>
                  <a:cubicBezTo>
                    <a:pt x="72" y="138"/>
                    <a:pt x="84" y="131"/>
                    <a:pt x="84" y="127"/>
                  </a:cubicBezTo>
                  <a:cubicBezTo>
                    <a:pt x="82" y="124"/>
                    <a:pt x="78" y="123"/>
                    <a:pt x="75" y="121"/>
                  </a:cubicBezTo>
                  <a:cubicBezTo>
                    <a:pt x="75" y="120"/>
                    <a:pt x="75" y="120"/>
                    <a:pt x="75" y="120"/>
                  </a:cubicBezTo>
                  <a:cubicBezTo>
                    <a:pt x="76" y="119"/>
                    <a:pt x="76" y="118"/>
                    <a:pt x="77" y="118"/>
                  </a:cubicBezTo>
                  <a:cubicBezTo>
                    <a:pt x="77" y="116"/>
                    <a:pt x="76" y="115"/>
                    <a:pt x="76" y="114"/>
                  </a:cubicBezTo>
                  <a:cubicBezTo>
                    <a:pt x="75" y="113"/>
                    <a:pt x="76" y="113"/>
                    <a:pt x="76" y="113"/>
                  </a:cubicBezTo>
                  <a:cubicBezTo>
                    <a:pt x="76" y="112"/>
                    <a:pt x="80" y="112"/>
                    <a:pt x="80" y="112"/>
                  </a:cubicBezTo>
                  <a:cubicBezTo>
                    <a:pt x="83" y="108"/>
                    <a:pt x="80" y="103"/>
                    <a:pt x="82" y="98"/>
                  </a:cubicBezTo>
                  <a:cubicBezTo>
                    <a:pt x="82" y="95"/>
                    <a:pt x="85" y="94"/>
                    <a:pt x="86" y="91"/>
                  </a:cubicBezTo>
                  <a:cubicBezTo>
                    <a:pt x="86" y="90"/>
                    <a:pt x="86" y="89"/>
                    <a:pt x="86" y="89"/>
                  </a:cubicBezTo>
                  <a:cubicBezTo>
                    <a:pt x="85" y="86"/>
                    <a:pt x="86" y="84"/>
                    <a:pt x="83" y="83"/>
                  </a:cubicBezTo>
                  <a:cubicBezTo>
                    <a:pt x="84" y="83"/>
                    <a:pt x="84" y="82"/>
                    <a:pt x="84" y="82"/>
                  </a:cubicBezTo>
                  <a:cubicBezTo>
                    <a:pt x="83" y="80"/>
                    <a:pt x="82" y="79"/>
                    <a:pt x="81" y="78"/>
                  </a:cubicBezTo>
                  <a:cubicBezTo>
                    <a:pt x="81" y="78"/>
                    <a:pt x="81" y="78"/>
                    <a:pt x="81" y="78"/>
                  </a:cubicBezTo>
                  <a:cubicBezTo>
                    <a:pt x="81" y="78"/>
                    <a:pt x="81" y="77"/>
                    <a:pt x="81" y="77"/>
                  </a:cubicBezTo>
                  <a:cubicBezTo>
                    <a:pt x="85" y="76"/>
                    <a:pt x="87" y="80"/>
                    <a:pt x="88" y="82"/>
                  </a:cubicBezTo>
                  <a:cubicBezTo>
                    <a:pt x="89" y="84"/>
                    <a:pt x="93" y="85"/>
                    <a:pt x="94" y="86"/>
                  </a:cubicBezTo>
                  <a:cubicBezTo>
                    <a:pt x="96" y="87"/>
                    <a:pt x="97" y="89"/>
                    <a:pt x="99" y="90"/>
                  </a:cubicBezTo>
                  <a:cubicBezTo>
                    <a:pt x="103" y="92"/>
                    <a:pt x="106" y="91"/>
                    <a:pt x="109" y="90"/>
                  </a:cubicBezTo>
                  <a:cubicBezTo>
                    <a:pt x="112" y="89"/>
                    <a:pt x="117" y="90"/>
                    <a:pt x="120" y="90"/>
                  </a:cubicBezTo>
                  <a:cubicBezTo>
                    <a:pt x="122" y="88"/>
                    <a:pt x="124" y="88"/>
                    <a:pt x="126" y="87"/>
                  </a:cubicBezTo>
                  <a:cubicBezTo>
                    <a:pt x="127" y="85"/>
                    <a:pt x="127" y="82"/>
                    <a:pt x="127" y="79"/>
                  </a:cubicBezTo>
                  <a:close/>
                  <a:moveTo>
                    <a:pt x="76" y="149"/>
                  </a:moveTo>
                  <a:cubicBezTo>
                    <a:pt x="77" y="149"/>
                    <a:pt x="79" y="148"/>
                    <a:pt x="80" y="148"/>
                  </a:cubicBezTo>
                  <a:cubicBezTo>
                    <a:pt x="81" y="147"/>
                    <a:pt x="83" y="148"/>
                    <a:pt x="84" y="147"/>
                  </a:cubicBezTo>
                  <a:cubicBezTo>
                    <a:pt x="93" y="148"/>
                    <a:pt x="89" y="155"/>
                    <a:pt x="90" y="161"/>
                  </a:cubicBezTo>
                  <a:cubicBezTo>
                    <a:pt x="90" y="161"/>
                    <a:pt x="90" y="161"/>
                    <a:pt x="90" y="162"/>
                  </a:cubicBezTo>
                  <a:cubicBezTo>
                    <a:pt x="90" y="162"/>
                    <a:pt x="89" y="162"/>
                    <a:pt x="89" y="162"/>
                  </a:cubicBezTo>
                  <a:cubicBezTo>
                    <a:pt x="88" y="161"/>
                    <a:pt x="87" y="159"/>
                    <a:pt x="86" y="158"/>
                  </a:cubicBezTo>
                  <a:cubicBezTo>
                    <a:pt x="84" y="157"/>
                    <a:pt x="83" y="157"/>
                    <a:pt x="82" y="156"/>
                  </a:cubicBezTo>
                  <a:cubicBezTo>
                    <a:pt x="80" y="154"/>
                    <a:pt x="79" y="151"/>
                    <a:pt x="76" y="150"/>
                  </a:cubicBezTo>
                  <a:cubicBezTo>
                    <a:pt x="76" y="150"/>
                    <a:pt x="76" y="149"/>
                    <a:pt x="76" y="149"/>
                  </a:cubicBezTo>
                  <a:close/>
                  <a:moveTo>
                    <a:pt x="64" y="153"/>
                  </a:moveTo>
                  <a:cubicBezTo>
                    <a:pt x="65" y="152"/>
                    <a:pt x="69" y="152"/>
                    <a:pt x="70" y="151"/>
                  </a:cubicBezTo>
                  <a:cubicBezTo>
                    <a:pt x="70" y="151"/>
                    <a:pt x="70" y="151"/>
                    <a:pt x="71" y="151"/>
                  </a:cubicBezTo>
                  <a:cubicBezTo>
                    <a:pt x="71" y="152"/>
                    <a:pt x="72" y="155"/>
                    <a:pt x="72" y="157"/>
                  </a:cubicBezTo>
                  <a:cubicBezTo>
                    <a:pt x="72" y="157"/>
                    <a:pt x="72" y="157"/>
                    <a:pt x="72" y="157"/>
                  </a:cubicBezTo>
                  <a:cubicBezTo>
                    <a:pt x="70" y="157"/>
                    <a:pt x="68" y="156"/>
                    <a:pt x="66" y="155"/>
                  </a:cubicBezTo>
                  <a:cubicBezTo>
                    <a:pt x="66" y="155"/>
                    <a:pt x="66" y="155"/>
                    <a:pt x="66" y="155"/>
                  </a:cubicBezTo>
                  <a:cubicBezTo>
                    <a:pt x="66" y="155"/>
                    <a:pt x="66" y="155"/>
                    <a:pt x="66" y="154"/>
                  </a:cubicBezTo>
                  <a:cubicBezTo>
                    <a:pt x="66" y="154"/>
                    <a:pt x="66" y="154"/>
                    <a:pt x="66" y="155"/>
                  </a:cubicBezTo>
                  <a:cubicBezTo>
                    <a:pt x="65" y="154"/>
                    <a:pt x="64" y="154"/>
                    <a:pt x="64" y="154"/>
                  </a:cubicBezTo>
                  <a:cubicBezTo>
                    <a:pt x="64" y="153"/>
                    <a:pt x="64" y="153"/>
                    <a:pt x="64" y="153"/>
                  </a:cubicBezTo>
                  <a:cubicBezTo>
                    <a:pt x="64" y="153"/>
                    <a:pt x="64" y="153"/>
                    <a:pt x="64" y="153"/>
                  </a:cubicBezTo>
                  <a:close/>
                  <a:moveTo>
                    <a:pt x="63" y="169"/>
                  </a:moveTo>
                  <a:cubicBezTo>
                    <a:pt x="64" y="168"/>
                    <a:pt x="65" y="169"/>
                    <a:pt x="66" y="169"/>
                  </a:cubicBezTo>
                  <a:cubicBezTo>
                    <a:pt x="66" y="168"/>
                    <a:pt x="67" y="168"/>
                    <a:pt x="67" y="167"/>
                  </a:cubicBezTo>
                  <a:cubicBezTo>
                    <a:pt x="67" y="167"/>
                    <a:pt x="67" y="167"/>
                    <a:pt x="68" y="167"/>
                  </a:cubicBezTo>
                  <a:cubicBezTo>
                    <a:pt x="68" y="167"/>
                    <a:pt x="69" y="167"/>
                    <a:pt x="69" y="167"/>
                  </a:cubicBezTo>
                  <a:cubicBezTo>
                    <a:pt x="69" y="168"/>
                    <a:pt x="68" y="168"/>
                    <a:pt x="68" y="169"/>
                  </a:cubicBezTo>
                  <a:cubicBezTo>
                    <a:pt x="68" y="170"/>
                    <a:pt x="68" y="170"/>
                    <a:pt x="67" y="171"/>
                  </a:cubicBezTo>
                  <a:cubicBezTo>
                    <a:pt x="67" y="172"/>
                    <a:pt x="67" y="172"/>
                    <a:pt x="66" y="173"/>
                  </a:cubicBezTo>
                  <a:cubicBezTo>
                    <a:pt x="68" y="174"/>
                    <a:pt x="69" y="176"/>
                    <a:pt x="69" y="178"/>
                  </a:cubicBezTo>
                  <a:cubicBezTo>
                    <a:pt x="70" y="178"/>
                    <a:pt x="71" y="177"/>
                    <a:pt x="72" y="177"/>
                  </a:cubicBezTo>
                  <a:cubicBezTo>
                    <a:pt x="72" y="178"/>
                    <a:pt x="72" y="178"/>
                    <a:pt x="73" y="178"/>
                  </a:cubicBezTo>
                  <a:cubicBezTo>
                    <a:pt x="75" y="178"/>
                    <a:pt x="77" y="173"/>
                    <a:pt x="79" y="171"/>
                  </a:cubicBezTo>
                  <a:cubicBezTo>
                    <a:pt x="79" y="170"/>
                    <a:pt x="79" y="169"/>
                    <a:pt x="80" y="169"/>
                  </a:cubicBezTo>
                  <a:cubicBezTo>
                    <a:pt x="80" y="168"/>
                    <a:pt x="81" y="168"/>
                    <a:pt x="82" y="168"/>
                  </a:cubicBezTo>
                  <a:cubicBezTo>
                    <a:pt x="84" y="170"/>
                    <a:pt x="85" y="171"/>
                    <a:pt x="87" y="171"/>
                  </a:cubicBezTo>
                  <a:cubicBezTo>
                    <a:pt x="87" y="173"/>
                    <a:pt x="85" y="176"/>
                    <a:pt x="84" y="176"/>
                  </a:cubicBezTo>
                  <a:cubicBezTo>
                    <a:pt x="83" y="177"/>
                    <a:pt x="82" y="177"/>
                    <a:pt x="82" y="177"/>
                  </a:cubicBezTo>
                  <a:cubicBezTo>
                    <a:pt x="80" y="178"/>
                    <a:pt x="79" y="181"/>
                    <a:pt x="76" y="181"/>
                  </a:cubicBezTo>
                  <a:cubicBezTo>
                    <a:pt x="76" y="180"/>
                    <a:pt x="76" y="180"/>
                    <a:pt x="76" y="180"/>
                  </a:cubicBezTo>
                  <a:cubicBezTo>
                    <a:pt x="76" y="180"/>
                    <a:pt x="76" y="180"/>
                    <a:pt x="76" y="180"/>
                  </a:cubicBezTo>
                  <a:cubicBezTo>
                    <a:pt x="76" y="180"/>
                    <a:pt x="77" y="180"/>
                    <a:pt x="77" y="180"/>
                  </a:cubicBezTo>
                  <a:cubicBezTo>
                    <a:pt x="77" y="180"/>
                    <a:pt x="78" y="180"/>
                    <a:pt x="78" y="180"/>
                  </a:cubicBezTo>
                  <a:cubicBezTo>
                    <a:pt x="77" y="178"/>
                    <a:pt x="75" y="179"/>
                    <a:pt x="74" y="179"/>
                  </a:cubicBezTo>
                  <a:cubicBezTo>
                    <a:pt x="73" y="179"/>
                    <a:pt x="73" y="179"/>
                    <a:pt x="72" y="180"/>
                  </a:cubicBezTo>
                  <a:cubicBezTo>
                    <a:pt x="70" y="181"/>
                    <a:pt x="65" y="176"/>
                    <a:pt x="64" y="175"/>
                  </a:cubicBezTo>
                  <a:cubicBezTo>
                    <a:pt x="63" y="174"/>
                    <a:pt x="63" y="171"/>
                    <a:pt x="63" y="169"/>
                  </a:cubicBezTo>
                  <a:close/>
                  <a:moveTo>
                    <a:pt x="59" y="96"/>
                  </a:moveTo>
                  <a:cubicBezTo>
                    <a:pt x="59" y="96"/>
                    <a:pt x="59" y="96"/>
                    <a:pt x="59" y="96"/>
                  </a:cubicBezTo>
                  <a:cubicBezTo>
                    <a:pt x="59" y="98"/>
                    <a:pt x="59" y="99"/>
                    <a:pt x="59" y="101"/>
                  </a:cubicBezTo>
                  <a:cubicBezTo>
                    <a:pt x="59" y="101"/>
                    <a:pt x="58" y="101"/>
                    <a:pt x="57" y="101"/>
                  </a:cubicBezTo>
                  <a:cubicBezTo>
                    <a:pt x="57" y="99"/>
                    <a:pt x="58" y="98"/>
                    <a:pt x="59" y="96"/>
                  </a:cubicBezTo>
                  <a:close/>
                  <a:moveTo>
                    <a:pt x="52" y="144"/>
                  </a:moveTo>
                  <a:cubicBezTo>
                    <a:pt x="52" y="144"/>
                    <a:pt x="52" y="144"/>
                    <a:pt x="52" y="144"/>
                  </a:cubicBezTo>
                  <a:cubicBezTo>
                    <a:pt x="52" y="143"/>
                    <a:pt x="52" y="142"/>
                    <a:pt x="52" y="141"/>
                  </a:cubicBezTo>
                  <a:cubicBezTo>
                    <a:pt x="52" y="141"/>
                    <a:pt x="52" y="141"/>
                    <a:pt x="52" y="140"/>
                  </a:cubicBezTo>
                  <a:cubicBezTo>
                    <a:pt x="52" y="140"/>
                    <a:pt x="52" y="140"/>
                    <a:pt x="52" y="140"/>
                  </a:cubicBezTo>
                  <a:cubicBezTo>
                    <a:pt x="52" y="139"/>
                    <a:pt x="52" y="139"/>
                    <a:pt x="52" y="138"/>
                  </a:cubicBezTo>
                  <a:cubicBezTo>
                    <a:pt x="52" y="138"/>
                    <a:pt x="52" y="135"/>
                    <a:pt x="52" y="135"/>
                  </a:cubicBezTo>
                  <a:cubicBezTo>
                    <a:pt x="52" y="134"/>
                    <a:pt x="52" y="134"/>
                    <a:pt x="53" y="134"/>
                  </a:cubicBezTo>
                  <a:cubicBezTo>
                    <a:pt x="54" y="134"/>
                    <a:pt x="55" y="135"/>
                    <a:pt x="56" y="136"/>
                  </a:cubicBezTo>
                  <a:cubicBezTo>
                    <a:pt x="56" y="139"/>
                    <a:pt x="53" y="141"/>
                    <a:pt x="52" y="144"/>
                  </a:cubicBezTo>
                  <a:close/>
                  <a:moveTo>
                    <a:pt x="59" y="145"/>
                  </a:moveTo>
                  <a:cubicBezTo>
                    <a:pt x="58" y="145"/>
                    <a:pt x="57" y="147"/>
                    <a:pt x="57" y="147"/>
                  </a:cubicBezTo>
                  <a:cubicBezTo>
                    <a:pt x="56" y="148"/>
                    <a:pt x="56" y="148"/>
                    <a:pt x="55" y="148"/>
                  </a:cubicBezTo>
                  <a:cubicBezTo>
                    <a:pt x="55" y="148"/>
                    <a:pt x="55" y="148"/>
                    <a:pt x="55" y="148"/>
                  </a:cubicBezTo>
                  <a:cubicBezTo>
                    <a:pt x="55" y="146"/>
                    <a:pt x="56" y="145"/>
                    <a:pt x="57" y="143"/>
                  </a:cubicBezTo>
                  <a:cubicBezTo>
                    <a:pt x="58" y="143"/>
                    <a:pt x="58" y="144"/>
                    <a:pt x="58" y="144"/>
                  </a:cubicBezTo>
                  <a:cubicBezTo>
                    <a:pt x="58" y="144"/>
                    <a:pt x="58" y="144"/>
                    <a:pt x="59" y="144"/>
                  </a:cubicBezTo>
                  <a:cubicBezTo>
                    <a:pt x="59" y="144"/>
                    <a:pt x="59" y="144"/>
                    <a:pt x="59" y="145"/>
                  </a:cubicBezTo>
                  <a:close/>
                  <a:moveTo>
                    <a:pt x="63" y="121"/>
                  </a:moveTo>
                  <a:cubicBezTo>
                    <a:pt x="62" y="120"/>
                    <a:pt x="62" y="120"/>
                    <a:pt x="62" y="120"/>
                  </a:cubicBezTo>
                  <a:cubicBezTo>
                    <a:pt x="62" y="120"/>
                    <a:pt x="62" y="120"/>
                    <a:pt x="62" y="120"/>
                  </a:cubicBezTo>
                  <a:cubicBezTo>
                    <a:pt x="62" y="120"/>
                    <a:pt x="62" y="121"/>
                    <a:pt x="61" y="122"/>
                  </a:cubicBezTo>
                  <a:cubicBezTo>
                    <a:pt x="60" y="124"/>
                    <a:pt x="54" y="127"/>
                    <a:pt x="53" y="130"/>
                  </a:cubicBezTo>
                  <a:cubicBezTo>
                    <a:pt x="53" y="130"/>
                    <a:pt x="53" y="130"/>
                    <a:pt x="53" y="130"/>
                  </a:cubicBezTo>
                  <a:cubicBezTo>
                    <a:pt x="53" y="130"/>
                    <a:pt x="53" y="130"/>
                    <a:pt x="53" y="130"/>
                  </a:cubicBezTo>
                  <a:cubicBezTo>
                    <a:pt x="53" y="128"/>
                    <a:pt x="54" y="126"/>
                    <a:pt x="54" y="124"/>
                  </a:cubicBezTo>
                  <a:cubicBezTo>
                    <a:pt x="55" y="121"/>
                    <a:pt x="54" y="119"/>
                    <a:pt x="55" y="118"/>
                  </a:cubicBezTo>
                  <a:cubicBezTo>
                    <a:pt x="55" y="114"/>
                    <a:pt x="55" y="111"/>
                    <a:pt x="55" y="107"/>
                  </a:cubicBezTo>
                  <a:cubicBezTo>
                    <a:pt x="56" y="105"/>
                    <a:pt x="57" y="104"/>
                    <a:pt x="57" y="101"/>
                  </a:cubicBezTo>
                  <a:cubicBezTo>
                    <a:pt x="58" y="101"/>
                    <a:pt x="58" y="102"/>
                    <a:pt x="58" y="102"/>
                  </a:cubicBezTo>
                  <a:cubicBezTo>
                    <a:pt x="58" y="102"/>
                    <a:pt x="60" y="102"/>
                    <a:pt x="61" y="102"/>
                  </a:cubicBezTo>
                  <a:cubicBezTo>
                    <a:pt x="62" y="106"/>
                    <a:pt x="58" y="107"/>
                    <a:pt x="57" y="110"/>
                  </a:cubicBezTo>
                  <a:cubicBezTo>
                    <a:pt x="56" y="112"/>
                    <a:pt x="58" y="115"/>
                    <a:pt x="59" y="116"/>
                  </a:cubicBezTo>
                  <a:cubicBezTo>
                    <a:pt x="61" y="117"/>
                    <a:pt x="62" y="118"/>
                    <a:pt x="64" y="118"/>
                  </a:cubicBezTo>
                  <a:cubicBezTo>
                    <a:pt x="64" y="119"/>
                    <a:pt x="64" y="119"/>
                    <a:pt x="65" y="119"/>
                  </a:cubicBezTo>
                  <a:cubicBezTo>
                    <a:pt x="64" y="120"/>
                    <a:pt x="64" y="120"/>
                    <a:pt x="63" y="121"/>
                  </a:cubicBezTo>
                  <a:close/>
                  <a:moveTo>
                    <a:pt x="68" y="113"/>
                  </a:moveTo>
                  <a:cubicBezTo>
                    <a:pt x="67" y="113"/>
                    <a:pt x="67" y="113"/>
                    <a:pt x="66" y="113"/>
                  </a:cubicBezTo>
                  <a:cubicBezTo>
                    <a:pt x="66" y="113"/>
                    <a:pt x="66" y="112"/>
                    <a:pt x="66" y="112"/>
                  </a:cubicBezTo>
                  <a:cubicBezTo>
                    <a:pt x="67" y="112"/>
                    <a:pt x="67" y="111"/>
                    <a:pt x="68" y="111"/>
                  </a:cubicBezTo>
                  <a:cubicBezTo>
                    <a:pt x="68" y="111"/>
                    <a:pt x="69" y="111"/>
                    <a:pt x="69" y="111"/>
                  </a:cubicBezTo>
                  <a:cubicBezTo>
                    <a:pt x="69" y="111"/>
                    <a:pt x="69" y="111"/>
                    <a:pt x="69" y="112"/>
                  </a:cubicBezTo>
                  <a:cubicBezTo>
                    <a:pt x="69" y="112"/>
                    <a:pt x="68" y="113"/>
                    <a:pt x="68" y="113"/>
                  </a:cubicBezTo>
                  <a:close/>
                  <a:moveTo>
                    <a:pt x="61" y="94"/>
                  </a:moveTo>
                  <a:cubicBezTo>
                    <a:pt x="62" y="90"/>
                    <a:pt x="65" y="89"/>
                    <a:pt x="67" y="87"/>
                  </a:cubicBezTo>
                  <a:cubicBezTo>
                    <a:pt x="69" y="85"/>
                    <a:pt x="71" y="83"/>
                    <a:pt x="72" y="81"/>
                  </a:cubicBezTo>
                  <a:cubicBezTo>
                    <a:pt x="73" y="81"/>
                    <a:pt x="73" y="81"/>
                    <a:pt x="74" y="81"/>
                  </a:cubicBezTo>
                  <a:cubicBezTo>
                    <a:pt x="73" y="84"/>
                    <a:pt x="73" y="86"/>
                    <a:pt x="75" y="87"/>
                  </a:cubicBezTo>
                  <a:cubicBezTo>
                    <a:pt x="74" y="90"/>
                    <a:pt x="64" y="93"/>
                    <a:pt x="61" y="94"/>
                  </a:cubicBezTo>
                  <a:close/>
                </a:path>
              </a:pathLst>
            </a:custGeom>
            <a:grpFill/>
            <a:ln>
              <a:noFill/>
            </a:ln>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目录页-蓝">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1" name="任意多边形: 形状 20"/>
          <p:cNvSpPr/>
          <p:nvPr userDrawn="1"/>
        </p:nvSpPr>
        <p:spPr>
          <a:xfrm>
            <a:off x="0" y="0"/>
            <a:ext cx="12192000" cy="6858000"/>
          </a:xfrm>
          <a:custGeom>
            <a:avLst/>
            <a:gdLst>
              <a:gd name="connsiteX0" fmla="*/ 6223018 w 12192000"/>
              <a:gd name="connsiteY0" fmla="*/ 902473 h 6858000"/>
              <a:gd name="connsiteX1" fmla="*/ 5314950 w 12192000"/>
              <a:gd name="connsiteY1" fmla="*/ 1810541 h 6858000"/>
              <a:gd name="connsiteX2" fmla="*/ 5314950 w 12192000"/>
              <a:gd name="connsiteY2" fmla="*/ 3902848 h 6858000"/>
              <a:gd name="connsiteX3" fmla="*/ 5314950 w 12192000"/>
              <a:gd name="connsiteY3" fmla="*/ 5442705 h 6858000"/>
              <a:gd name="connsiteX4" fmla="*/ 5314950 w 12192000"/>
              <a:gd name="connsiteY4" fmla="*/ 6350773 h 6858000"/>
              <a:gd name="connsiteX5" fmla="*/ 6223018 w 12192000"/>
              <a:gd name="connsiteY5" fmla="*/ 6350773 h 6858000"/>
              <a:gd name="connsiteX6" fmla="*/ 7296150 w 12192000"/>
              <a:gd name="connsiteY6" fmla="*/ 6350773 h 6858000"/>
              <a:gd name="connsiteX7" fmla="*/ 10696557 w 12192000"/>
              <a:gd name="connsiteY7" fmla="*/ 6350773 h 6858000"/>
              <a:gd name="connsiteX8" fmla="*/ 11604625 w 12192000"/>
              <a:gd name="connsiteY8" fmla="*/ 5442705 h 6858000"/>
              <a:gd name="connsiteX9" fmla="*/ 11604625 w 12192000"/>
              <a:gd name="connsiteY9" fmla="*/ 2352675 h 6858000"/>
              <a:gd name="connsiteX10" fmla="*/ 11604625 w 12192000"/>
              <a:gd name="connsiteY10" fmla="*/ 1810541 h 6858000"/>
              <a:gd name="connsiteX11" fmla="*/ 11604625 w 12192000"/>
              <a:gd name="connsiteY11" fmla="*/ 902473 h 6858000"/>
              <a:gd name="connsiteX12" fmla="*/ 10696557 w 12192000"/>
              <a:gd name="connsiteY12" fmla="*/ 902473 h 6858000"/>
              <a:gd name="connsiteX13" fmla="*/ 7600950 w 12192000"/>
              <a:gd name="connsiteY13" fmla="*/ 902473 h 6858000"/>
              <a:gd name="connsiteX14" fmla="*/ 0 w 12192000"/>
              <a:gd name="connsiteY14" fmla="*/ 0 h 6858000"/>
              <a:gd name="connsiteX15" fmla="*/ 12192000 w 12192000"/>
              <a:gd name="connsiteY15" fmla="*/ 0 h 6858000"/>
              <a:gd name="connsiteX16" fmla="*/ 12192000 w 12192000"/>
              <a:gd name="connsiteY16" fmla="*/ 6858000 h 6858000"/>
              <a:gd name="connsiteX17" fmla="*/ 0 w 12192000"/>
              <a:gd name="connsiteY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6223018" y="902473"/>
                </a:moveTo>
                <a:cubicBezTo>
                  <a:pt x="5721506" y="902473"/>
                  <a:pt x="5314950" y="1309029"/>
                  <a:pt x="5314950" y="1810541"/>
                </a:cubicBezTo>
                <a:lnTo>
                  <a:pt x="5314950" y="3902848"/>
                </a:lnTo>
                <a:lnTo>
                  <a:pt x="5314950" y="5442705"/>
                </a:lnTo>
                <a:lnTo>
                  <a:pt x="5314950" y="6350773"/>
                </a:lnTo>
                <a:lnTo>
                  <a:pt x="6223018" y="6350773"/>
                </a:lnTo>
                <a:lnTo>
                  <a:pt x="7296150" y="6350773"/>
                </a:lnTo>
                <a:lnTo>
                  <a:pt x="10696557" y="6350773"/>
                </a:lnTo>
                <a:cubicBezTo>
                  <a:pt x="11198069" y="6350773"/>
                  <a:pt x="11604625" y="5944217"/>
                  <a:pt x="11604625" y="5442705"/>
                </a:cubicBezTo>
                <a:lnTo>
                  <a:pt x="11604625" y="2352675"/>
                </a:lnTo>
                <a:lnTo>
                  <a:pt x="11604625" y="1810541"/>
                </a:lnTo>
                <a:lnTo>
                  <a:pt x="11604625" y="902473"/>
                </a:lnTo>
                <a:lnTo>
                  <a:pt x="10696557" y="902473"/>
                </a:lnTo>
                <a:lnTo>
                  <a:pt x="7600950" y="902473"/>
                </a:lnTo>
                <a:close/>
                <a:moveTo>
                  <a:pt x="0" y="0"/>
                </a:moveTo>
                <a:lnTo>
                  <a:pt x="12192000" y="0"/>
                </a:lnTo>
                <a:lnTo>
                  <a:pt x="12192000" y="6858000"/>
                </a:lnTo>
                <a:lnTo>
                  <a:pt x="0" y="6858000"/>
                </a:ln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菱形 36"/>
          <p:cNvSpPr/>
          <p:nvPr userDrawn="1"/>
        </p:nvSpPr>
        <p:spPr>
          <a:xfrm>
            <a:off x="0" y="0"/>
            <a:ext cx="5275616" cy="6858000"/>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菱形 37"/>
          <p:cNvSpPr/>
          <p:nvPr userDrawn="1"/>
        </p:nvSpPr>
        <p:spPr>
          <a:xfrm>
            <a:off x="356394" y="728406"/>
            <a:ext cx="4562829" cy="5401188"/>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userDrawn="1"/>
        </p:nvSpPr>
        <p:spPr>
          <a:xfrm>
            <a:off x="4077042" y="39237"/>
            <a:ext cx="1770966" cy="830997"/>
          </a:xfrm>
          <a:prstGeom prst="rect">
            <a:avLst/>
          </a:prstGeom>
          <a:noFill/>
        </p:spPr>
        <p:txBody>
          <a:bodyPr wrap="square" rtlCol="0">
            <a:spAutoFit/>
          </a:bodyPr>
          <a:lstStyle/>
          <a:p>
            <a:pPr algn="dist"/>
            <a:r>
              <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rPr>
              <a:t>目录</a:t>
            </a:r>
            <a:endPar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endParaRPr>
          </a:p>
        </p:txBody>
      </p:sp>
      <p:sp>
        <p:nvSpPr>
          <p:cNvPr id="16" name="文本框 15"/>
          <p:cNvSpPr txBox="1"/>
          <p:nvPr userDrawn="1"/>
        </p:nvSpPr>
        <p:spPr>
          <a:xfrm>
            <a:off x="5988404" y="261719"/>
            <a:ext cx="3031599" cy="646331"/>
          </a:xfrm>
          <a:prstGeom prst="rect">
            <a:avLst/>
          </a:prstGeom>
          <a:noFill/>
        </p:spPr>
        <p:txBody>
          <a:bodyPr wrap="none" rtlCol="0">
            <a:spAutoFit/>
          </a:bodyPr>
          <a:lstStyle/>
          <a:p>
            <a:r>
              <a:rPr lang="en-US" altLang="zh-CN"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rPr>
              <a:t>CONTENTS</a:t>
            </a:r>
            <a:endParaRPr lang="zh-CN" altLang="en-US"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endParaRPr>
          </a:p>
        </p:txBody>
      </p:sp>
      <p:sp>
        <p:nvSpPr>
          <p:cNvPr id="10" name="矩形: 圆角 9"/>
          <p:cNvSpPr/>
          <p:nvPr userDrawn="1"/>
        </p:nvSpPr>
        <p:spPr>
          <a:xfrm>
            <a:off x="5848007" y="1504666"/>
            <a:ext cx="676617" cy="365125"/>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01</a:t>
            </a:r>
            <a:endParaRPr lang="zh-CN" altLang="en-US" sz="2800" dirty="0">
              <a:latin typeface="Microsoft YaHei" panose="020B0806030902050204" pitchFamily="34" charset="0"/>
            </a:endParaRPr>
          </a:p>
        </p:txBody>
      </p:sp>
      <p:sp>
        <p:nvSpPr>
          <p:cNvPr id="12" name="文本占位符 11"/>
          <p:cNvSpPr>
            <a:spLocks noGrp="1"/>
          </p:cNvSpPr>
          <p:nvPr>
            <p:ph type="body" sz="quarter" idx="13" hasCustomPrompt="1"/>
          </p:nvPr>
        </p:nvSpPr>
        <p:spPr>
          <a:xfrm>
            <a:off x="6648450" y="1504950"/>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2" name="矩形: 圆角 21"/>
          <p:cNvSpPr/>
          <p:nvPr userDrawn="1"/>
        </p:nvSpPr>
        <p:spPr>
          <a:xfrm>
            <a:off x="5848007" y="3094934"/>
            <a:ext cx="676617" cy="365125"/>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03</a:t>
            </a:r>
            <a:endParaRPr lang="zh-CN" altLang="en-US" sz="2800" dirty="0">
              <a:latin typeface="Microsoft YaHei" panose="020B0806030902050204" pitchFamily="34" charset="0"/>
            </a:endParaRPr>
          </a:p>
        </p:txBody>
      </p:sp>
      <p:sp>
        <p:nvSpPr>
          <p:cNvPr id="23" name="文本占位符 11"/>
          <p:cNvSpPr>
            <a:spLocks noGrp="1"/>
          </p:cNvSpPr>
          <p:nvPr>
            <p:ph type="body" sz="quarter" idx="14" hasCustomPrompt="1"/>
          </p:nvPr>
        </p:nvSpPr>
        <p:spPr>
          <a:xfrm>
            <a:off x="6648450" y="3097304"/>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4" name="矩形: 圆角 23"/>
          <p:cNvSpPr/>
          <p:nvPr userDrawn="1"/>
        </p:nvSpPr>
        <p:spPr>
          <a:xfrm>
            <a:off x="5848007" y="2299800"/>
            <a:ext cx="676617" cy="365125"/>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02</a:t>
            </a:r>
            <a:endParaRPr lang="zh-CN" altLang="en-US" sz="2800" dirty="0">
              <a:latin typeface="Microsoft YaHei" panose="020B0806030902050204" pitchFamily="34" charset="0"/>
            </a:endParaRPr>
          </a:p>
        </p:txBody>
      </p:sp>
      <p:sp>
        <p:nvSpPr>
          <p:cNvPr id="25" name="文本占位符 11"/>
          <p:cNvSpPr>
            <a:spLocks noGrp="1"/>
          </p:cNvSpPr>
          <p:nvPr>
            <p:ph type="body" sz="quarter" idx="15" hasCustomPrompt="1"/>
          </p:nvPr>
        </p:nvSpPr>
        <p:spPr>
          <a:xfrm>
            <a:off x="6648450" y="2301127"/>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6" name="矩形: 圆角 25"/>
          <p:cNvSpPr/>
          <p:nvPr userDrawn="1"/>
        </p:nvSpPr>
        <p:spPr>
          <a:xfrm>
            <a:off x="5848007" y="3890068"/>
            <a:ext cx="676617" cy="365125"/>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04</a:t>
            </a:r>
            <a:endParaRPr lang="zh-CN" altLang="en-US" sz="2800" dirty="0">
              <a:latin typeface="Microsoft YaHei" panose="020B0806030902050204" pitchFamily="34" charset="0"/>
            </a:endParaRPr>
          </a:p>
        </p:txBody>
      </p:sp>
      <p:sp>
        <p:nvSpPr>
          <p:cNvPr id="27" name="文本占位符 11"/>
          <p:cNvSpPr>
            <a:spLocks noGrp="1"/>
          </p:cNvSpPr>
          <p:nvPr>
            <p:ph type="body" sz="quarter" idx="16" hasCustomPrompt="1"/>
          </p:nvPr>
        </p:nvSpPr>
        <p:spPr>
          <a:xfrm>
            <a:off x="6648450" y="3893481"/>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8" name="矩形: 圆角 27"/>
          <p:cNvSpPr/>
          <p:nvPr userDrawn="1"/>
        </p:nvSpPr>
        <p:spPr>
          <a:xfrm>
            <a:off x="5848007" y="5480335"/>
            <a:ext cx="676617" cy="365125"/>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06</a:t>
            </a:r>
            <a:endParaRPr lang="zh-CN" altLang="en-US" sz="2800" dirty="0">
              <a:latin typeface="Microsoft YaHei" panose="020B0806030902050204" pitchFamily="34" charset="0"/>
            </a:endParaRPr>
          </a:p>
        </p:txBody>
      </p:sp>
      <p:sp>
        <p:nvSpPr>
          <p:cNvPr id="29" name="文本占位符 11"/>
          <p:cNvSpPr>
            <a:spLocks noGrp="1"/>
          </p:cNvSpPr>
          <p:nvPr>
            <p:ph type="body" sz="quarter" idx="17" hasCustomPrompt="1"/>
          </p:nvPr>
        </p:nvSpPr>
        <p:spPr>
          <a:xfrm>
            <a:off x="6648450" y="5485833"/>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0" name="矩形: 圆角 29"/>
          <p:cNvSpPr/>
          <p:nvPr userDrawn="1"/>
        </p:nvSpPr>
        <p:spPr>
          <a:xfrm>
            <a:off x="5848007" y="4685202"/>
            <a:ext cx="676617" cy="365125"/>
          </a:xfrm>
          <a:prstGeom prst="roundRect">
            <a:avLst/>
          </a:prstGeom>
          <a:gradFill flip="none" rotWithShape="1">
            <a:gsLst>
              <a:gs pos="0">
                <a:srgbClr val="F5A01B"/>
              </a:gs>
              <a:gs pos="70000">
                <a:srgbClr val="00377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05</a:t>
            </a:r>
            <a:endParaRPr lang="zh-CN" altLang="en-US" sz="2800" dirty="0">
              <a:latin typeface="Microsoft YaHei" panose="020B0806030902050204" pitchFamily="34" charset="0"/>
            </a:endParaRPr>
          </a:p>
        </p:txBody>
      </p:sp>
      <p:sp>
        <p:nvSpPr>
          <p:cNvPr id="31" name="文本占位符 11"/>
          <p:cNvSpPr>
            <a:spLocks noGrp="1"/>
          </p:cNvSpPr>
          <p:nvPr>
            <p:ph type="body" sz="quarter" idx="18" hasCustomPrompt="1"/>
          </p:nvPr>
        </p:nvSpPr>
        <p:spPr>
          <a:xfrm>
            <a:off x="6648450" y="4689658"/>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2" name="矩形 31"/>
          <p:cNvSpPr/>
          <p:nvPr userDrawn="1"/>
        </p:nvSpPr>
        <p:spPr>
          <a:xfrm>
            <a:off x="2162175" y="908050"/>
            <a:ext cx="3600000" cy="36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userDrawn="1"/>
        </p:nvSpPr>
        <p:spPr>
          <a:xfrm>
            <a:off x="4142175" y="834234"/>
            <a:ext cx="1620000" cy="36000"/>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userDrawn="1"/>
        </p:nvSpPr>
        <p:spPr>
          <a:xfrm>
            <a:off x="876639" y="1344240"/>
            <a:ext cx="3522338" cy="4169521"/>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userDrawn="1"/>
        </p:nvSpPr>
        <p:spPr>
          <a:xfrm>
            <a:off x="1326733" y="1877033"/>
            <a:ext cx="2622150" cy="3103935"/>
          </a:xfrm>
          <a:prstGeom prst="diamond">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1" name="表格 40"/>
          <p:cNvGraphicFramePr>
            <a:graphicFrameLocks noGrp="1"/>
          </p:cNvGraphicFramePr>
          <p:nvPr userDrawn="1"/>
        </p:nvGraphicFramePr>
        <p:xfrm>
          <a:off x="596900" y="4679487"/>
          <a:ext cx="4365624" cy="873588"/>
        </p:xfrm>
        <a:graphic>
          <a:graphicData uri="http://schemas.openxmlformats.org/drawingml/2006/table">
            <a:tbl>
              <a:tblPr firstRow="1" bandRow="1">
                <a:tableStyleId>{5C22544A-7EE6-4342-B048-85BDC9FD1C3A}</a:tableStyleId>
              </a:tblPr>
              <a:tblGrid>
                <a:gridCol w="545703"/>
                <a:gridCol w="545703"/>
                <a:gridCol w="545703"/>
                <a:gridCol w="545703"/>
                <a:gridCol w="545703"/>
                <a:gridCol w="545703"/>
                <a:gridCol w="545703"/>
                <a:gridCol w="545703"/>
              </a:tblGrid>
              <a:tr h="436794">
                <a:tc>
                  <a:txBody>
                    <a:bodyPr/>
                    <a:lstStyle/>
                    <a:p>
                      <a:endParaRPr lang="zh-CN" altLang="en-US" dirty="0"/>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r>
              <a:tr h="436794">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bg1">
                          <a:lumMod val="50000"/>
                        </a:schemeClr>
                      </a:solidFill>
                      <a:prstDash val="sysDashDot"/>
                      <a:round/>
                      <a:headEnd type="none" w="med" len="med"/>
                      <a:tailEnd type="none" w="med" len="med"/>
                    </a:lnL>
                    <a:lnR w="6350" cap="flat" cmpd="sng" algn="ctr">
                      <a:solidFill>
                        <a:schemeClr val="bg1">
                          <a:lumMod val="50000"/>
                        </a:schemeClr>
                      </a:solidFill>
                      <a:prstDash val="sysDashDot"/>
                      <a:round/>
                      <a:headEnd type="none" w="med" len="med"/>
                      <a:tailEnd type="none" w="med" len="med"/>
                    </a:lnR>
                    <a:lnT w="6350" cap="flat" cmpd="sng" algn="ctr">
                      <a:solidFill>
                        <a:schemeClr val="bg1">
                          <a:lumMod val="50000"/>
                        </a:schemeClr>
                      </a:solidFill>
                      <a:prstDash val="sysDashDot"/>
                      <a:round/>
                      <a:headEnd type="none" w="med" len="med"/>
                      <a:tailEnd type="none" w="med" len="med"/>
                    </a:lnT>
                    <a:lnB w="6350" cap="flat" cmpd="sng" algn="ctr">
                      <a:solidFill>
                        <a:schemeClr val="bg1">
                          <a:lumMod val="50000"/>
                        </a:schemeClr>
                      </a:solidFill>
                      <a:prstDash val="sysDashDot"/>
                      <a:round/>
                      <a:headEnd type="none" w="med" len="med"/>
                      <a:tailEnd type="none" w="med" len="med"/>
                    </a:lnB>
                    <a:lnTlToBr w="6350" cap="flat" cmpd="sng" algn="ctr">
                      <a:solidFill>
                        <a:schemeClr val="bg1">
                          <a:lumMod val="50000"/>
                        </a:schemeClr>
                      </a:solidFill>
                      <a:prstDash val="sysDashDot"/>
                      <a:round/>
                      <a:headEnd type="none" w="med" len="med"/>
                      <a:tailEnd type="none" w="med" len="med"/>
                    </a:lnTlToBr>
                    <a:lnBlToTr w="6350" cap="flat" cmpd="sng" algn="ctr">
                      <a:solidFill>
                        <a:schemeClr val="bg1">
                          <a:lumMod val="50000"/>
                        </a:schemeClr>
                      </a:solidFill>
                      <a:prstDash val="sysDashDot"/>
                      <a:round/>
                      <a:headEnd type="none" w="med" len="med"/>
                      <a:tailEnd type="none" w="med" len="med"/>
                    </a:lnBlToTr>
                    <a:noFill/>
                  </a:tcPr>
                </a:tc>
              </a:tr>
            </a:tbl>
          </a:graphicData>
        </a:graphic>
      </p:graphicFrame>
      <p:grpSp>
        <p:nvGrpSpPr>
          <p:cNvPr id="35" name="组合 34"/>
          <p:cNvGrpSpPr/>
          <p:nvPr userDrawn="1"/>
        </p:nvGrpSpPr>
        <p:grpSpPr>
          <a:xfrm>
            <a:off x="1102279" y="4859584"/>
            <a:ext cx="3345340" cy="513394"/>
            <a:chOff x="2885412" y="1892618"/>
            <a:chExt cx="4489451" cy="688975"/>
          </a:xfrm>
          <a:solidFill>
            <a:schemeClr val="bg1">
              <a:lumMod val="65000"/>
            </a:schemeClr>
          </a:solidFill>
        </p:grpSpPr>
        <p:sp>
          <p:nvSpPr>
            <p:cNvPr id="36" name="Freeform 5"/>
            <p:cNvSpPr/>
            <p:nvPr/>
          </p:nvSpPr>
          <p:spPr bwMode="auto">
            <a:xfrm>
              <a:off x="6922425" y="1914843"/>
              <a:ext cx="452438" cy="650875"/>
            </a:xfrm>
            <a:custGeom>
              <a:avLst/>
              <a:gdLst>
                <a:gd name="T0" fmla="*/ 72 w 120"/>
                <a:gd name="T1" fmla="*/ 57 h 170"/>
                <a:gd name="T2" fmla="*/ 54 w 120"/>
                <a:gd name="T3" fmla="*/ 68 h 170"/>
                <a:gd name="T4" fmla="*/ 67 w 120"/>
                <a:gd name="T5" fmla="*/ 91 h 170"/>
                <a:gd name="T6" fmla="*/ 55 w 120"/>
                <a:gd name="T7" fmla="*/ 90 h 170"/>
                <a:gd name="T8" fmla="*/ 53 w 120"/>
                <a:gd name="T9" fmla="*/ 85 h 170"/>
                <a:gd name="T10" fmla="*/ 47 w 120"/>
                <a:gd name="T11" fmla="*/ 118 h 170"/>
                <a:gd name="T12" fmla="*/ 23 w 120"/>
                <a:gd name="T13" fmla="*/ 102 h 170"/>
                <a:gd name="T14" fmla="*/ 30 w 120"/>
                <a:gd name="T15" fmla="*/ 82 h 170"/>
                <a:gd name="T16" fmla="*/ 34 w 120"/>
                <a:gd name="T17" fmla="*/ 87 h 170"/>
                <a:gd name="T18" fmla="*/ 35 w 120"/>
                <a:gd name="T19" fmla="*/ 100 h 170"/>
                <a:gd name="T20" fmla="*/ 46 w 120"/>
                <a:gd name="T21" fmla="*/ 81 h 170"/>
                <a:gd name="T22" fmla="*/ 45 w 120"/>
                <a:gd name="T23" fmla="*/ 72 h 170"/>
                <a:gd name="T24" fmla="*/ 11 w 120"/>
                <a:gd name="T25" fmla="*/ 87 h 170"/>
                <a:gd name="T26" fmla="*/ 1 w 120"/>
                <a:gd name="T27" fmla="*/ 78 h 170"/>
                <a:gd name="T28" fmla="*/ 12 w 120"/>
                <a:gd name="T29" fmla="*/ 74 h 170"/>
                <a:gd name="T30" fmla="*/ 44 w 120"/>
                <a:gd name="T31" fmla="*/ 61 h 170"/>
                <a:gd name="T32" fmla="*/ 30 w 120"/>
                <a:gd name="T33" fmla="*/ 60 h 170"/>
                <a:gd name="T34" fmla="*/ 35 w 120"/>
                <a:gd name="T35" fmla="*/ 43 h 170"/>
                <a:gd name="T36" fmla="*/ 38 w 120"/>
                <a:gd name="T37" fmla="*/ 31 h 170"/>
                <a:gd name="T38" fmla="*/ 16 w 120"/>
                <a:gd name="T39" fmla="*/ 24 h 170"/>
                <a:gd name="T40" fmla="*/ 33 w 120"/>
                <a:gd name="T41" fmla="*/ 18 h 170"/>
                <a:gd name="T42" fmla="*/ 43 w 120"/>
                <a:gd name="T43" fmla="*/ 2 h 170"/>
                <a:gd name="T44" fmla="*/ 60 w 120"/>
                <a:gd name="T45" fmla="*/ 12 h 170"/>
                <a:gd name="T46" fmla="*/ 72 w 120"/>
                <a:gd name="T47" fmla="*/ 13 h 170"/>
                <a:gd name="T48" fmla="*/ 72 w 120"/>
                <a:gd name="T49" fmla="*/ 17 h 170"/>
                <a:gd name="T50" fmla="*/ 62 w 120"/>
                <a:gd name="T51" fmla="*/ 17 h 170"/>
                <a:gd name="T52" fmla="*/ 69 w 120"/>
                <a:gd name="T53" fmla="*/ 29 h 170"/>
                <a:gd name="T54" fmla="*/ 60 w 120"/>
                <a:gd name="T55" fmla="*/ 39 h 170"/>
                <a:gd name="T56" fmla="*/ 63 w 120"/>
                <a:gd name="T57" fmla="*/ 47 h 170"/>
                <a:gd name="T58" fmla="*/ 53 w 120"/>
                <a:gd name="T59" fmla="*/ 53 h 170"/>
                <a:gd name="T60" fmla="*/ 74 w 120"/>
                <a:gd name="T61" fmla="*/ 48 h 170"/>
                <a:gd name="T62" fmla="*/ 80 w 120"/>
                <a:gd name="T63" fmla="*/ 42 h 170"/>
                <a:gd name="T64" fmla="*/ 96 w 120"/>
                <a:gd name="T65" fmla="*/ 25 h 170"/>
                <a:gd name="T66" fmla="*/ 104 w 120"/>
                <a:gd name="T67" fmla="*/ 15 h 170"/>
                <a:gd name="T68" fmla="*/ 98 w 120"/>
                <a:gd name="T69" fmla="*/ 34 h 170"/>
                <a:gd name="T70" fmla="*/ 78 w 120"/>
                <a:gd name="T71" fmla="*/ 67 h 170"/>
                <a:gd name="T72" fmla="*/ 91 w 120"/>
                <a:gd name="T73" fmla="*/ 58 h 170"/>
                <a:gd name="T74" fmla="*/ 109 w 120"/>
                <a:gd name="T75" fmla="*/ 60 h 170"/>
                <a:gd name="T76" fmla="*/ 120 w 120"/>
                <a:gd name="T77" fmla="*/ 62 h 170"/>
                <a:gd name="T78" fmla="*/ 102 w 120"/>
                <a:gd name="T79" fmla="*/ 99 h 170"/>
                <a:gd name="T80" fmla="*/ 105 w 120"/>
                <a:gd name="T81" fmla="*/ 152 h 170"/>
                <a:gd name="T82" fmla="*/ 99 w 120"/>
                <a:gd name="T83" fmla="*/ 170 h 170"/>
                <a:gd name="T84" fmla="*/ 93 w 120"/>
                <a:gd name="T85" fmla="*/ 127 h 170"/>
                <a:gd name="T86" fmla="*/ 93 w 120"/>
                <a:gd name="T87" fmla="*/ 94 h 170"/>
                <a:gd name="T88" fmla="*/ 77 w 120"/>
                <a:gd name="T89" fmla="*/ 73 h 170"/>
                <a:gd name="T90" fmla="*/ 71 w 120"/>
                <a:gd name="T91" fmla="*/ 119 h 170"/>
                <a:gd name="T92" fmla="*/ 60 w 120"/>
                <a:gd name="T93" fmla="*/ 117 h 170"/>
                <a:gd name="T94" fmla="*/ 60 w 120"/>
                <a:gd name="T95" fmla="*/ 115 h 170"/>
                <a:gd name="T96" fmla="*/ 66 w 120"/>
                <a:gd name="T97" fmla="*/ 113 h 170"/>
                <a:gd name="T98" fmla="*/ 72 w 120"/>
                <a:gd name="T99" fmla="*/ 85 h 170"/>
                <a:gd name="T100" fmla="*/ 66 w 120"/>
                <a:gd name="T101" fmla="*/ 72 h 170"/>
                <a:gd name="T102" fmla="*/ 73 w 120"/>
                <a:gd name="T103" fmla="*/ 6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0" h="170">
                  <a:moveTo>
                    <a:pt x="74" y="56"/>
                  </a:moveTo>
                  <a:cubicBezTo>
                    <a:pt x="73" y="56"/>
                    <a:pt x="72" y="56"/>
                    <a:pt x="72" y="57"/>
                  </a:cubicBezTo>
                  <a:cubicBezTo>
                    <a:pt x="71" y="59"/>
                    <a:pt x="72" y="61"/>
                    <a:pt x="72" y="63"/>
                  </a:cubicBezTo>
                  <a:cubicBezTo>
                    <a:pt x="67" y="65"/>
                    <a:pt x="60" y="66"/>
                    <a:pt x="54" y="68"/>
                  </a:cubicBezTo>
                  <a:cubicBezTo>
                    <a:pt x="54" y="72"/>
                    <a:pt x="51" y="80"/>
                    <a:pt x="54" y="83"/>
                  </a:cubicBezTo>
                  <a:cubicBezTo>
                    <a:pt x="59" y="85"/>
                    <a:pt x="67" y="83"/>
                    <a:pt x="67" y="91"/>
                  </a:cubicBezTo>
                  <a:cubicBezTo>
                    <a:pt x="66" y="93"/>
                    <a:pt x="65" y="94"/>
                    <a:pt x="64" y="96"/>
                  </a:cubicBezTo>
                  <a:cubicBezTo>
                    <a:pt x="61" y="97"/>
                    <a:pt x="56" y="92"/>
                    <a:pt x="55" y="90"/>
                  </a:cubicBezTo>
                  <a:cubicBezTo>
                    <a:pt x="54" y="88"/>
                    <a:pt x="54" y="87"/>
                    <a:pt x="54" y="85"/>
                  </a:cubicBezTo>
                  <a:cubicBezTo>
                    <a:pt x="54" y="85"/>
                    <a:pt x="54" y="85"/>
                    <a:pt x="53" y="85"/>
                  </a:cubicBezTo>
                  <a:cubicBezTo>
                    <a:pt x="54" y="95"/>
                    <a:pt x="56" y="109"/>
                    <a:pt x="51" y="117"/>
                  </a:cubicBezTo>
                  <a:cubicBezTo>
                    <a:pt x="50" y="117"/>
                    <a:pt x="49" y="118"/>
                    <a:pt x="47" y="118"/>
                  </a:cubicBezTo>
                  <a:cubicBezTo>
                    <a:pt x="41" y="117"/>
                    <a:pt x="37" y="107"/>
                    <a:pt x="32" y="103"/>
                  </a:cubicBezTo>
                  <a:cubicBezTo>
                    <a:pt x="29" y="104"/>
                    <a:pt x="24" y="104"/>
                    <a:pt x="23" y="102"/>
                  </a:cubicBezTo>
                  <a:cubicBezTo>
                    <a:pt x="19" y="98"/>
                    <a:pt x="27" y="84"/>
                    <a:pt x="28" y="82"/>
                  </a:cubicBezTo>
                  <a:cubicBezTo>
                    <a:pt x="29" y="82"/>
                    <a:pt x="29" y="82"/>
                    <a:pt x="30" y="82"/>
                  </a:cubicBezTo>
                  <a:cubicBezTo>
                    <a:pt x="31" y="84"/>
                    <a:pt x="32" y="85"/>
                    <a:pt x="33" y="87"/>
                  </a:cubicBezTo>
                  <a:cubicBezTo>
                    <a:pt x="33" y="87"/>
                    <a:pt x="34" y="87"/>
                    <a:pt x="34" y="87"/>
                  </a:cubicBezTo>
                  <a:cubicBezTo>
                    <a:pt x="35" y="86"/>
                    <a:pt x="40" y="80"/>
                    <a:pt x="41" y="82"/>
                  </a:cubicBezTo>
                  <a:cubicBezTo>
                    <a:pt x="40" y="83"/>
                    <a:pt x="35" y="97"/>
                    <a:pt x="35" y="100"/>
                  </a:cubicBezTo>
                  <a:cubicBezTo>
                    <a:pt x="38" y="102"/>
                    <a:pt x="42" y="106"/>
                    <a:pt x="45" y="107"/>
                  </a:cubicBezTo>
                  <a:cubicBezTo>
                    <a:pt x="46" y="98"/>
                    <a:pt x="46" y="90"/>
                    <a:pt x="46" y="81"/>
                  </a:cubicBezTo>
                  <a:cubicBezTo>
                    <a:pt x="46" y="77"/>
                    <a:pt x="47" y="74"/>
                    <a:pt x="46" y="72"/>
                  </a:cubicBezTo>
                  <a:cubicBezTo>
                    <a:pt x="45" y="72"/>
                    <a:pt x="45" y="72"/>
                    <a:pt x="45" y="72"/>
                  </a:cubicBezTo>
                  <a:cubicBezTo>
                    <a:pt x="36" y="75"/>
                    <a:pt x="29" y="79"/>
                    <a:pt x="21" y="83"/>
                  </a:cubicBezTo>
                  <a:cubicBezTo>
                    <a:pt x="19" y="84"/>
                    <a:pt x="14" y="88"/>
                    <a:pt x="11" y="87"/>
                  </a:cubicBezTo>
                  <a:cubicBezTo>
                    <a:pt x="5" y="85"/>
                    <a:pt x="3" y="83"/>
                    <a:pt x="0" y="79"/>
                  </a:cubicBezTo>
                  <a:cubicBezTo>
                    <a:pt x="0" y="79"/>
                    <a:pt x="1" y="78"/>
                    <a:pt x="1" y="78"/>
                  </a:cubicBezTo>
                  <a:cubicBezTo>
                    <a:pt x="3" y="77"/>
                    <a:pt x="5" y="75"/>
                    <a:pt x="6" y="74"/>
                  </a:cubicBezTo>
                  <a:cubicBezTo>
                    <a:pt x="8" y="74"/>
                    <a:pt x="10" y="74"/>
                    <a:pt x="12" y="74"/>
                  </a:cubicBezTo>
                  <a:cubicBezTo>
                    <a:pt x="19" y="72"/>
                    <a:pt x="28" y="69"/>
                    <a:pt x="35" y="65"/>
                  </a:cubicBezTo>
                  <a:cubicBezTo>
                    <a:pt x="37" y="64"/>
                    <a:pt x="43" y="64"/>
                    <a:pt x="44" y="61"/>
                  </a:cubicBezTo>
                  <a:cubicBezTo>
                    <a:pt x="43" y="60"/>
                    <a:pt x="42" y="59"/>
                    <a:pt x="42" y="57"/>
                  </a:cubicBezTo>
                  <a:cubicBezTo>
                    <a:pt x="39" y="59"/>
                    <a:pt x="33" y="61"/>
                    <a:pt x="30" y="60"/>
                  </a:cubicBezTo>
                  <a:cubicBezTo>
                    <a:pt x="26" y="59"/>
                    <a:pt x="25" y="55"/>
                    <a:pt x="24" y="51"/>
                  </a:cubicBezTo>
                  <a:cubicBezTo>
                    <a:pt x="26" y="50"/>
                    <a:pt x="35" y="45"/>
                    <a:pt x="35" y="43"/>
                  </a:cubicBezTo>
                  <a:cubicBezTo>
                    <a:pt x="36" y="40"/>
                    <a:pt x="35" y="38"/>
                    <a:pt x="36" y="35"/>
                  </a:cubicBezTo>
                  <a:cubicBezTo>
                    <a:pt x="36" y="34"/>
                    <a:pt x="38" y="34"/>
                    <a:pt x="38" y="31"/>
                  </a:cubicBezTo>
                  <a:cubicBezTo>
                    <a:pt x="38" y="32"/>
                    <a:pt x="37" y="32"/>
                    <a:pt x="37" y="32"/>
                  </a:cubicBezTo>
                  <a:cubicBezTo>
                    <a:pt x="29" y="36"/>
                    <a:pt x="16" y="35"/>
                    <a:pt x="16" y="24"/>
                  </a:cubicBezTo>
                  <a:cubicBezTo>
                    <a:pt x="17" y="23"/>
                    <a:pt x="17" y="21"/>
                    <a:pt x="19" y="21"/>
                  </a:cubicBezTo>
                  <a:cubicBezTo>
                    <a:pt x="21" y="24"/>
                    <a:pt x="31" y="19"/>
                    <a:pt x="33" y="18"/>
                  </a:cubicBezTo>
                  <a:cubicBezTo>
                    <a:pt x="35" y="17"/>
                    <a:pt x="44" y="16"/>
                    <a:pt x="47" y="16"/>
                  </a:cubicBezTo>
                  <a:cubicBezTo>
                    <a:pt x="47" y="10"/>
                    <a:pt x="42" y="6"/>
                    <a:pt x="43" y="2"/>
                  </a:cubicBezTo>
                  <a:cubicBezTo>
                    <a:pt x="44" y="0"/>
                    <a:pt x="46" y="0"/>
                    <a:pt x="48" y="0"/>
                  </a:cubicBezTo>
                  <a:cubicBezTo>
                    <a:pt x="57" y="0"/>
                    <a:pt x="58" y="4"/>
                    <a:pt x="60" y="12"/>
                  </a:cubicBezTo>
                  <a:cubicBezTo>
                    <a:pt x="60" y="12"/>
                    <a:pt x="60" y="12"/>
                    <a:pt x="60" y="13"/>
                  </a:cubicBezTo>
                  <a:cubicBezTo>
                    <a:pt x="66" y="11"/>
                    <a:pt x="68" y="11"/>
                    <a:pt x="72" y="13"/>
                  </a:cubicBezTo>
                  <a:cubicBezTo>
                    <a:pt x="73" y="15"/>
                    <a:pt x="73" y="16"/>
                    <a:pt x="72" y="17"/>
                  </a:cubicBezTo>
                  <a:cubicBezTo>
                    <a:pt x="72" y="17"/>
                    <a:pt x="72" y="17"/>
                    <a:pt x="72" y="17"/>
                  </a:cubicBezTo>
                  <a:cubicBezTo>
                    <a:pt x="69" y="17"/>
                    <a:pt x="67" y="17"/>
                    <a:pt x="64" y="16"/>
                  </a:cubicBezTo>
                  <a:cubicBezTo>
                    <a:pt x="63" y="16"/>
                    <a:pt x="63" y="17"/>
                    <a:pt x="62" y="17"/>
                  </a:cubicBezTo>
                  <a:cubicBezTo>
                    <a:pt x="61" y="22"/>
                    <a:pt x="65" y="23"/>
                    <a:pt x="69" y="26"/>
                  </a:cubicBezTo>
                  <a:cubicBezTo>
                    <a:pt x="69" y="27"/>
                    <a:pt x="69" y="28"/>
                    <a:pt x="69" y="29"/>
                  </a:cubicBezTo>
                  <a:cubicBezTo>
                    <a:pt x="66" y="32"/>
                    <a:pt x="63" y="35"/>
                    <a:pt x="60" y="39"/>
                  </a:cubicBezTo>
                  <a:cubicBezTo>
                    <a:pt x="60" y="39"/>
                    <a:pt x="60" y="39"/>
                    <a:pt x="60" y="39"/>
                  </a:cubicBezTo>
                  <a:cubicBezTo>
                    <a:pt x="63" y="41"/>
                    <a:pt x="64" y="43"/>
                    <a:pt x="64" y="45"/>
                  </a:cubicBezTo>
                  <a:cubicBezTo>
                    <a:pt x="64" y="46"/>
                    <a:pt x="64" y="46"/>
                    <a:pt x="63" y="47"/>
                  </a:cubicBezTo>
                  <a:cubicBezTo>
                    <a:pt x="60" y="47"/>
                    <a:pt x="56" y="50"/>
                    <a:pt x="53" y="52"/>
                  </a:cubicBezTo>
                  <a:cubicBezTo>
                    <a:pt x="53" y="52"/>
                    <a:pt x="53" y="52"/>
                    <a:pt x="53" y="53"/>
                  </a:cubicBezTo>
                  <a:cubicBezTo>
                    <a:pt x="53" y="53"/>
                    <a:pt x="53" y="53"/>
                    <a:pt x="53" y="53"/>
                  </a:cubicBezTo>
                  <a:cubicBezTo>
                    <a:pt x="58" y="58"/>
                    <a:pt x="72" y="51"/>
                    <a:pt x="74" y="48"/>
                  </a:cubicBezTo>
                  <a:cubicBezTo>
                    <a:pt x="75" y="45"/>
                    <a:pt x="74" y="41"/>
                    <a:pt x="76" y="39"/>
                  </a:cubicBezTo>
                  <a:cubicBezTo>
                    <a:pt x="78" y="40"/>
                    <a:pt x="79" y="41"/>
                    <a:pt x="80" y="42"/>
                  </a:cubicBezTo>
                  <a:cubicBezTo>
                    <a:pt x="80" y="42"/>
                    <a:pt x="81" y="41"/>
                    <a:pt x="81" y="41"/>
                  </a:cubicBezTo>
                  <a:cubicBezTo>
                    <a:pt x="86" y="38"/>
                    <a:pt x="93" y="29"/>
                    <a:pt x="96" y="25"/>
                  </a:cubicBezTo>
                  <a:cubicBezTo>
                    <a:pt x="98" y="23"/>
                    <a:pt x="100" y="21"/>
                    <a:pt x="102" y="18"/>
                  </a:cubicBezTo>
                  <a:cubicBezTo>
                    <a:pt x="103" y="17"/>
                    <a:pt x="103" y="16"/>
                    <a:pt x="104" y="15"/>
                  </a:cubicBezTo>
                  <a:cubicBezTo>
                    <a:pt x="106" y="15"/>
                    <a:pt x="107" y="16"/>
                    <a:pt x="108" y="18"/>
                  </a:cubicBezTo>
                  <a:cubicBezTo>
                    <a:pt x="108" y="28"/>
                    <a:pt x="103" y="29"/>
                    <a:pt x="98" y="34"/>
                  </a:cubicBezTo>
                  <a:cubicBezTo>
                    <a:pt x="95" y="37"/>
                    <a:pt x="93" y="40"/>
                    <a:pt x="90" y="43"/>
                  </a:cubicBezTo>
                  <a:cubicBezTo>
                    <a:pt x="82" y="50"/>
                    <a:pt x="78" y="52"/>
                    <a:pt x="78" y="67"/>
                  </a:cubicBezTo>
                  <a:cubicBezTo>
                    <a:pt x="82" y="66"/>
                    <a:pt x="86" y="65"/>
                    <a:pt x="90" y="64"/>
                  </a:cubicBezTo>
                  <a:cubicBezTo>
                    <a:pt x="90" y="62"/>
                    <a:pt x="91" y="60"/>
                    <a:pt x="91" y="58"/>
                  </a:cubicBezTo>
                  <a:cubicBezTo>
                    <a:pt x="96" y="58"/>
                    <a:pt x="98" y="58"/>
                    <a:pt x="102" y="62"/>
                  </a:cubicBezTo>
                  <a:cubicBezTo>
                    <a:pt x="104" y="61"/>
                    <a:pt x="106" y="61"/>
                    <a:pt x="109" y="60"/>
                  </a:cubicBezTo>
                  <a:cubicBezTo>
                    <a:pt x="112" y="59"/>
                    <a:pt x="115" y="57"/>
                    <a:pt x="119" y="60"/>
                  </a:cubicBezTo>
                  <a:cubicBezTo>
                    <a:pt x="119" y="61"/>
                    <a:pt x="120" y="61"/>
                    <a:pt x="120" y="62"/>
                  </a:cubicBezTo>
                  <a:cubicBezTo>
                    <a:pt x="118" y="66"/>
                    <a:pt x="108" y="66"/>
                    <a:pt x="103" y="67"/>
                  </a:cubicBezTo>
                  <a:cubicBezTo>
                    <a:pt x="101" y="76"/>
                    <a:pt x="104" y="89"/>
                    <a:pt x="102" y="99"/>
                  </a:cubicBezTo>
                  <a:cubicBezTo>
                    <a:pt x="101" y="109"/>
                    <a:pt x="102" y="125"/>
                    <a:pt x="104" y="136"/>
                  </a:cubicBezTo>
                  <a:cubicBezTo>
                    <a:pt x="105" y="141"/>
                    <a:pt x="103" y="148"/>
                    <a:pt x="105" y="152"/>
                  </a:cubicBezTo>
                  <a:cubicBezTo>
                    <a:pt x="106" y="158"/>
                    <a:pt x="103" y="163"/>
                    <a:pt x="103" y="168"/>
                  </a:cubicBezTo>
                  <a:cubicBezTo>
                    <a:pt x="102" y="168"/>
                    <a:pt x="100" y="169"/>
                    <a:pt x="99" y="170"/>
                  </a:cubicBezTo>
                  <a:cubicBezTo>
                    <a:pt x="97" y="169"/>
                    <a:pt x="96" y="169"/>
                    <a:pt x="95" y="168"/>
                  </a:cubicBezTo>
                  <a:cubicBezTo>
                    <a:pt x="95" y="153"/>
                    <a:pt x="94" y="141"/>
                    <a:pt x="93" y="127"/>
                  </a:cubicBezTo>
                  <a:cubicBezTo>
                    <a:pt x="92" y="126"/>
                    <a:pt x="93" y="124"/>
                    <a:pt x="93" y="122"/>
                  </a:cubicBezTo>
                  <a:cubicBezTo>
                    <a:pt x="93" y="113"/>
                    <a:pt x="93" y="103"/>
                    <a:pt x="93" y="94"/>
                  </a:cubicBezTo>
                  <a:cubicBezTo>
                    <a:pt x="92" y="88"/>
                    <a:pt x="94" y="73"/>
                    <a:pt x="91" y="69"/>
                  </a:cubicBezTo>
                  <a:cubicBezTo>
                    <a:pt x="88" y="67"/>
                    <a:pt x="78" y="71"/>
                    <a:pt x="77" y="73"/>
                  </a:cubicBezTo>
                  <a:cubicBezTo>
                    <a:pt x="77" y="78"/>
                    <a:pt x="77" y="82"/>
                    <a:pt x="77" y="86"/>
                  </a:cubicBezTo>
                  <a:cubicBezTo>
                    <a:pt x="75" y="97"/>
                    <a:pt x="75" y="110"/>
                    <a:pt x="71" y="119"/>
                  </a:cubicBezTo>
                  <a:cubicBezTo>
                    <a:pt x="70" y="120"/>
                    <a:pt x="68" y="121"/>
                    <a:pt x="67" y="122"/>
                  </a:cubicBezTo>
                  <a:cubicBezTo>
                    <a:pt x="64" y="121"/>
                    <a:pt x="62" y="119"/>
                    <a:pt x="60" y="117"/>
                  </a:cubicBezTo>
                  <a:cubicBezTo>
                    <a:pt x="60" y="116"/>
                    <a:pt x="60" y="116"/>
                    <a:pt x="60" y="115"/>
                  </a:cubicBezTo>
                  <a:cubicBezTo>
                    <a:pt x="60" y="115"/>
                    <a:pt x="60" y="115"/>
                    <a:pt x="60" y="115"/>
                  </a:cubicBezTo>
                  <a:cubicBezTo>
                    <a:pt x="61" y="115"/>
                    <a:pt x="61" y="115"/>
                    <a:pt x="62" y="116"/>
                  </a:cubicBezTo>
                  <a:cubicBezTo>
                    <a:pt x="63" y="115"/>
                    <a:pt x="65" y="114"/>
                    <a:pt x="66" y="113"/>
                  </a:cubicBezTo>
                  <a:cubicBezTo>
                    <a:pt x="67" y="110"/>
                    <a:pt x="68" y="108"/>
                    <a:pt x="69" y="106"/>
                  </a:cubicBezTo>
                  <a:cubicBezTo>
                    <a:pt x="71" y="99"/>
                    <a:pt x="70" y="92"/>
                    <a:pt x="72" y="85"/>
                  </a:cubicBezTo>
                  <a:cubicBezTo>
                    <a:pt x="72" y="82"/>
                    <a:pt x="73" y="75"/>
                    <a:pt x="71" y="74"/>
                  </a:cubicBezTo>
                  <a:cubicBezTo>
                    <a:pt x="69" y="73"/>
                    <a:pt x="67" y="73"/>
                    <a:pt x="66" y="72"/>
                  </a:cubicBezTo>
                  <a:cubicBezTo>
                    <a:pt x="66" y="71"/>
                    <a:pt x="66" y="71"/>
                    <a:pt x="66" y="70"/>
                  </a:cubicBezTo>
                  <a:cubicBezTo>
                    <a:pt x="69" y="70"/>
                    <a:pt x="71" y="69"/>
                    <a:pt x="73" y="68"/>
                  </a:cubicBezTo>
                  <a:cubicBezTo>
                    <a:pt x="73" y="63"/>
                    <a:pt x="74" y="61"/>
                    <a:pt x="74" y="56"/>
                  </a:cubicBezTo>
                  <a:close/>
                </a:path>
              </a:pathLst>
            </a:custGeom>
            <a:grpFill/>
            <a:ln>
              <a:noFill/>
            </a:ln>
          </p:spPr>
          <p:txBody>
            <a:bodyPr vert="horz" wrap="square" lIns="91440" tIns="45720" rIns="91440" bIns="45720" numCol="1" anchor="t" anchorCtr="0" compatLnSpc="1"/>
            <a:lstStyle/>
            <a:p>
              <a:endParaRPr lang="zh-CN" altLang="en-US"/>
            </a:p>
          </p:txBody>
        </p:sp>
        <p:sp>
          <p:nvSpPr>
            <p:cNvPr id="44" name="Freeform 6"/>
            <p:cNvSpPr/>
            <p:nvPr/>
          </p:nvSpPr>
          <p:spPr bwMode="auto">
            <a:xfrm>
              <a:off x="6355687" y="1919606"/>
              <a:ext cx="290513" cy="488950"/>
            </a:xfrm>
            <a:custGeom>
              <a:avLst/>
              <a:gdLst>
                <a:gd name="T0" fmla="*/ 41 w 77"/>
                <a:gd name="T1" fmla="*/ 59 h 128"/>
                <a:gd name="T2" fmla="*/ 71 w 77"/>
                <a:gd name="T3" fmla="*/ 56 h 128"/>
                <a:gd name="T4" fmla="*/ 67 w 77"/>
                <a:gd name="T5" fmla="*/ 69 h 128"/>
                <a:gd name="T6" fmla="*/ 56 w 77"/>
                <a:gd name="T7" fmla="*/ 94 h 128"/>
                <a:gd name="T8" fmla="*/ 51 w 77"/>
                <a:gd name="T9" fmla="*/ 89 h 128"/>
                <a:gd name="T10" fmla="*/ 51 w 77"/>
                <a:gd name="T11" fmla="*/ 110 h 128"/>
                <a:gd name="T12" fmla="*/ 53 w 77"/>
                <a:gd name="T13" fmla="*/ 110 h 128"/>
                <a:gd name="T14" fmla="*/ 62 w 77"/>
                <a:gd name="T15" fmla="*/ 101 h 128"/>
                <a:gd name="T16" fmla="*/ 74 w 77"/>
                <a:gd name="T17" fmla="*/ 89 h 128"/>
                <a:gd name="T18" fmla="*/ 53 w 77"/>
                <a:gd name="T19" fmla="*/ 120 h 128"/>
                <a:gd name="T20" fmla="*/ 43 w 77"/>
                <a:gd name="T21" fmla="*/ 128 h 128"/>
                <a:gd name="T22" fmla="*/ 39 w 77"/>
                <a:gd name="T23" fmla="*/ 126 h 128"/>
                <a:gd name="T24" fmla="*/ 38 w 77"/>
                <a:gd name="T25" fmla="*/ 110 h 128"/>
                <a:gd name="T26" fmla="*/ 39 w 77"/>
                <a:gd name="T27" fmla="*/ 98 h 128"/>
                <a:gd name="T28" fmla="*/ 39 w 77"/>
                <a:gd name="T29" fmla="*/ 79 h 128"/>
                <a:gd name="T30" fmla="*/ 43 w 77"/>
                <a:gd name="T31" fmla="*/ 71 h 128"/>
                <a:gd name="T32" fmla="*/ 53 w 77"/>
                <a:gd name="T33" fmla="*/ 79 h 128"/>
                <a:gd name="T34" fmla="*/ 54 w 77"/>
                <a:gd name="T35" fmla="*/ 78 h 128"/>
                <a:gd name="T36" fmla="*/ 57 w 77"/>
                <a:gd name="T37" fmla="*/ 61 h 128"/>
                <a:gd name="T38" fmla="*/ 57 w 77"/>
                <a:gd name="T39" fmla="*/ 60 h 128"/>
                <a:gd name="T40" fmla="*/ 44 w 77"/>
                <a:gd name="T41" fmla="*/ 67 h 128"/>
                <a:gd name="T42" fmla="*/ 38 w 77"/>
                <a:gd name="T43" fmla="*/ 62 h 128"/>
                <a:gd name="T44" fmla="*/ 38 w 77"/>
                <a:gd name="T45" fmla="*/ 63 h 128"/>
                <a:gd name="T46" fmla="*/ 16 w 77"/>
                <a:gd name="T47" fmla="*/ 89 h 128"/>
                <a:gd name="T48" fmla="*/ 1 w 77"/>
                <a:gd name="T49" fmla="*/ 93 h 128"/>
                <a:gd name="T50" fmla="*/ 0 w 77"/>
                <a:gd name="T51" fmla="*/ 86 h 128"/>
                <a:gd name="T52" fmla="*/ 7 w 77"/>
                <a:gd name="T53" fmla="*/ 78 h 128"/>
                <a:gd name="T54" fmla="*/ 8 w 77"/>
                <a:gd name="T55" fmla="*/ 78 h 128"/>
                <a:gd name="T56" fmla="*/ 8 w 77"/>
                <a:gd name="T57" fmla="*/ 79 h 128"/>
                <a:gd name="T58" fmla="*/ 24 w 77"/>
                <a:gd name="T59" fmla="*/ 62 h 128"/>
                <a:gd name="T60" fmla="*/ 53 w 77"/>
                <a:gd name="T61" fmla="*/ 0 h 128"/>
                <a:gd name="T62" fmla="*/ 63 w 77"/>
                <a:gd name="T63" fmla="*/ 6 h 128"/>
                <a:gd name="T64" fmla="*/ 59 w 77"/>
                <a:gd name="T65" fmla="*/ 21 h 128"/>
                <a:gd name="T66" fmla="*/ 55 w 77"/>
                <a:gd name="T67" fmla="*/ 29 h 128"/>
                <a:gd name="T68" fmla="*/ 77 w 77"/>
                <a:gd name="T69" fmla="*/ 35 h 128"/>
                <a:gd name="T70" fmla="*/ 77 w 77"/>
                <a:gd name="T71" fmla="*/ 36 h 128"/>
                <a:gd name="T72" fmla="*/ 45 w 77"/>
                <a:gd name="T73" fmla="*/ 51 h 128"/>
                <a:gd name="T74" fmla="*/ 41 w 77"/>
                <a:gd name="T75" fmla="*/ 5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128">
                  <a:moveTo>
                    <a:pt x="41" y="59"/>
                  </a:moveTo>
                  <a:cubicBezTo>
                    <a:pt x="52" y="57"/>
                    <a:pt x="61" y="41"/>
                    <a:pt x="71" y="56"/>
                  </a:cubicBezTo>
                  <a:cubicBezTo>
                    <a:pt x="70" y="60"/>
                    <a:pt x="68" y="66"/>
                    <a:pt x="67" y="69"/>
                  </a:cubicBezTo>
                  <a:cubicBezTo>
                    <a:pt x="64" y="78"/>
                    <a:pt x="68" y="94"/>
                    <a:pt x="56" y="94"/>
                  </a:cubicBezTo>
                  <a:cubicBezTo>
                    <a:pt x="54" y="93"/>
                    <a:pt x="53" y="91"/>
                    <a:pt x="51" y="89"/>
                  </a:cubicBezTo>
                  <a:cubicBezTo>
                    <a:pt x="51" y="96"/>
                    <a:pt x="51" y="103"/>
                    <a:pt x="51" y="110"/>
                  </a:cubicBezTo>
                  <a:cubicBezTo>
                    <a:pt x="52" y="110"/>
                    <a:pt x="52" y="110"/>
                    <a:pt x="53" y="110"/>
                  </a:cubicBezTo>
                  <a:cubicBezTo>
                    <a:pt x="55" y="106"/>
                    <a:pt x="59" y="104"/>
                    <a:pt x="62" y="101"/>
                  </a:cubicBezTo>
                  <a:cubicBezTo>
                    <a:pt x="65" y="96"/>
                    <a:pt x="68" y="91"/>
                    <a:pt x="74" y="89"/>
                  </a:cubicBezTo>
                  <a:cubicBezTo>
                    <a:pt x="75" y="98"/>
                    <a:pt x="59" y="114"/>
                    <a:pt x="53" y="120"/>
                  </a:cubicBezTo>
                  <a:cubicBezTo>
                    <a:pt x="50" y="123"/>
                    <a:pt x="49" y="127"/>
                    <a:pt x="43" y="128"/>
                  </a:cubicBezTo>
                  <a:cubicBezTo>
                    <a:pt x="42" y="127"/>
                    <a:pt x="40" y="127"/>
                    <a:pt x="39" y="126"/>
                  </a:cubicBezTo>
                  <a:cubicBezTo>
                    <a:pt x="39" y="122"/>
                    <a:pt x="37" y="114"/>
                    <a:pt x="38" y="110"/>
                  </a:cubicBezTo>
                  <a:cubicBezTo>
                    <a:pt x="39" y="108"/>
                    <a:pt x="40" y="101"/>
                    <a:pt x="39" y="98"/>
                  </a:cubicBezTo>
                  <a:cubicBezTo>
                    <a:pt x="38" y="94"/>
                    <a:pt x="38" y="83"/>
                    <a:pt x="39" y="79"/>
                  </a:cubicBezTo>
                  <a:cubicBezTo>
                    <a:pt x="40" y="76"/>
                    <a:pt x="42" y="73"/>
                    <a:pt x="43" y="71"/>
                  </a:cubicBezTo>
                  <a:cubicBezTo>
                    <a:pt x="48" y="73"/>
                    <a:pt x="49" y="77"/>
                    <a:pt x="53" y="79"/>
                  </a:cubicBezTo>
                  <a:cubicBezTo>
                    <a:pt x="53" y="79"/>
                    <a:pt x="54" y="78"/>
                    <a:pt x="54" y="78"/>
                  </a:cubicBezTo>
                  <a:cubicBezTo>
                    <a:pt x="55" y="72"/>
                    <a:pt x="56" y="66"/>
                    <a:pt x="57" y="61"/>
                  </a:cubicBezTo>
                  <a:cubicBezTo>
                    <a:pt x="57" y="60"/>
                    <a:pt x="57" y="60"/>
                    <a:pt x="57" y="60"/>
                  </a:cubicBezTo>
                  <a:cubicBezTo>
                    <a:pt x="52" y="62"/>
                    <a:pt x="50" y="65"/>
                    <a:pt x="44" y="67"/>
                  </a:cubicBezTo>
                  <a:cubicBezTo>
                    <a:pt x="42" y="66"/>
                    <a:pt x="40" y="64"/>
                    <a:pt x="38" y="62"/>
                  </a:cubicBezTo>
                  <a:cubicBezTo>
                    <a:pt x="38" y="62"/>
                    <a:pt x="38" y="62"/>
                    <a:pt x="38" y="63"/>
                  </a:cubicBezTo>
                  <a:cubicBezTo>
                    <a:pt x="33" y="73"/>
                    <a:pt x="24" y="82"/>
                    <a:pt x="16" y="89"/>
                  </a:cubicBezTo>
                  <a:cubicBezTo>
                    <a:pt x="11" y="93"/>
                    <a:pt x="7" y="97"/>
                    <a:pt x="1" y="93"/>
                  </a:cubicBezTo>
                  <a:cubicBezTo>
                    <a:pt x="1" y="90"/>
                    <a:pt x="0" y="89"/>
                    <a:pt x="0" y="86"/>
                  </a:cubicBezTo>
                  <a:cubicBezTo>
                    <a:pt x="4" y="84"/>
                    <a:pt x="4" y="80"/>
                    <a:pt x="7" y="78"/>
                  </a:cubicBezTo>
                  <a:cubicBezTo>
                    <a:pt x="8" y="78"/>
                    <a:pt x="8" y="78"/>
                    <a:pt x="8" y="78"/>
                  </a:cubicBezTo>
                  <a:cubicBezTo>
                    <a:pt x="8" y="79"/>
                    <a:pt x="8" y="79"/>
                    <a:pt x="8" y="79"/>
                  </a:cubicBezTo>
                  <a:cubicBezTo>
                    <a:pt x="15" y="75"/>
                    <a:pt x="19" y="68"/>
                    <a:pt x="24" y="62"/>
                  </a:cubicBezTo>
                  <a:cubicBezTo>
                    <a:pt x="37" y="44"/>
                    <a:pt x="48" y="23"/>
                    <a:pt x="53" y="0"/>
                  </a:cubicBezTo>
                  <a:cubicBezTo>
                    <a:pt x="58" y="0"/>
                    <a:pt x="60" y="3"/>
                    <a:pt x="63" y="6"/>
                  </a:cubicBezTo>
                  <a:cubicBezTo>
                    <a:pt x="63" y="13"/>
                    <a:pt x="61" y="16"/>
                    <a:pt x="59" y="21"/>
                  </a:cubicBezTo>
                  <a:cubicBezTo>
                    <a:pt x="58" y="23"/>
                    <a:pt x="55" y="25"/>
                    <a:pt x="55" y="29"/>
                  </a:cubicBezTo>
                  <a:cubicBezTo>
                    <a:pt x="63" y="28"/>
                    <a:pt x="76" y="25"/>
                    <a:pt x="77" y="35"/>
                  </a:cubicBezTo>
                  <a:cubicBezTo>
                    <a:pt x="77" y="35"/>
                    <a:pt x="77" y="35"/>
                    <a:pt x="77" y="36"/>
                  </a:cubicBezTo>
                  <a:cubicBezTo>
                    <a:pt x="60" y="39"/>
                    <a:pt x="51" y="35"/>
                    <a:pt x="45" y="51"/>
                  </a:cubicBezTo>
                  <a:cubicBezTo>
                    <a:pt x="44" y="53"/>
                    <a:pt x="41" y="55"/>
                    <a:pt x="41" y="59"/>
                  </a:cubicBezTo>
                  <a:close/>
                </a:path>
              </a:pathLst>
            </a:custGeom>
            <a:grpFill/>
            <a:ln>
              <a:noFill/>
            </a:ln>
          </p:spPr>
          <p:txBody>
            <a:bodyPr vert="horz" wrap="square" lIns="91440" tIns="45720" rIns="91440" bIns="45720" numCol="1" anchor="t" anchorCtr="0" compatLnSpc="1"/>
            <a:lstStyle/>
            <a:p>
              <a:endParaRPr lang="zh-CN" altLang="en-US"/>
            </a:p>
          </p:txBody>
        </p:sp>
        <p:sp>
          <p:nvSpPr>
            <p:cNvPr id="45" name="Freeform 7"/>
            <p:cNvSpPr/>
            <p:nvPr/>
          </p:nvSpPr>
          <p:spPr bwMode="auto">
            <a:xfrm>
              <a:off x="6717637" y="1919606"/>
              <a:ext cx="41275" cy="611188"/>
            </a:xfrm>
            <a:custGeom>
              <a:avLst/>
              <a:gdLst>
                <a:gd name="T0" fmla="*/ 2 w 11"/>
                <a:gd name="T1" fmla="*/ 0 h 160"/>
                <a:gd name="T2" fmla="*/ 6 w 11"/>
                <a:gd name="T3" fmla="*/ 0 h 160"/>
                <a:gd name="T4" fmla="*/ 10 w 11"/>
                <a:gd name="T5" fmla="*/ 6 h 160"/>
                <a:gd name="T6" fmla="*/ 10 w 11"/>
                <a:gd name="T7" fmla="*/ 15 h 160"/>
                <a:gd name="T8" fmla="*/ 10 w 11"/>
                <a:gd name="T9" fmla="*/ 32 h 160"/>
                <a:gd name="T10" fmla="*/ 9 w 11"/>
                <a:gd name="T11" fmla="*/ 41 h 160"/>
                <a:gd name="T12" fmla="*/ 10 w 11"/>
                <a:gd name="T13" fmla="*/ 47 h 160"/>
                <a:gd name="T14" fmla="*/ 9 w 11"/>
                <a:gd name="T15" fmla="*/ 55 h 160"/>
                <a:gd name="T16" fmla="*/ 10 w 11"/>
                <a:gd name="T17" fmla="*/ 82 h 160"/>
                <a:gd name="T18" fmla="*/ 11 w 11"/>
                <a:gd name="T19" fmla="*/ 91 h 160"/>
                <a:gd name="T20" fmla="*/ 9 w 11"/>
                <a:gd name="T21" fmla="*/ 98 h 160"/>
                <a:gd name="T22" fmla="*/ 10 w 11"/>
                <a:gd name="T23" fmla="*/ 103 h 160"/>
                <a:gd name="T24" fmla="*/ 10 w 11"/>
                <a:gd name="T25" fmla="*/ 119 h 160"/>
                <a:gd name="T26" fmla="*/ 10 w 11"/>
                <a:gd name="T27" fmla="*/ 122 h 160"/>
                <a:gd name="T28" fmla="*/ 10 w 11"/>
                <a:gd name="T29" fmla="*/ 129 h 160"/>
                <a:gd name="T30" fmla="*/ 11 w 11"/>
                <a:gd name="T31" fmla="*/ 137 h 160"/>
                <a:gd name="T32" fmla="*/ 10 w 11"/>
                <a:gd name="T33" fmla="*/ 158 h 160"/>
                <a:gd name="T34" fmla="*/ 3 w 11"/>
                <a:gd name="T35" fmla="*/ 160 h 160"/>
                <a:gd name="T36" fmla="*/ 1 w 11"/>
                <a:gd name="T37" fmla="*/ 125 h 160"/>
                <a:gd name="T38" fmla="*/ 1 w 11"/>
                <a:gd name="T39" fmla="*/ 116 h 160"/>
                <a:gd name="T40" fmla="*/ 2 w 11"/>
                <a:gd name="T41" fmla="*/ 99 h 160"/>
                <a:gd name="T42" fmla="*/ 1 w 11"/>
                <a:gd name="T43" fmla="*/ 93 h 160"/>
                <a:gd name="T44" fmla="*/ 1 w 11"/>
                <a:gd name="T45" fmla="*/ 74 h 160"/>
                <a:gd name="T46" fmla="*/ 1 w 11"/>
                <a:gd name="T47" fmla="*/ 23 h 160"/>
                <a:gd name="T48" fmla="*/ 2 w 11"/>
                <a:gd name="T4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 h="160">
                  <a:moveTo>
                    <a:pt x="2" y="0"/>
                  </a:moveTo>
                  <a:cubicBezTo>
                    <a:pt x="3" y="0"/>
                    <a:pt x="4" y="0"/>
                    <a:pt x="6" y="0"/>
                  </a:cubicBezTo>
                  <a:cubicBezTo>
                    <a:pt x="7" y="2"/>
                    <a:pt x="9" y="3"/>
                    <a:pt x="10" y="6"/>
                  </a:cubicBezTo>
                  <a:cubicBezTo>
                    <a:pt x="11" y="9"/>
                    <a:pt x="10" y="13"/>
                    <a:pt x="10" y="15"/>
                  </a:cubicBezTo>
                  <a:cubicBezTo>
                    <a:pt x="10" y="21"/>
                    <a:pt x="10" y="26"/>
                    <a:pt x="10" y="32"/>
                  </a:cubicBezTo>
                  <a:cubicBezTo>
                    <a:pt x="9" y="34"/>
                    <a:pt x="8" y="38"/>
                    <a:pt x="9" y="41"/>
                  </a:cubicBezTo>
                  <a:cubicBezTo>
                    <a:pt x="9" y="42"/>
                    <a:pt x="10" y="44"/>
                    <a:pt x="10" y="47"/>
                  </a:cubicBezTo>
                  <a:cubicBezTo>
                    <a:pt x="9" y="49"/>
                    <a:pt x="8" y="52"/>
                    <a:pt x="9" y="55"/>
                  </a:cubicBezTo>
                  <a:cubicBezTo>
                    <a:pt x="11" y="63"/>
                    <a:pt x="9" y="73"/>
                    <a:pt x="10" y="82"/>
                  </a:cubicBezTo>
                  <a:cubicBezTo>
                    <a:pt x="10" y="84"/>
                    <a:pt x="11" y="90"/>
                    <a:pt x="11" y="91"/>
                  </a:cubicBezTo>
                  <a:cubicBezTo>
                    <a:pt x="11" y="93"/>
                    <a:pt x="9" y="97"/>
                    <a:pt x="9" y="98"/>
                  </a:cubicBezTo>
                  <a:cubicBezTo>
                    <a:pt x="9" y="100"/>
                    <a:pt x="10" y="101"/>
                    <a:pt x="10" y="103"/>
                  </a:cubicBezTo>
                  <a:cubicBezTo>
                    <a:pt x="10" y="108"/>
                    <a:pt x="10" y="114"/>
                    <a:pt x="10" y="119"/>
                  </a:cubicBezTo>
                  <a:cubicBezTo>
                    <a:pt x="10" y="120"/>
                    <a:pt x="11" y="121"/>
                    <a:pt x="10" y="122"/>
                  </a:cubicBezTo>
                  <a:cubicBezTo>
                    <a:pt x="10" y="122"/>
                    <a:pt x="9" y="129"/>
                    <a:pt x="10" y="129"/>
                  </a:cubicBezTo>
                  <a:cubicBezTo>
                    <a:pt x="10" y="130"/>
                    <a:pt x="11" y="136"/>
                    <a:pt x="11" y="137"/>
                  </a:cubicBezTo>
                  <a:cubicBezTo>
                    <a:pt x="9" y="144"/>
                    <a:pt x="10" y="151"/>
                    <a:pt x="10" y="158"/>
                  </a:cubicBezTo>
                  <a:cubicBezTo>
                    <a:pt x="8" y="159"/>
                    <a:pt x="6" y="160"/>
                    <a:pt x="3" y="160"/>
                  </a:cubicBezTo>
                  <a:cubicBezTo>
                    <a:pt x="0" y="155"/>
                    <a:pt x="2" y="135"/>
                    <a:pt x="1" y="125"/>
                  </a:cubicBezTo>
                  <a:cubicBezTo>
                    <a:pt x="1" y="122"/>
                    <a:pt x="1" y="119"/>
                    <a:pt x="1" y="116"/>
                  </a:cubicBezTo>
                  <a:cubicBezTo>
                    <a:pt x="0" y="111"/>
                    <a:pt x="1" y="105"/>
                    <a:pt x="2" y="99"/>
                  </a:cubicBezTo>
                  <a:cubicBezTo>
                    <a:pt x="1" y="97"/>
                    <a:pt x="1" y="95"/>
                    <a:pt x="1" y="93"/>
                  </a:cubicBezTo>
                  <a:cubicBezTo>
                    <a:pt x="1" y="87"/>
                    <a:pt x="1" y="80"/>
                    <a:pt x="1" y="74"/>
                  </a:cubicBezTo>
                  <a:cubicBezTo>
                    <a:pt x="1" y="57"/>
                    <a:pt x="1" y="41"/>
                    <a:pt x="1" y="23"/>
                  </a:cubicBezTo>
                  <a:cubicBezTo>
                    <a:pt x="1" y="15"/>
                    <a:pt x="0" y="6"/>
                    <a:pt x="2" y="0"/>
                  </a:cubicBezTo>
                  <a:close/>
                </a:path>
              </a:pathLst>
            </a:custGeom>
            <a:grpFill/>
            <a:ln>
              <a:noFill/>
            </a:ln>
          </p:spPr>
          <p:txBody>
            <a:bodyPr vert="horz" wrap="square" lIns="91440" tIns="45720" rIns="91440" bIns="45720" numCol="1" anchor="t" anchorCtr="0" compatLnSpc="1"/>
            <a:lstStyle/>
            <a:p>
              <a:endParaRPr lang="zh-CN" altLang="en-US"/>
            </a:p>
          </p:txBody>
        </p:sp>
        <p:sp>
          <p:nvSpPr>
            <p:cNvPr id="46" name="Freeform 8"/>
            <p:cNvSpPr/>
            <p:nvPr/>
          </p:nvSpPr>
          <p:spPr bwMode="auto">
            <a:xfrm>
              <a:off x="5549237" y="1941831"/>
              <a:ext cx="82550" cy="84138"/>
            </a:xfrm>
            <a:custGeom>
              <a:avLst/>
              <a:gdLst>
                <a:gd name="T0" fmla="*/ 7 w 22"/>
                <a:gd name="T1" fmla="*/ 0 h 22"/>
                <a:gd name="T2" fmla="*/ 22 w 22"/>
                <a:gd name="T3" fmla="*/ 18 h 22"/>
                <a:gd name="T4" fmla="*/ 20 w 22"/>
                <a:gd name="T5" fmla="*/ 21 h 22"/>
                <a:gd name="T6" fmla="*/ 17 w 22"/>
                <a:gd name="T7" fmla="*/ 22 h 22"/>
                <a:gd name="T8" fmla="*/ 5 w 22"/>
                <a:gd name="T9" fmla="*/ 1 h 22"/>
                <a:gd name="T10" fmla="*/ 7 w 22"/>
                <a:gd name="T11" fmla="*/ 0 h 22"/>
              </a:gdLst>
              <a:ahLst/>
              <a:cxnLst>
                <a:cxn ang="0">
                  <a:pos x="T0" y="T1"/>
                </a:cxn>
                <a:cxn ang="0">
                  <a:pos x="T2" y="T3"/>
                </a:cxn>
                <a:cxn ang="0">
                  <a:pos x="T4" y="T5"/>
                </a:cxn>
                <a:cxn ang="0">
                  <a:pos x="T6" y="T7"/>
                </a:cxn>
                <a:cxn ang="0">
                  <a:pos x="T8" y="T9"/>
                </a:cxn>
                <a:cxn ang="0">
                  <a:pos x="T10" y="T11"/>
                </a:cxn>
              </a:cxnLst>
              <a:rect l="0" t="0" r="r" b="b"/>
              <a:pathLst>
                <a:path w="22" h="22">
                  <a:moveTo>
                    <a:pt x="7" y="0"/>
                  </a:moveTo>
                  <a:cubicBezTo>
                    <a:pt x="16" y="1"/>
                    <a:pt x="22" y="7"/>
                    <a:pt x="22" y="18"/>
                  </a:cubicBezTo>
                  <a:cubicBezTo>
                    <a:pt x="21" y="19"/>
                    <a:pt x="21" y="20"/>
                    <a:pt x="20" y="21"/>
                  </a:cubicBezTo>
                  <a:cubicBezTo>
                    <a:pt x="19" y="22"/>
                    <a:pt x="18" y="22"/>
                    <a:pt x="17" y="22"/>
                  </a:cubicBezTo>
                  <a:cubicBezTo>
                    <a:pt x="12" y="19"/>
                    <a:pt x="0" y="7"/>
                    <a:pt x="5" y="1"/>
                  </a:cubicBezTo>
                  <a:cubicBezTo>
                    <a:pt x="5" y="0"/>
                    <a:pt x="6" y="0"/>
                    <a:pt x="7" y="0"/>
                  </a:cubicBezTo>
                  <a:close/>
                </a:path>
              </a:pathLst>
            </a:custGeom>
            <a:grpFill/>
            <a:ln>
              <a:noFill/>
            </a:ln>
          </p:spPr>
          <p:txBody>
            <a:bodyPr vert="horz" wrap="square" lIns="91440" tIns="45720" rIns="91440" bIns="45720" numCol="1" anchor="t" anchorCtr="0" compatLnSpc="1"/>
            <a:lstStyle/>
            <a:p>
              <a:endParaRPr lang="zh-CN" altLang="en-US"/>
            </a:p>
          </p:txBody>
        </p:sp>
        <p:sp>
          <p:nvSpPr>
            <p:cNvPr id="47" name="Freeform 9"/>
            <p:cNvSpPr/>
            <p:nvPr/>
          </p:nvSpPr>
          <p:spPr bwMode="auto">
            <a:xfrm>
              <a:off x="5842925" y="1941831"/>
              <a:ext cx="403225" cy="233363"/>
            </a:xfrm>
            <a:custGeom>
              <a:avLst/>
              <a:gdLst>
                <a:gd name="T0" fmla="*/ 47 w 107"/>
                <a:gd name="T1" fmla="*/ 26 h 61"/>
                <a:gd name="T2" fmla="*/ 39 w 107"/>
                <a:gd name="T3" fmla="*/ 17 h 61"/>
                <a:gd name="T4" fmla="*/ 39 w 107"/>
                <a:gd name="T5" fmla="*/ 16 h 61"/>
                <a:gd name="T6" fmla="*/ 42 w 107"/>
                <a:gd name="T7" fmla="*/ 4 h 61"/>
                <a:gd name="T8" fmla="*/ 47 w 107"/>
                <a:gd name="T9" fmla="*/ 0 h 61"/>
                <a:gd name="T10" fmla="*/ 53 w 107"/>
                <a:gd name="T11" fmla="*/ 1 h 61"/>
                <a:gd name="T12" fmla="*/ 68 w 107"/>
                <a:gd name="T13" fmla="*/ 22 h 61"/>
                <a:gd name="T14" fmla="*/ 107 w 107"/>
                <a:gd name="T15" fmla="*/ 27 h 61"/>
                <a:gd name="T16" fmla="*/ 106 w 107"/>
                <a:gd name="T17" fmla="*/ 33 h 61"/>
                <a:gd name="T18" fmla="*/ 85 w 107"/>
                <a:gd name="T19" fmla="*/ 38 h 61"/>
                <a:gd name="T20" fmla="*/ 81 w 107"/>
                <a:gd name="T21" fmla="*/ 37 h 61"/>
                <a:gd name="T22" fmla="*/ 76 w 107"/>
                <a:gd name="T23" fmla="*/ 39 h 61"/>
                <a:gd name="T24" fmla="*/ 74 w 107"/>
                <a:gd name="T25" fmla="*/ 38 h 61"/>
                <a:gd name="T26" fmla="*/ 77 w 107"/>
                <a:gd name="T27" fmla="*/ 35 h 61"/>
                <a:gd name="T28" fmla="*/ 76 w 107"/>
                <a:gd name="T29" fmla="*/ 33 h 61"/>
                <a:gd name="T30" fmla="*/ 84 w 107"/>
                <a:gd name="T31" fmla="*/ 27 h 61"/>
                <a:gd name="T32" fmla="*/ 83 w 107"/>
                <a:gd name="T33" fmla="*/ 27 h 61"/>
                <a:gd name="T34" fmla="*/ 62 w 107"/>
                <a:gd name="T35" fmla="*/ 32 h 61"/>
                <a:gd name="T36" fmla="*/ 53 w 107"/>
                <a:gd name="T37" fmla="*/ 32 h 61"/>
                <a:gd name="T38" fmla="*/ 34 w 107"/>
                <a:gd name="T39" fmla="*/ 40 h 61"/>
                <a:gd name="T40" fmla="*/ 31 w 107"/>
                <a:gd name="T41" fmla="*/ 43 h 61"/>
                <a:gd name="T42" fmla="*/ 22 w 107"/>
                <a:gd name="T43" fmla="*/ 48 h 61"/>
                <a:gd name="T44" fmla="*/ 21 w 107"/>
                <a:gd name="T45" fmla="*/ 52 h 61"/>
                <a:gd name="T46" fmla="*/ 3 w 107"/>
                <a:gd name="T47" fmla="*/ 60 h 61"/>
                <a:gd name="T48" fmla="*/ 0 w 107"/>
                <a:gd name="T49" fmla="*/ 56 h 61"/>
                <a:gd name="T50" fmla="*/ 24 w 107"/>
                <a:gd name="T51" fmla="*/ 20 h 61"/>
                <a:gd name="T52" fmla="*/ 25 w 107"/>
                <a:gd name="T53" fmla="*/ 20 h 61"/>
                <a:gd name="T54" fmla="*/ 30 w 107"/>
                <a:gd name="T55" fmla="*/ 29 h 61"/>
                <a:gd name="T56" fmla="*/ 47 w 107"/>
                <a:gd name="T57" fmla="*/ 2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61">
                  <a:moveTo>
                    <a:pt x="47" y="26"/>
                  </a:moveTo>
                  <a:cubicBezTo>
                    <a:pt x="47" y="19"/>
                    <a:pt x="43" y="20"/>
                    <a:pt x="39" y="17"/>
                  </a:cubicBezTo>
                  <a:cubicBezTo>
                    <a:pt x="39" y="16"/>
                    <a:pt x="39" y="16"/>
                    <a:pt x="39" y="16"/>
                  </a:cubicBezTo>
                  <a:cubicBezTo>
                    <a:pt x="51" y="15"/>
                    <a:pt x="41" y="10"/>
                    <a:pt x="42" y="4"/>
                  </a:cubicBezTo>
                  <a:cubicBezTo>
                    <a:pt x="44" y="3"/>
                    <a:pt x="45" y="1"/>
                    <a:pt x="47" y="0"/>
                  </a:cubicBezTo>
                  <a:cubicBezTo>
                    <a:pt x="49" y="0"/>
                    <a:pt x="52" y="1"/>
                    <a:pt x="53" y="1"/>
                  </a:cubicBezTo>
                  <a:cubicBezTo>
                    <a:pt x="65" y="5"/>
                    <a:pt x="65" y="9"/>
                    <a:pt x="68" y="22"/>
                  </a:cubicBezTo>
                  <a:cubicBezTo>
                    <a:pt x="81" y="21"/>
                    <a:pt x="102" y="15"/>
                    <a:pt x="107" y="27"/>
                  </a:cubicBezTo>
                  <a:cubicBezTo>
                    <a:pt x="107" y="29"/>
                    <a:pt x="106" y="32"/>
                    <a:pt x="106" y="33"/>
                  </a:cubicBezTo>
                  <a:cubicBezTo>
                    <a:pt x="102" y="40"/>
                    <a:pt x="92" y="37"/>
                    <a:pt x="85" y="38"/>
                  </a:cubicBezTo>
                  <a:cubicBezTo>
                    <a:pt x="84" y="38"/>
                    <a:pt x="82" y="38"/>
                    <a:pt x="81" y="37"/>
                  </a:cubicBezTo>
                  <a:cubicBezTo>
                    <a:pt x="80" y="38"/>
                    <a:pt x="78" y="39"/>
                    <a:pt x="76" y="39"/>
                  </a:cubicBezTo>
                  <a:cubicBezTo>
                    <a:pt x="75" y="38"/>
                    <a:pt x="75" y="39"/>
                    <a:pt x="74" y="38"/>
                  </a:cubicBezTo>
                  <a:cubicBezTo>
                    <a:pt x="74" y="36"/>
                    <a:pt x="75" y="35"/>
                    <a:pt x="77" y="35"/>
                  </a:cubicBezTo>
                  <a:cubicBezTo>
                    <a:pt x="76" y="34"/>
                    <a:pt x="76" y="34"/>
                    <a:pt x="76" y="33"/>
                  </a:cubicBezTo>
                  <a:cubicBezTo>
                    <a:pt x="79" y="32"/>
                    <a:pt x="83" y="29"/>
                    <a:pt x="84" y="27"/>
                  </a:cubicBezTo>
                  <a:cubicBezTo>
                    <a:pt x="84" y="27"/>
                    <a:pt x="83" y="27"/>
                    <a:pt x="83" y="27"/>
                  </a:cubicBezTo>
                  <a:cubicBezTo>
                    <a:pt x="77" y="25"/>
                    <a:pt x="66" y="31"/>
                    <a:pt x="62" y="32"/>
                  </a:cubicBezTo>
                  <a:cubicBezTo>
                    <a:pt x="59" y="33"/>
                    <a:pt x="56" y="31"/>
                    <a:pt x="53" y="32"/>
                  </a:cubicBezTo>
                  <a:cubicBezTo>
                    <a:pt x="47" y="34"/>
                    <a:pt x="39" y="37"/>
                    <a:pt x="34" y="40"/>
                  </a:cubicBezTo>
                  <a:cubicBezTo>
                    <a:pt x="33" y="41"/>
                    <a:pt x="32" y="42"/>
                    <a:pt x="31" y="43"/>
                  </a:cubicBezTo>
                  <a:cubicBezTo>
                    <a:pt x="28" y="45"/>
                    <a:pt x="25" y="47"/>
                    <a:pt x="22" y="48"/>
                  </a:cubicBezTo>
                  <a:cubicBezTo>
                    <a:pt x="22" y="50"/>
                    <a:pt x="21" y="51"/>
                    <a:pt x="21" y="52"/>
                  </a:cubicBezTo>
                  <a:cubicBezTo>
                    <a:pt x="18" y="56"/>
                    <a:pt x="10" y="61"/>
                    <a:pt x="3" y="60"/>
                  </a:cubicBezTo>
                  <a:cubicBezTo>
                    <a:pt x="2" y="58"/>
                    <a:pt x="1" y="57"/>
                    <a:pt x="0" y="56"/>
                  </a:cubicBezTo>
                  <a:cubicBezTo>
                    <a:pt x="0" y="40"/>
                    <a:pt x="16" y="29"/>
                    <a:pt x="24" y="20"/>
                  </a:cubicBezTo>
                  <a:cubicBezTo>
                    <a:pt x="24" y="20"/>
                    <a:pt x="24" y="20"/>
                    <a:pt x="25" y="20"/>
                  </a:cubicBezTo>
                  <a:cubicBezTo>
                    <a:pt x="26" y="23"/>
                    <a:pt x="28" y="26"/>
                    <a:pt x="30" y="29"/>
                  </a:cubicBezTo>
                  <a:cubicBezTo>
                    <a:pt x="37" y="29"/>
                    <a:pt x="42" y="27"/>
                    <a:pt x="47" y="26"/>
                  </a:cubicBez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10"/>
            <p:cNvSpPr/>
            <p:nvPr/>
          </p:nvSpPr>
          <p:spPr bwMode="auto">
            <a:xfrm>
              <a:off x="4680875" y="1995806"/>
              <a:ext cx="101600" cy="73025"/>
            </a:xfrm>
            <a:custGeom>
              <a:avLst/>
              <a:gdLst>
                <a:gd name="T0" fmla="*/ 9 w 27"/>
                <a:gd name="T1" fmla="*/ 0 h 19"/>
                <a:gd name="T2" fmla="*/ 27 w 27"/>
                <a:gd name="T3" fmla="*/ 14 h 19"/>
                <a:gd name="T4" fmla="*/ 23 w 27"/>
                <a:gd name="T5" fmla="*/ 18 h 19"/>
                <a:gd name="T6" fmla="*/ 4 w 27"/>
                <a:gd name="T7" fmla="*/ 13 h 19"/>
                <a:gd name="T8" fmla="*/ 2 w 27"/>
                <a:gd name="T9" fmla="*/ 1 h 19"/>
                <a:gd name="T10" fmla="*/ 9 w 27"/>
                <a:gd name="T11" fmla="*/ 0 h 19"/>
              </a:gdLst>
              <a:ahLst/>
              <a:cxnLst>
                <a:cxn ang="0">
                  <a:pos x="T0" y="T1"/>
                </a:cxn>
                <a:cxn ang="0">
                  <a:pos x="T2" y="T3"/>
                </a:cxn>
                <a:cxn ang="0">
                  <a:pos x="T4" y="T5"/>
                </a:cxn>
                <a:cxn ang="0">
                  <a:pos x="T6" y="T7"/>
                </a:cxn>
                <a:cxn ang="0">
                  <a:pos x="T8" y="T9"/>
                </a:cxn>
                <a:cxn ang="0">
                  <a:pos x="T10" y="T11"/>
                </a:cxn>
              </a:cxnLst>
              <a:rect l="0" t="0" r="r" b="b"/>
              <a:pathLst>
                <a:path w="27" h="19">
                  <a:moveTo>
                    <a:pt x="9" y="0"/>
                  </a:moveTo>
                  <a:cubicBezTo>
                    <a:pt x="17" y="0"/>
                    <a:pt x="27" y="6"/>
                    <a:pt x="27" y="14"/>
                  </a:cubicBezTo>
                  <a:cubicBezTo>
                    <a:pt x="26" y="16"/>
                    <a:pt x="25" y="17"/>
                    <a:pt x="23" y="18"/>
                  </a:cubicBezTo>
                  <a:cubicBezTo>
                    <a:pt x="15" y="19"/>
                    <a:pt x="9" y="17"/>
                    <a:pt x="4" y="13"/>
                  </a:cubicBezTo>
                  <a:cubicBezTo>
                    <a:pt x="4" y="8"/>
                    <a:pt x="0" y="6"/>
                    <a:pt x="2" y="1"/>
                  </a:cubicBezTo>
                  <a:cubicBezTo>
                    <a:pt x="4" y="0"/>
                    <a:pt x="7" y="0"/>
                    <a:pt x="9" y="0"/>
                  </a:cubicBezTo>
                  <a:close/>
                </a:path>
              </a:pathLst>
            </a:custGeom>
            <a:grpFill/>
            <a:ln>
              <a:noFill/>
            </a:ln>
          </p:spPr>
          <p:txBody>
            <a:bodyPr vert="horz" wrap="square" lIns="91440" tIns="45720" rIns="91440" bIns="45720" numCol="1" anchor="t" anchorCtr="0" compatLnSpc="1"/>
            <a:lstStyle/>
            <a:p>
              <a:endParaRPr lang="zh-CN" altLang="en-US"/>
            </a:p>
          </p:txBody>
        </p:sp>
        <p:sp>
          <p:nvSpPr>
            <p:cNvPr id="49" name="Freeform 11"/>
            <p:cNvSpPr/>
            <p:nvPr/>
          </p:nvSpPr>
          <p:spPr bwMode="auto">
            <a:xfrm>
              <a:off x="7095462" y="2018031"/>
              <a:ext cx="33338" cy="57150"/>
            </a:xfrm>
            <a:custGeom>
              <a:avLst/>
              <a:gdLst>
                <a:gd name="T0" fmla="*/ 3 w 9"/>
                <a:gd name="T1" fmla="*/ 0 h 15"/>
                <a:gd name="T2" fmla="*/ 1 w 9"/>
                <a:gd name="T3" fmla="*/ 2 h 15"/>
                <a:gd name="T4" fmla="*/ 1 w 9"/>
                <a:gd name="T5" fmla="*/ 3 h 15"/>
                <a:gd name="T6" fmla="*/ 2 w 9"/>
                <a:gd name="T7" fmla="*/ 3 h 15"/>
                <a:gd name="T8" fmla="*/ 2 w 9"/>
                <a:gd name="T9" fmla="*/ 5 h 15"/>
                <a:gd name="T10" fmla="*/ 0 w 9"/>
                <a:gd name="T11" fmla="*/ 15 h 15"/>
                <a:gd name="T12" fmla="*/ 0 w 9"/>
                <a:gd name="T13" fmla="*/ 15 h 15"/>
                <a:gd name="T14" fmla="*/ 9 w 9"/>
                <a:gd name="T15" fmla="*/ 2 h 15"/>
                <a:gd name="T16" fmla="*/ 9 w 9"/>
                <a:gd name="T17" fmla="*/ 2 h 15"/>
                <a:gd name="T18" fmla="*/ 3 w 9"/>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5">
                  <a:moveTo>
                    <a:pt x="3" y="0"/>
                  </a:moveTo>
                  <a:cubicBezTo>
                    <a:pt x="2" y="0"/>
                    <a:pt x="1" y="1"/>
                    <a:pt x="1" y="2"/>
                  </a:cubicBezTo>
                  <a:cubicBezTo>
                    <a:pt x="1" y="2"/>
                    <a:pt x="1" y="2"/>
                    <a:pt x="1" y="3"/>
                  </a:cubicBezTo>
                  <a:cubicBezTo>
                    <a:pt x="1" y="3"/>
                    <a:pt x="2" y="3"/>
                    <a:pt x="2" y="3"/>
                  </a:cubicBezTo>
                  <a:cubicBezTo>
                    <a:pt x="2" y="3"/>
                    <a:pt x="2" y="4"/>
                    <a:pt x="2" y="5"/>
                  </a:cubicBezTo>
                  <a:cubicBezTo>
                    <a:pt x="1" y="7"/>
                    <a:pt x="1" y="11"/>
                    <a:pt x="0" y="15"/>
                  </a:cubicBezTo>
                  <a:cubicBezTo>
                    <a:pt x="0" y="15"/>
                    <a:pt x="0" y="15"/>
                    <a:pt x="0" y="15"/>
                  </a:cubicBezTo>
                  <a:cubicBezTo>
                    <a:pt x="3" y="14"/>
                    <a:pt x="7" y="5"/>
                    <a:pt x="9" y="2"/>
                  </a:cubicBezTo>
                  <a:cubicBezTo>
                    <a:pt x="9" y="2"/>
                    <a:pt x="9" y="2"/>
                    <a:pt x="9" y="2"/>
                  </a:cubicBezTo>
                  <a:cubicBezTo>
                    <a:pt x="5" y="2"/>
                    <a:pt x="5" y="0"/>
                    <a:pt x="3" y="0"/>
                  </a:cubicBezTo>
                  <a:close/>
                </a:path>
              </a:pathLst>
            </a:custGeom>
            <a:grpFill/>
            <a:ln>
              <a:noFill/>
            </a:ln>
          </p:spPr>
          <p:txBody>
            <a:bodyPr vert="horz" wrap="square" lIns="91440" tIns="45720" rIns="91440" bIns="45720" numCol="1" anchor="t" anchorCtr="0" compatLnSpc="1"/>
            <a:lstStyle/>
            <a:p>
              <a:endParaRPr lang="zh-CN" altLang="en-US"/>
            </a:p>
          </p:txBody>
        </p:sp>
        <p:sp>
          <p:nvSpPr>
            <p:cNvPr id="50" name="Freeform 12"/>
            <p:cNvSpPr/>
            <p:nvPr/>
          </p:nvSpPr>
          <p:spPr bwMode="auto">
            <a:xfrm>
              <a:off x="4853912" y="2049781"/>
              <a:ext cx="11113" cy="14288"/>
            </a:xfrm>
            <a:custGeom>
              <a:avLst/>
              <a:gdLst>
                <a:gd name="T0" fmla="*/ 1 w 3"/>
                <a:gd name="T1" fmla="*/ 0 h 4"/>
                <a:gd name="T2" fmla="*/ 2 w 3"/>
                <a:gd name="T3" fmla="*/ 0 h 4"/>
                <a:gd name="T4" fmla="*/ 3 w 3"/>
                <a:gd name="T5" fmla="*/ 3 h 4"/>
                <a:gd name="T6" fmla="*/ 3 w 3"/>
                <a:gd name="T7" fmla="*/ 4 h 4"/>
                <a:gd name="T8" fmla="*/ 2 w 3"/>
                <a:gd name="T9" fmla="*/ 4 h 4"/>
                <a:gd name="T10" fmla="*/ 1 w 3"/>
                <a:gd name="T11" fmla="*/ 0 h 4"/>
              </a:gdLst>
              <a:ahLst/>
              <a:cxnLst>
                <a:cxn ang="0">
                  <a:pos x="T0" y="T1"/>
                </a:cxn>
                <a:cxn ang="0">
                  <a:pos x="T2" y="T3"/>
                </a:cxn>
                <a:cxn ang="0">
                  <a:pos x="T4" y="T5"/>
                </a:cxn>
                <a:cxn ang="0">
                  <a:pos x="T6" y="T7"/>
                </a:cxn>
                <a:cxn ang="0">
                  <a:pos x="T8" y="T9"/>
                </a:cxn>
                <a:cxn ang="0">
                  <a:pos x="T10" y="T11"/>
                </a:cxn>
              </a:cxnLst>
              <a:rect l="0" t="0" r="r" b="b"/>
              <a:pathLst>
                <a:path w="3" h="4">
                  <a:moveTo>
                    <a:pt x="1" y="0"/>
                  </a:moveTo>
                  <a:cubicBezTo>
                    <a:pt x="1" y="0"/>
                    <a:pt x="2" y="0"/>
                    <a:pt x="2" y="0"/>
                  </a:cubicBezTo>
                  <a:cubicBezTo>
                    <a:pt x="3" y="1"/>
                    <a:pt x="3" y="2"/>
                    <a:pt x="3" y="3"/>
                  </a:cubicBezTo>
                  <a:cubicBezTo>
                    <a:pt x="3" y="3"/>
                    <a:pt x="3" y="4"/>
                    <a:pt x="3" y="4"/>
                  </a:cubicBezTo>
                  <a:cubicBezTo>
                    <a:pt x="2" y="4"/>
                    <a:pt x="2" y="4"/>
                    <a:pt x="2" y="4"/>
                  </a:cubicBezTo>
                  <a:cubicBezTo>
                    <a:pt x="1" y="2"/>
                    <a:pt x="0" y="2"/>
                    <a:pt x="1" y="0"/>
                  </a:cubicBez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13"/>
            <p:cNvSpPr/>
            <p:nvPr/>
          </p:nvSpPr>
          <p:spPr bwMode="auto">
            <a:xfrm>
              <a:off x="4853912" y="2064068"/>
              <a:ext cx="4763" cy="0"/>
            </a:xfrm>
            <a:custGeom>
              <a:avLst/>
              <a:gdLst>
                <a:gd name="T0" fmla="*/ 0 w 1"/>
                <a:gd name="T1" fmla="*/ 1 w 1"/>
                <a:gd name="T2" fmla="*/ 0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0" y="0"/>
                    <a:pt x="1" y="0"/>
                    <a:pt x="0" y="0"/>
                  </a:cubicBezTo>
                  <a:cubicBezTo>
                    <a:pt x="0" y="0"/>
                    <a:pt x="0" y="0"/>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52" name="Freeform 14"/>
            <p:cNvSpPr/>
            <p:nvPr/>
          </p:nvSpPr>
          <p:spPr bwMode="auto">
            <a:xfrm>
              <a:off x="5895312" y="2072006"/>
              <a:ext cx="268288" cy="409575"/>
            </a:xfrm>
            <a:custGeom>
              <a:avLst/>
              <a:gdLst>
                <a:gd name="T0" fmla="*/ 47 w 71"/>
                <a:gd name="T1" fmla="*/ 0 h 107"/>
                <a:gd name="T2" fmla="*/ 52 w 71"/>
                <a:gd name="T3" fmla="*/ 4 h 107"/>
                <a:gd name="T4" fmla="*/ 48 w 71"/>
                <a:gd name="T5" fmla="*/ 35 h 107"/>
                <a:gd name="T6" fmla="*/ 47 w 71"/>
                <a:gd name="T7" fmla="*/ 45 h 107"/>
                <a:gd name="T8" fmla="*/ 53 w 71"/>
                <a:gd name="T9" fmla="*/ 45 h 107"/>
                <a:gd name="T10" fmla="*/ 58 w 71"/>
                <a:gd name="T11" fmla="*/ 43 h 107"/>
                <a:gd name="T12" fmla="*/ 58 w 71"/>
                <a:gd name="T13" fmla="*/ 42 h 107"/>
                <a:gd name="T14" fmla="*/ 56 w 71"/>
                <a:gd name="T15" fmla="*/ 35 h 107"/>
                <a:gd name="T16" fmla="*/ 57 w 71"/>
                <a:gd name="T17" fmla="*/ 34 h 107"/>
                <a:gd name="T18" fmla="*/ 56 w 71"/>
                <a:gd name="T19" fmla="*/ 30 h 107"/>
                <a:gd name="T20" fmla="*/ 60 w 71"/>
                <a:gd name="T21" fmla="*/ 35 h 107"/>
                <a:gd name="T22" fmla="*/ 71 w 71"/>
                <a:gd name="T23" fmla="*/ 45 h 107"/>
                <a:gd name="T24" fmla="*/ 55 w 71"/>
                <a:gd name="T25" fmla="*/ 53 h 107"/>
                <a:gd name="T26" fmla="*/ 47 w 71"/>
                <a:gd name="T27" fmla="*/ 54 h 107"/>
                <a:gd name="T28" fmla="*/ 42 w 71"/>
                <a:gd name="T29" fmla="*/ 60 h 107"/>
                <a:gd name="T30" fmla="*/ 39 w 71"/>
                <a:gd name="T31" fmla="*/ 72 h 107"/>
                <a:gd name="T32" fmla="*/ 24 w 71"/>
                <a:gd name="T33" fmla="*/ 99 h 107"/>
                <a:gd name="T34" fmla="*/ 4 w 71"/>
                <a:gd name="T35" fmla="*/ 102 h 107"/>
                <a:gd name="T36" fmla="*/ 4 w 71"/>
                <a:gd name="T37" fmla="*/ 101 h 107"/>
                <a:gd name="T38" fmla="*/ 14 w 71"/>
                <a:gd name="T39" fmla="*/ 96 h 107"/>
                <a:gd name="T40" fmla="*/ 35 w 71"/>
                <a:gd name="T41" fmla="*/ 58 h 107"/>
                <a:gd name="T42" fmla="*/ 1 w 71"/>
                <a:gd name="T43" fmla="*/ 64 h 107"/>
                <a:gd name="T44" fmla="*/ 1 w 71"/>
                <a:gd name="T45" fmla="*/ 58 h 107"/>
                <a:gd name="T46" fmla="*/ 6 w 71"/>
                <a:gd name="T47" fmla="*/ 55 h 107"/>
                <a:gd name="T48" fmla="*/ 19 w 71"/>
                <a:gd name="T49" fmla="*/ 53 h 107"/>
                <a:gd name="T50" fmla="*/ 30 w 71"/>
                <a:gd name="T51" fmla="*/ 50 h 107"/>
                <a:gd name="T52" fmla="*/ 35 w 71"/>
                <a:gd name="T53" fmla="*/ 48 h 107"/>
                <a:gd name="T54" fmla="*/ 38 w 71"/>
                <a:gd name="T55" fmla="*/ 48 h 107"/>
                <a:gd name="T56" fmla="*/ 41 w 71"/>
                <a:gd name="T57" fmla="*/ 38 h 107"/>
                <a:gd name="T58" fmla="*/ 45 w 71"/>
                <a:gd name="T59" fmla="*/ 1 h 107"/>
                <a:gd name="T60" fmla="*/ 47 w 71"/>
                <a:gd name="T6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1" h="107">
                  <a:moveTo>
                    <a:pt x="47" y="0"/>
                  </a:moveTo>
                  <a:cubicBezTo>
                    <a:pt x="49" y="1"/>
                    <a:pt x="51" y="2"/>
                    <a:pt x="52" y="4"/>
                  </a:cubicBezTo>
                  <a:cubicBezTo>
                    <a:pt x="52" y="14"/>
                    <a:pt x="51" y="26"/>
                    <a:pt x="48" y="35"/>
                  </a:cubicBezTo>
                  <a:cubicBezTo>
                    <a:pt x="47" y="38"/>
                    <a:pt x="46" y="44"/>
                    <a:pt x="47" y="45"/>
                  </a:cubicBezTo>
                  <a:cubicBezTo>
                    <a:pt x="49" y="44"/>
                    <a:pt x="51" y="45"/>
                    <a:pt x="53" y="45"/>
                  </a:cubicBezTo>
                  <a:cubicBezTo>
                    <a:pt x="54" y="42"/>
                    <a:pt x="56" y="43"/>
                    <a:pt x="58" y="43"/>
                  </a:cubicBezTo>
                  <a:cubicBezTo>
                    <a:pt x="58" y="43"/>
                    <a:pt x="58" y="42"/>
                    <a:pt x="58" y="42"/>
                  </a:cubicBezTo>
                  <a:cubicBezTo>
                    <a:pt x="58" y="39"/>
                    <a:pt x="57" y="37"/>
                    <a:pt x="56" y="35"/>
                  </a:cubicBezTo>
                  <a:cubicBezTo>
                    <a:pt x="56" y="34"/>
                    <a:pt x="57" y="34"/>
                    <a:pt x="57" y="34"/>
                  </a:cubicBezTo>
                  <a:cubicBezTo>
                    <a:pt x="56" y="33"/>
                    <a:pt x="55" y="31"/>
                    <a:pt x="56" y="30"/>
                  </a:cubicBezTo>
                  <a:cubicBezTo>
                    <a:pt x="58" y="31"/>
                    <a:pt x="58" y="33"/>
                    <a:pt x="60" y="35"/>
                  </a:cubicBezTo>
                  <a:cubicBezTo>
                    <a:pt x="63" y="38"/>
                    <a:pt x="69" y="41"/>
                    <a:pt x="71" y="45"/>
                  </a:cubicBezTo>
                  <a:cubicBezTo>
                    <a:pt x="71" y="55"/>
                    <a:pt x="63" y="52"/>
                    <a:pt x="55" y="53"/>
                  </a:cubicBezTo>
                  <a:cubicBezTo>
                    <a:pt x="52" y="53"/>
                    <a:pt x="50" y="54"/>
                    <a:pt x="47" y="54"/>
                  </a:cubicBezTo>
                  <a:cubicBezTo>
                    <a:pt x="46" y="56"/>
                    <a:pt x="43" y="58"/>
                    <a:pt x="42" y="60"/>
                  </a:cubicBezTo>
                  <a:cubicBezTo>
                    <a:pt x="40" y="64"/>
                    <a:pt x="40" y="68"/>
                    <a:pt x="39" y="72"/>
                  </a:cubicBezTo>
                  <a:cubicBezTo>
                    <a:pt x="35" y="82"/>
                    <a:pt x="32" y="92"/>
                    <a:pt x="24" y="99"/>
                  </a:cubicBezTo>
                  <a:cubicBezTo>
                    <a:pt x="18" y="103"/>
                    <a:pt x="12" y="107"/>
                    <a:pt x="4" y="102"/>
                  </a:cubicBezTo>
                  <a:cubicBezTo>
                    <a:pt x="4" y="102"/>
                    <a:pt x="4" y="102"/>
                    <a:pt x="4" y="101"/>
                  </a:cubicBezTo>
                  <a:cubicBezTo>
                    <a:pt x="7" y="99"/>
                    <a:pt x="11" y="98"/>
                    <a:pt x="14" y="96"/>
                  </a:cubicBezTo>
                  <a:cubicBezTo>
                    <a:pt x="24" y="88"/>
                    <a:pt x="32" y="73"/>
                    <a:pt x="35" y="58"/>
                  </a:cubicBezTo>
                  <a:cubicBezTo>
                    <a:pt x="29" y="59"/>
                    <a:pt x="5" y="71"/>
                    <a:pt x="1" y="64"/>
                  </a:cubicBezTo>
                  <a:cubicBezTo>
                    <a:pt x="0" y="62"/>
                    <a:pt x="0" y="60"/>
                    <a:pt x="1" y="58"/>
                  </a:cubicBezTo>
                  <a:cubicBezTo>
                    <a:pt x="3" y="57"/>
                    <a:pt x="5" y="56"/>
                    <a:pt x="6" y="55"/>
                  </a:cubicBezTo>
                  <a:cubicBezTo>
                    <a:pt x="11" y="56"/>
                    <a:pt x="14" y="54"/>
                    <a:pt x="19" y="53"/>
                  </a:cubicBezTo>
                  <a:cubicBezTo>
                    <a:pt x="22" y="51"/>
                    <a:pt x="26" y="51"/>
                    <a:pt x="30" y="50"/>
                  </a:cubicBezTo>
                  <a:cubicBezTo>
                    <a:pt x="31" y="50"/>
                    <a:pt x="33" y="48"/>
                    <a:pt x="35" y="48"/>
                  </a:cubicBezTo>
                  <a:cubicBezTo>
                    <a:pt x="36" y="48"/>
                    <a:pt x="37" y="48"/>
                    <a:pt x="38" y="48"/>
                  </a:cubicBezTo>
                  <a:cubicBezTo>
                    <a:pt x="40" y="46"/>
                    <a:pt x="40" y="41"/>
                    <a:pt x="41" y="38"/>
                  </a:cubicBezTo>
                  <a:cubicBezTo>
                    <a:pt x="45" y="27"/>
                    <a:pt x="43" y="13"/>
                    <a:pt x="45" y="1"/>
                  </a:cubicBezTo>
                  <a:cubicBezTo>
                    <a:pt x="46" y="0"/>
                    <a:pt x="46" y="0"/>
                    <a:pt x="47" y="0"/>
                  </a:cubicBezTo>
                  <a:close/>
                </a:path>
              </a:pathLst>
            </a:custGeom>
            <a:grpFill/>
            <a:ln>
              <a:noFill/>
            </a:ln>
          </p:spPr>
          <p:txBody>
            <a:bodyPr vert="horz" wrap="square" lIns="91440" tIns="45720" rIns="91440" bIns="45720" numCol="1" anchor="t" anchorCtr="0" compatLnSpc="1"/>
            <a:lstStyle/>
            <a:p>
              <a:endParaRPr lang="zh-CN" altLang="en-US"/>
            </a:p>
          </p:txBody>
        </p:sp>
        <p:sp>
          <p:nvSpPr>
            <p:cNvPr id="53" name="Freeform 15"/>
            <p:cNvSpPr/>
            <p:nvPr/>
          </p:nvSpPr>
          <p:spPr bwMode="auto">
            <a:xfrm>
              <a:off x="6111212" y="2087881"/>
              <a:ext cx="6350" cy="11113"/>
            </a:xfrm>
            <a:custGeom>
              <a:avLst/>
              <a:gdLst>
                <a:gd name="T0" fmla="*/ 1 w 2"/>
                <a:gd name="T1" fmla="*/ 0 h 3"/>
                <a:gd name="T2" fmla="*/ 2 w 2"/>
                <a:gd name="T3" fmla="*/ 0 h 3"/>
                <a:gd name="T4" fmla="*/ 2 w 2"/>
                <a:gd name="T5" fmla="*/ 2 h 3"/>
                <a:gd name="T6" fmla="*/ 0 w 2"/>
                <a:gd name="T7" fmla="*/ 3 h 3"/>
                <a:gd name="T8" fmla="*/ 0 w 2"/>
                <a:gd name="T9" fmla="*/ 2 h 3"/>
                <a:gd name="T10" fmla="*/ 1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1" y="0"/>
                  </a:moveTo>
                  <a:cubicBezTo>
                    <a:pt x="1" y="0"/>
                    <a:pt x="2" y="0"/>
                    <a:pt x="2" y="0"/>
                  </a:cubicBezTo>
                  <a:cubicBezTo>
                    <a:pt x="2" y="1"/>
                    <a:pt x="2" y="1"/>
                    <a:pt x="2" y="2"/>
                  </a:cubicBezTo>
                  <a:cubicBezTo>
                    <a:pt x="2" y="2"/>
                    <a:pt x="1" y="2"/>
                    <a:pt x="0" y="3"/>
                  </a:cubicBezTo>
                  <a:cubicBezTo>
                    <a:pt x="0" y="2"/>
                    <a:pt x="0" y="2"/>
                    <a:pt x="0" y="2"/>
                  </a:cubicBezTo>
                  <a:cubicBezTo>
                    <a:pt x="0" y="2"/>
                    <a:pt x="0" y="1"/>
                    <a:pt x="1" y="0"/>
                  </a:cubicBezTo>
                  <a:close/>
                </a:path>
              </a:pathLst>
            </a:custGeom>
            <a:grpFill/>
            <a:ln>
              <a:noFill/>
            </a:ln>
          </p:spPr>
          <p:txBody>
            <a:bodyPr vert="horz" wrap="square" lIns="91440" tIns="45720" rIns="91440" bIns="45720" numCol="1" anchor="t" anchorCtr="0" compatLnSpc="1"/>
            <a:lstStyle/>
            <a:p>
              <a:endParaRPr lang="zh-CN" altLang="en-US"/>
            </a:p>
          </p:txBody>
        </p:sp>
        <p:sp>
          <p:nvSpPr>
            <p:cNvPr id="54" name="Freeform 16"/>
            <p:cNvSpPr/>
            <p:nvPr/>
          </p:nvSpPr>
          <p:spPr bwMode="auto">
            <a:xfrm>
              <a:off x="6103275" y="2095818"/>
              <a:ext cx="3175" cy="6350"/>
            </a:xfrm>
            <a:custGeom>
              <a:avLst/>
              <a:gdLst>
                <a:gd name="T0" fmla="*/ 0 w 1"/>
                <a:gd name="T1" fmla="*/ 0 h 2"/>
                <a:gd name="T2" fmla="*/ 1 w 1"/>
                <a:gd name="T3" fmla="*/ 0 h 2"/>
                <a:gd name="T4" fmla="*/ 0 w 1"/>
                <a:gd name="T5" fmla="*/ 1 h 2"/>
                <a:gd name="T6" fmla="*/ 0 w 1"/>
                <a:gd name="T7" fmla="*/ 2 h 2"/>
                <a:gd name="T8" fmla="*/ 0 w 1"/>
                <a:gd name="T9" fmla="*/ 0 h 2"/>
              </a:gdLst>
              <a:ahLst/>
              <a:cxnLst>
                <a:cxn ang="0">
                  <a:pos x="T0" y="T1"/>
                </a:cxn>
                <a:cxn ang="0">
                  <a:pos x="T2" y="T3"/>
                </a:cxn>
                <a:cxn ang="0">
                  <a:pos x="T4" y="T5"/>
                </a:cxn>
                <a:cxn ang="0">
                  <a:pos x="T6" y="T7"/>
                </a:cxn>
                <a:cxn ang="0">
                  <a:pos x="T8" y="T9"/>
                </a:cxn>
              </a:cxnLst>
              <a:rect l="0" t="0" r="r" b="b"/>
              <a:pathLst>
                <a:path w="1" h="2">
                  <a:moveTo>
                    <a:pt x="0" y="0"/>
                  </a:moveTo>
                  <a:cubicBezTo>
                    <a:pt x="0" y="0"/>
                    <a:pt x="1" y="0"/>
                    <a:pt x="1" y="0"/>
                  </a:cubicBezTo>
                  <a:cubicBezTo>
                    <a:pt x="1" y="1"/>
                    <a:pt x="1" y="1"/>
                    <a:pt x="0" y="1"/>
                  </a:cubicBezTo>
                  <a:cubicBezTo>
                    <a:pt x="0" y="2"/>
                    <a:pt x="0" y="1"/>
                    <a:pt x="0" y="2"/>
                  </a:cubicBezTo>
                  <a:cubicBezTo>
                    <a:pt x="0" y="1"/>
                    <a:pt x="0" y="1"/>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55" name="Freeform 17"/>
            <p:cNvSpPr/>
            <p:nvPr/>
          </p:nvSpPr>
          <p:spPr bwMode="auto">
            <a:xfrm>
              <a:off x="6692237" y="2098993"/>
              <a:ext cx="0" cy="11113"/>
            </a:xfrm>
            <a:custGeom>
              <a:avLst/>
              <a:gdLst>
                <a:gd name="T0" fmla="*/ 0 h 3"/>
                <a:gd name="T1" fmla="*/ 1 h 3"/>
                <a:gd name="T2" fmla="*/ 3 h 3"/>
                <a:gd name="T3" fmla="*/ 3 h 3"/>
                <a:gd name="T4" fmla="*/ 3 h 3"/>
                <a:gd name="T5" fmla="*/ 0 h 3"/>
              </a:gdLst>
              <a:ahLst/>
              <a:cxnLst>
                <a:cxn ang="0">
                  <a:pos x="0" y="T0"/>
                </a:cxn>
                <a:cxn ang="0">
                  <a:pos x="0" y="T1"/>
                </a:cxn>
                <a:cxn ang="0">
                  <a:pos x="0" y="T2"/>
                </a:cxn>
                <a:cxn ang="0">
                  <a:pos x="0" y="T3"/>
                </a:cxn>
                <a:cxn ang="0">
                  <a:pos x="0" y="T4"/>
                </a:cxn>
                <a:cxn ang="0">
                  <a:pos x="0" y="T5"/>
                </a:cxn>
              </a:cxnLst>
              <a:rect l="0" t="0" r="r" b="b"/>
              <a:pathLst>
                <a:path h="3">
                  <a:moveTo>
                    <a:pt x="0" y="0"/>
                  </a:moveTo>
                  <a:cubicBezTo>
                    <a:pt x="0" y="0"/>
                    <a:pt x="0" y="0"/>
                    <a:pt x="0" y="1"/>
                  </a:cubicBezTo>
                  <a:cubicBezTo>
                    <a:pt x="0" y="1"/>
                    <a:pt x="0" y="2"/>
                    <a:pt x="0" y="3"/>
                  </a:cubicBezTo>
                  <a:cubicBezTo>
                    <a:pt x="0" y="3"/>
                    <a:pt x="0" y="3"/>
                    <a:pt x="0" y="3"/>
                  </a:cubicBezTo>
                  <a:cubicBezTo>
                    <a:pt x="0" y="3"/>
                    <a:pt x="0" y="3"/>
                    <a:pt x="0" y="3"/>
                  </a:cubicBezTo>
                  <a:cubicBezTo>
                    <a:pt x="0" y="2"/>
                    <a:pt x="0" y="1"/>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56" name="Freeform 18"/>
            <p:cNvSpPr/>
            <p:nvPr/>
          </p:nvSpPr>
          <p:spPr bwMode="auto">
            <a:xfrm>
              <a:off x="5990562" y="2106931"/>
              <a:ext cx="93663" cy="60325"/>
            </a:xfrm>
            <a:custGeom>
              <a:avLst/>
              <a:gdLst>
                <a:gd name="T0" fmla="*/ 0 w 25"/>
                <a:gd name="T1" fmla="*/ 0 h 16"/>
                <a:gd name="T2" fmla="*/ 16 w 25"/>
                <a:gd name="T3" fmla="*/ 13 h 16"/>
                <a:gd name="T4" fmla="*/ 7 w 25"/>
                <a:gd name="T5" fmla="*/ 13 h 16"/>
                <a:gd name="T6" fmla="*/ 0 w 25"/>
                <a:gd name="T7" fmla="*/ 16 h 16"/>
                <a:gd name="T8" fmla="*/ 0 w 25"/>
                <a:gd name="T9" fmla="*/ 16 h 16"/>
                <a:gd name="T10" fmla="*/ 6 w 25"/>
                <a:gd name="T11" fmla="*/ 9 h 16"/>
                <a:gd name="T12" fmla="*/ 6 w 25"/>
                <a:gd name="T13" fmla="*/ 7 h 16"/>
                <a:gd name="T14" fmla="*/ 0 w 25"/>
                <a:gd name="T15" fmla="*/ 0 h 16"/>
                <a:gd name="T16" fmla="*/ 0 w 25"/>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6">
                  <a:moveTo>
                    <a:pt x="0" y="0"/>
                  </a:moveTo>
                  <a:cubicBezTo>
                    <a:pt x="8" y="1"/>
                    <a:pt x="25" y="1"/>
                    <a:pt x="16" y="13"/>
                  </a:cubicBezTo>
                  <a:cubicBezTo>
                    <a:pt x="14" y="13"/>
                    <a:pt x="10" y="13"/>
                    <a:pt x="7" y="13"/>
                  </a:cubicBezTo>
                  <a:cubicBezTo>
                    <a:pt x="5" y="14"/>
                    <a:pt x="3" y="15"/>
                    <a:pt x="0" y="16"/>
                  </a:cubicBezTo>
                  <a:cubicBezTo>
                    <a:pt x="0" y="16"/>
                    <a:pt x="0" y="16"/>
                    <a:pt x="0" y="16"/>
                  </a:cubicBezTo>
                  <a:cubicBezTo>
                    <a:pt x="2" y="13"/>
                    <a:pt x="4" y="11"/>
                    <a:pt x="6" y="9"/>
                  </a:cubicBezTo>
                  <a:cubicBezTo>
                    <a:pt x="6" y="8"/>
                    <a:pt x="6" y="8"/>
                    <a:pt x="6" y="7"/>
                  </a:cubicBezTo>
                  <a:cubicBezTo>
                    <a:pt x="4" y="5"/>
                    <a:pt x="0" y="2"/>
                    <a:pt x="0" y="0"/>
                  </a:cubicBezTo>
                  <a:cubicBezTo>
                    <a:pt x="0" y="0"/>
                    <a:pt x="0" y="0"/>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57" name="Freeform 19"/>
            <p:cNvSpPr/>
            <p:nvPr/>
          </p:nvSpPr>
          <p:spPr bwMode="auto">
            <a:xfrm>
              <a:off x="6635087" y="2114868"/>
              <a:ext cx="79375" cy="109538"/>
            </a:xfrm>
            <a:custGeom>
              <a:avLst/>
              <a:gdLst>
                <a:gd name="T0" fmla="*/ 13 w 21"/>
                <a:gd name="T1" fmla="*/ 0 h 29"/>
                <a:gd name="T2" fmla="*/ 21 w 21"/>
                <a:gd name="T3" fmla="*/ 23 h 29"/>
                <a:gd name="T4" fmla="*/ 18 w 21"/>
                <a:gd name="T5" fmla="*/ 25 h 29"/>
                <a:gd name="T6" fmla="*/ 0 w 21"/>
                <a:gd name="T7" fmla="*/ 6 h 29"/>
                <a:gd name="T8" fmla="*/ 0 w 21"/>
                <a:gd name="T9" fmla="*/ 5 h 29"/>
                <a:gd name="T10" fmla="*/ 11 w 21"/>
                <a:gd name="T11" fmla="*/ 10 h 29"/>
                <a:gd name="T12" fmla="*/ 12 w 21"/>
                <a:gd name="T13" fmla="*/ 9 h 29"/>
                <a:gd name="T14" fmla="*/ 13 w 21"/>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9">
                  <a:moveTo>
                    <a:pt x="13" y="0"/>
                  </a:moveTo>
                  <a:cubicBezTo>
                    <a:pt x="14" y="1"/>
                    <a:pt x="21" y="23"/>
                    <a:pt x="21" y="23"/>
                  </a:cubicBezTo>
                  <a:cubicBezTo>
                    <a:pt x="20" y="24"/>
                    <a:pt x="19" y="25"/>
                    <a:pt x="18" y="25"/>
                  </a:cubicBezTo>
                  <a:cubicBezTo>
                    <a:pt x="11" y="29"/>
                    <a:pt x="1" y="11"/>
                    <a:pt x="0" y="6"/>
                  </a:cubicBezTo>
                  <a:cubicBezTo>
                    <a:pt x="0" y="6"/>
                    <a:pt x="0" y="6"/>
                    <a:pt x="0" y="5"/>
                  </a:cubicBezTo>
                  <a:cubicBezTo>
                    <a:pt x="4" y="6"/>
                    <a:pt x="8" y="8"/>
                    <a:pt x="11" y="10"/>
                  </a:cubicBezTo>
                  <a:cubicBezTo>
                    <a:pt x="11" y="9"/>
                    <a:pt x="11" y="9"/>
                    <a:pt x="12" y="9"/>
                  </a:cubicBezTo>
                  <a:cubicBezTo>
                    <a:pt x="12" y="6"/>
                    <a:pt x="13" y="3"/>
                    <a:pt x="13" y="0"/>
                  </a:cubicBezTo>
                  <a:close/>
                </a:path>
              </a:pathLst>
            </a:custGeom>
            <a:grpFill/>
            <a:ln>
              <a:noFill/>
            </a:ln>
          </p:spPr>
          <p:txBody>
            <a:bodyPr vert="horz" wrap="square" lIns="91440" tIns="45720" rIns="91440" bIns="45720" numCol="1" anchor="t" anchorCtr="0" compatLnSpc="1"/>
            <a:lstStyle/>
            <a:p>
              <a:endParaRPr lang="zh-CN" altLang="en-US"/>
            </a:p>
          </p:txBody>
        </p:sp>
        <p:sp>
          <p:nvSpPr>
            <p:cNvPr id="58" name="Freeform 20"/>
            <p:cNvSpPr/>
            <p:nvPr/>
          </p:nvSpPr>
          <p:spPr bwMode="auto">
            <a:xfrm>
              <a:off x="7120862" y="2133918"/>
              <a:ext cx="7938" cy="3175"/>
            </a:xfrm>
            <a:custGeom>
              <a:avLst/>
              <a:gdLst>
                <a:gd name="T0" fmla="*/ 0 w 2"/>
                <a:gd name="T1" fmla="*/ 0 h 1"/>
                <a:gd name="T2" fmla="*/ 1 w 2"/>
                <a:gd name="T3" fmla="*/ 1 h 1"/>
                <a:gd name="T4" fmla="*/ 2 w 2"/>
                <a:gd name="T5" fmla="*/ 1 h 1"/>
                <a:gd name="T6" fmla="*/ 1 w 2"/>
                <a:gd name="T7" fmla="*/ 0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1" y="0"/>
                    <a:pt x="1" y="0"/>
                    <a:pt x="1" y="0"/>
                  </a:cubicBezTo>
                  <a:cubicBezTo>
                    <a:pt x="1" y="0"/>
                    <a:pt x="1" y="0"/>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21"/>
            <p:cNvSpPr/>
            <p:nvPr/>
          </p:nvSpPr>
          <p:spPr bwMode="auto">
            <a:xfrm>
              <a:off x="4598325" y="2145031"/>
              <a:ext cx="176213" cy="295275"/>
            </a:xfrm>
            <a:custGeom>
              <a:avLst/>
              <a:gdLst>
                <a:gd name="T0" fmla="*/ 30 w 47"/>
                <a:gd name="T1" fmla="*/ 0 h 77"/>
                <a:gd name="T2" fmla="*/ 42 w 47"/>
                <a:gd name="T3" fmla="*/ 8 h 77"/>
                <a:gd name="T4" fmla="*/ 42 w 47"/>
                <a:gd name="T5" fmla="*/ 14 h 77"/>
                <a:gd name="T6" fmla="*/ 38 w 47"/>
                <a:gd name="T7" fmla="*/ 19 h 77"/>
                <a:gd name="T8" fmla="*/ 35 w 47"/>
                <a:gd name="T9" fmla="*/ 37 h 77"/>
                <a:gd name="T10" fmla="*/ 35 w 47"/>
                <a:gd name="T11" fmla="*/ 36 h 77"/>
                <a:gd name="T12" fmla="*/ 42 w 47"/>
                <a:gd name="T13" fmla="*/ 20 h 77"/>
                <a:gd name="T14" fmla="*/ 42 w 47"/>
                <a:gd name="T15" fmla="*/ 20 h 77"/>
                <a:gd name="T16" fmla="*/ 45 w 47"/>
                <a:gd name="T17" fmla="*/ 25 h 77"/>
                <a:gd name="T18" fmla="*/ 46 w 47"/>
                <a:gd name="T19" fmla="*/ 24 h 77"/>
                <a:gd name="T20" fmla="*/ 46 w 47"/>
                <a:gd name="T21" fmla="*/ 25 h 77"/>
                <a:gd name="T22" fmla="*/ 47 w 47"/>
                <a:gd name="T23" fmla="*/ 31 h 77"/>
                <a:gd name="T24" fmla="*/ 37 w 47"/>
                <a:gd name="T25" fmla="*/ 61 h 77"/>
                <a:gd name="T26" fmla="*/ 28 w 47"/>
                <a:gd name="T27" fmla="*/ 77 h 77"/>
                <a:gd name="T28" fmla="*/ 22 w 47"/>
                <a:gd name="T29" fmla="*/ 31 h 77"/>
                <a:gd name="T30" fmla="*/ 11 w 47"/>
                <a:gd name="T31" fmla="*/ 35 h 77"/>
                <a:gd name="T32" fmla="*/ 2 w 47"/>
                <a:gd name="T33" fmla="*/ 16 h 77"/>
                <a:gd name="T34" fmla="*/ 3 w 47"/>
                <a:gd name="T35" fmla="*/ 16 h 77"/>
                <a:gd name="T36" fmla="*/ 6 w 47"/>
                <a:gd name="T37" fmla="*/ 18 h 77"/>
                <a:gd name="T38" fmla="*/ 30 w 47"/>
                <a:gd name="T39"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7" h="77">
                  <a:moveTo>
                    <a:pt x="30" y="0"/>
                  </a:moveTo>
                  <a:cubicBezTo>
                    <a:pt x="36" y="1"/>
                    <a:pt x="38" y="5"/>
                    <a:pt x="42" y="8"/>
                  </a:cubicBezTo>
                  <a:cubicBezTo>
                    <a:pt x="42" y="10"/>
                    <a:pt x="42" y="13"/>
                    <a:pt x="42" y="14"/>
                  </a:cubicBezTo>
                  <a:cubicBezTo>
                    <a:pt x="41" y="16"/>
                    <a:pt x="39" y="17"/>
                    <a:pt x="38" y="19"/>
                  </a:cubicBezTo>
                  <a:cubicBezTo>
                    <a:pt x="37" y="22"/>
                    <a:pt x="34" y="33"/>
                    <a:pt x="35" y="37"/>
                  </a:cubicBezTo>
                  <a:cubicBezTo>
                    <a:pt x="35" y="37"/>
                    <a:pt x="35" y="36"/>
                    <a:pt x="35" y="36"/>
                  </a:cubicBezTo>
                  <a:cubicBezTo>
                    <a:pt x="39" y="32"/>
                    <a:pt x="38" y="24"/>
                    <a:pt x="42" y="20"/>
                  </a:cubicBezTo>
                  <a:cubicBezTo>
                    <a:pt x="42" y="20"/>
                    <a:pt x="42" y="20"/>
                    <a:pt x="42" y="20"/>
                  </a:cubicBezTo>
                  <a:cubicBezTo>
                    <a:pt x="43" y="22"/>
                    <a:pt x="43" y="23"/>
                    <a:pt x="45" y="25"/>
                  </a:cubicBezTo>
                  <a:cubicBezTo>
                    <a:pt x="45" y="25"/>
                    <a:pt x="45" y="25"/>
                    <a:pt x="46" y="24"/>
                  </a:cubicBezTo>
                  <a:cubicBezTo>
                    <a:pt x="46" y="24"/>
                    <a:pt x="46" y="24"/>
                    <a:pt x="46" y="25"/>
                  </a:cubicBezTo>
                  <a:cubicBezTo>
                    <a:pt x="46" y="27"/>
                    <a:pt x="47" y="30"/>
                    <a:pt x="47" y="31"/>
                  </a:cubicBezTo>
                  <a:cubicBezTo>
                    <a:pt x="45" y="41"/>
                    <a:pt x="39" y="51"/>
                    <a:pt x="37" y="61"/>
                  </a:cubicBezTo>
                  <a:cubicBezTo>
                    <a:pt x="35" y="68"/>
                    <a:pt x="36" y="77"/>
                    <a:pt x="28" y="77"/>
                  </a:cubicBezTo>
                  <a:cubicBezTo>
                    <a:pt x="14" y="67"/>
                    <a:pt x="26" y="47"/>
                    <a:pt x="22" y="31"/>
                  </a:cubicBezTo>
                  <a:cubicBezTo>
                    <a:pt x="19" y="30"/>
                    <a:pt x="14" y="34"/>
                    <a:pt x="11" y="35"/>
                  </a:cubicBezTo>
                  <a:cubicBezTo>
                    <a:pt x="4" y="32"/>
                    <a:pt x="0" y="25"/>
                    <a:pt x="2" y="16"/>
                  </a:cubicBezTo>
                  <a:cubicBezTo>
                    <a:pt x="3" y="16"/>
                    <a:pt x="3" y="16"/>
                    <a:pt x="3" y="16"/>
                  </a:cubicBezTo>
                  <a:cubicBezTo>
                    <a:pt x="4" y="16"/>
                    <a:pt x="5" y="17"/>
                    <a:pt x="6" y="18"/>
                  </a:cubicBezTo>
                  <a:cubicBezTo>
                    <a:pt x="17" y="15"/>
                    <a:pt x="21" y="5"/>
                    <a:pt x="30" y="0"/>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Freeform 22"/>
            <p:cNvSpPr/>
            <p:nvPr/>
          </p:nvSpPr>
          <p:spPr bwMode="auto">
            <a:xfrm>
              <a:off x="5941350" y="2183131"/>
              <a:ext cx="104775" cy="49213"/>
            </a:xfrm>
            <a:custGeom>
              <a:avLst/>
              <a:gdLst>
                <a:gd name="T0" fmla="*/ 1 w 28"/>
                <a:gd name="T1" fmla="*/ 1 h 13"/>
                <a:gd name="T2" fmla="*/ 27 w 28"/>
                <a:gd name="T3" fmla="*/ 2 h 13"/>
                <a:gd name="T4" fmla="*/ 28 w 28"/>
                <a:gd name="T5" fmla="*/ 4 h 13"/>
                <a:gd name="T6" fmla="*/ 27 w 28"/>
                <a:gd name="T7" fmla="*/ 8 h 13"/>
                <a:gd name="T8" fmla="*/ 15 w 28"/>
                <a:gd name="T9" fmla="*/ 13 h 13"/>
                <a:gd name="T10" fmla="*/ 17 w 28"/>
                <a:gd name="T11" fmla="*/ 11 h 13"/>
                <a:gd name="T12" fmla="*/ 17 w 28"/>
                <a:gd name="T13" fmla="*/ 10 h 13"/>
                <a:gd name="T14" fmla="*/ 0 w 28"/>
                <a:gd name="T15" fmla="*/ 2 h 13"/>
                <a:gd name="T16" fmla="*/ 1 w 28"/>
                <a:gd name="T17"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3">
                  <a:moveTo>
                    <a:pt x="1" y="1"/>
                  </a:moveTo>
                  <a:cubicBezTo>
                    <a:pt x="9" y="0"/>
                    <a:pt x="20" y="0"/>
                    <a:pt x="27" y="2"/>
                  </a:cubicBezTo>
                  <a:cubicBezTo>
                    <a:pt x="27" y="3"/>
                    <a:pt x="28" y="3"/>
                    <a:pt x="28" y="4"/>
                  </a:cubicBezTo>
                  <a:cubicBezTo>
                    <a:pt x="28" y="5"/>
                    <a:pt x="27" y="7"/>
                    <a:pt x="27" y="8"/>
                  </a:cubicBezTo>
                  <a:cubicBezTo>
                    <a:pt x="24" y="11"/>
                    <a:pt x="18" y="11"/>
                    <a:pt x="15" y="13"/>
                  </a:cubicBezTo>
                  <a:cubicBezTo>
                    <a:pt x="16" y="12"/>
                    <a:pt x="16" y="12"/>
                    <a:pt x="17" y="11"/>
                  </a:cubicBezTo>
                  <a:cubicBezTo>
                    <a:pt x="17" y="11"/>
                    <a:pt x="17" y="11"/>
                    <a:pt x="17" y="10"/>
                  </a:cubicBezTo>
                  <a:cubicBezTo>
                    <a:pt x="9" y="12"/>
                    <a:pt x="4" y="6"/>
                    <a:pt x="0" y="2"/>
                  </a:cubicBezTo>
                  <a:cubicBezTo>
                    <a:pt x="0" y="1"/>
                    <a:pt x="0" y="1"/>
                    <a:pt x="1" y="1"/>
                  </a:cubicBezTo>
                  <a:close/>
                </a:path>
              </a:pathLst>
            </a:custGeom>
            <a:grpFill/>
            <a:ln>
              <a:noFill/>
            </a:ln>
          </p:spPr>
          <p:txBody>
            <a:bodyPr vert="horz" wrap="square" lIns="91440" tIns="45720" rIns="91440" bIns="45720" numCol="1" anchor="t" anchorCtr="0" compatLnSpc="1"/>
            <a:lstStyle/>
            <a:p>
              <a:endParaRPr lang="zh-CN" altLang="en-US"/>
            </a:p>
          </p:txBody>
        </p:sp>
        <p:sp>
          <p:nvSpPr>
            <p:cNvPr id="61" name="Freeform 23"/>
            <p:cNvSpPr>
              <a:spLocks noEditPoints="1"/>
            </p:cNvSpPr>
            <p:nvPr/>
          </p:nvSpPr>
          <p:spPr bwMode="auto">
            <a:xfrm>
              <a:off x="4096675" y="1987868"/>
              <a:ext cx="365125" cy="593725"/>
            </a:xfrm>
            <a:custGeom>
              <a:avLst/>
              <a:gdLst>
                <a:gd name="T0" fmla="*/ 80 w 97"/>
                <a:gd name="T1" fmla="*/ 56 h 155"/>
                <a:gd name="T2" fmla="*/ 79 w 97"/>
                <a:gd name="T3" fmla="*/ 56 h 155"/>
                <a:gd name="T4" fmla="*/ 81 w 97"/>
                <a:gd name="T5" fmla="*/ 38 h 155"/>
                <a:gd name="T6" fmla="*/ 82 w 97"/>
                <a:gd name="T7" fmla="*/ 38 h 155"/>
                <a:gd name="T8" fmla="*/ 95 w 97"/>
                <a:gd name="T9" fmla="*/ 38 h 155"/>
                <a:gd name="T10" fmla="*/ 97 w 97"/>
                <a:gd name="T11" fmla="*/ 36 h 155"/>
                <a:gd name="T12" fmla="*/ 83 w 97"/>
                <a:gd name="T13" fmla="*/ 31 h 155"/>
                <a:gd name="T14" fmla="*/ 83 w 97"/>
                <a:gd name="T15" fmla="*/ 31 h 155"/>
                <a:gd name="T16" fmla="*/ 76 w 97"/>
                <a:gd name="T17" fmla="*/ 16 h 155"/>
                <a:gd name="T18" fmla="*/ 76 w 97"/>
                <a:gd name="T19" fmla="*/ 15 h 155"/>
                <a:gd name="T20" fmla="*/ 94 w 97"/>
                <a:gd name="T21" fmla="*/ 12 h 155"/>
                <a:gd name="T22" fmla="*/ 94 w 97"/>
                <a:gd name="T23" fmla="*/ 6 h 155"/>
                <a:gd name="T24" fmla="*/ 83 w 97"/>
                <a:gd name="T25" fmla="*/ 0 h 155"/>
                <a:gd name="T26" fmla="*/ 45 w 97"/>
                <a:gd name="T27" fmla="*/ 8 h 155"/>
                <a:gd name="T28" fmla="*/ 30 w 97"/>
                <a:gd name="T29" fmla="*/ 10 h 155"/>
                <a:gd name="T30" fmla="*/ 29 w 97"/>
                <a:gd name="T31" fmla="*/ 11 h 155"/>
                <a:gd name="T32" fmla="*/ 52 w 97"/>
                <a:gd name="T33" fmla="*/ 24 h 155"/>
                <a:gd name="T34" fmla="*/ 51 w 97"/>
                <a:gd name="T35" fmla="*/ 37 h 155"/>
                <a:gd name="T36" fmla="*/ 38 w 97"/>
                <a:gd name="T37" fmla="*/ 41 h 155"/>
                <a:gd name="T38" fmla="*/ 34 w 97"/>
                <a:gd name="T39" fmla="*/ 35 h 155"/>
                <a:gd name="T40" fmla="*/ 23 w 97"/>
                <a:gd name="T41" fmla="*/ 59 h 155"/>
                <a:gd name="T42" fmla="*/ 26 w 97"/>
                <a:gd name="T43" fmla="*/ 61 h 155"/>
                <a:gd name="T44" fmla="*/ 31 w 97"/>
                <a:gd name="T45" fmla="*/ 60 h 155"/>
                <a:gd name="T46" fmla="*/ 36 w 97"/>
                <a:gd name="T47" fmla="*/ 58 h 155"/>
                <a:gd name="T48" fmla="*/ 40 w 97"/>
                <a:gd name="T49" fmla="*/ 52 h 155"/>
                <a:gd name="T50" fmla="*/ 49 w 97"/>
                <a:gd name="T51" fmla="*/ 46 h 155"/>
                <a:gd name="T52" fmla="*/ 50 w 97"/>
                <a:gd name="T53" fmla="*/ 46 h 155"/>
                <a:gd name="T54" fmla="*/ 51 w 97"/>
                <a:gd name="T55" fmla="*/ 61 h 155"/>
                <a:gd name="T56" fmla="*/ 37 w 97"/>
                <a:gd name="T57" fmla="*/ 65 h 155"/>
                <a:gd name="T58" fmla="*/ 9 w 97"/>
                <a:gd name="T59" fmla="*/ 73 h 155"/>
                <a:gd name="T60" fmla="*/ 8 w 97"/>
                <a:gd name="T61" fmla="*/ 74 h 155"/>
                <a:gd name="T62" fmla="*/ 17 w 97"/>
                <a:gd name="T63" fmla="*/ 79 h 155"/>
                <a:gd name="T64" fmla="*/ 47 w 97"/>
                <a:gd name="T65" fmla="*/ 70 h 155"/>
                <a:gd name="T66" fmla="*/ 48 w 97"/>
                <a:gd name="T67" fmla="*/ 70 h 155"/>
                <a:gd name="T68" fmla="*/ 40 w 97"/>
                <a:gd name="T69" fmla="*/ 86 h 155"/>
                <a:gd name="T70" fmla="*/ 20 w 97"/>
                <a:gd name="T71" fmla="*/ 121 h 155"/>
                <a:gd name="T72" fmla="*/ 13 w 97"/>
                <a:gd name="T73" fmla="*/ 131 h 155"/>
                <a:gd name="T74" fmla="*/ 13 w 97"/>
                <a:gd name="T75" fmla="*/ 133 h 155"/>
                <a:gd name="T76" fmla="*/ 0 w 97"/>
                <a:gd name="T77" fmla="*/ 151 h 155"/>
                <a:gd name="T78" fmla="*/ 1 w 97"/>
                <a:gd name="T79" fmla="*/ 155 h 155"/>
                <a:gd name="T80" fmla="*/ 6 w 97"/>
                <a:gd name="T81" fmla="*/ 148 h 155"/>
                <a:gd name="T82" fmla="*/ 11 w 97"/>
                <a:gd name="T83" fmla="*/ 147 h 155"/>
                <a:gd name="T84" fmla="*/ 20 w 97"/>
                <a:gd name="T85" fmla="*/ 134 h 155"/>
                <a:gd name="T86" fmla="*/ 22 w 97"/>
                <a:gd name="T87" fmla="*/ 132 h 155"/>
                <a:gd name="T88" fmla="*/ 20 w 97"/>
                <a:gd name="T89" fmla="*/ 132 h 155"/>
                <a:gd name="T90" fmla="*/ 38 w 97"/>
                <a:gd name="T91" fmla="*/ 100 h 155"/>
                <a:gd name="T92" fmla="*/ 46 w 97"/>
                <a:gd name="T93" fmla="*/ 89 h 155"/>
                <a:gd name="T94" fmla="*/ 63 w 97"/>
                <a:gd name="T95" fmla="*/ 66 h 155"/>
                <a:gd name="T96" fmla="*/ 80 w 97"/>
                <a:gd name="T97" fmla="*/ 61 h 155"/>
                <a:gd name="T98" fmla="*/ 95 w 97"/>
                <a:gd name="T99" fmla="*/ 62 h 155"/>
                <a:gd name="T100" fmla="*/ 97 w 97"/>
                <a:gd name="T101" fmla="*/ 59 h 155"/>
                <a:gd name="T102" fmla="*/ 80 w 97"/>
                <a:gd name="T103" fmla="*/ 56 h 155"/>
                <a:gd name="T104" fmla="*/ 67 w 97"/>
                <a:gd name="T105" fmla="*/ 58 h 155"/>
                <a:gd name="T106" fmla="*/ 65 w 97"/>
                <a:gd name="T107" fmla="*/ 59 h 155"/>
                <a:gd name="T108" fmla="*/ 65 w 97"/>
                <a:gd name="T109" fmla="*/ 53 h 155"/>
                <a:gd name="T110" fmla="*/ 65 w 97"/>
                <a:gd name="T111" fmla="*/ 53 h 155"/>
                <a:gd name="T112" fmla="*/ 67 w 97"/>
                <a:gd name="T113" fmla="*/ 58 h 155"/>
                <a:gd name="T114" fmla="*/ 67 w 97"/>
                <a:gd name="T115" fmla="*/ 58 h 155"/>
                <a:gd name="T116" fmla="*/ 69 w 97"/>
                <a:gd name="T117" fmla="*/ 48 h 155"/>
                <a:gd name="T118" fmla="*/ 68 w 97"/>
                <a:gd name="T119" fmla="*/ 49 h 155"/>
                <a:gd name="T120" fmla="*/ 66 w 97"/>
                <a:gd name="T121" fmla="*/ 48 h 155"/>
                <a:gd name="T122" fmla="*/ 69 w 97"/>
                <a:gd name="T123" fmla="*/ 20 h 155"/>
                <a:gd name="T124" fmla="*/ 69 w 97"/>
                <a:gd name="T125" fmla="*/ 48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7" h="155">
                  <a:moveTo>
                    <a:pt x="80" y="56"/>
                  </a:moveTo>
                  <a:cubicBezTo>
                    <a:pt x="80" y="56"/>
                    <a:pt x="79" y="56"/>
                    <a:pt x="79" y="56"/>
                  </a:cubicBezTo>
                  <a:cubicBezTo>
                    <a:pt x="80" y="51"/>
                    <a:pt x="82" y="46"/>
                    <a:pt x="81" y="38"/>
                  </a:cubicBezTo>
                  <a:cubicBezTo>
                    <a:pt x="82" y="38"/>
                    <a:pt x="82" y="38"/>
                    <a:pt x="82" y="38"/>
                  </a:cubicBezTo>
                  <a:cubicBezTo>
                    <a:pt x="87" y="40"/>
                    <a:pt x="90" y="43"/>
                    <a:pt x="95" y="38"/>
                  </a:cubicBezTo>
                  <a:cubicBezTo>
                    <a:pt x="96" y="38"/>
                    <a:pt x="96" y="36"/>
                    <a:pt x="97" y="36"/>
                  </a:cubicBezTo>
                  <a:cubicBezTo>
                    <a:pt x="96" y="30"/>
                    <a:pt x="89" y="30"/>
                    <a:pt x="83" y="31"/>
                  </a:cubicBezTo>
                  <a:cubicBezTo>
                    <a:pt x="83" y="31"/>
                    <a:pt x="83" y="31"/>
                    <a:pt x="83" y="31"/>
                  </a:cubicBezTo>
                  <a:cubicBezTo>
                    <a:pt x="80" y="24"/>
                    <a:pt x="84" y="19"/>
                    <a:pt x="76" y="16"/>
                  </a:cubicBezTo>
                  <a:cubicBezTo>
                    <a:pt x="76" y="16"/>
                    <a:pt x="76" y="16"/>
                    <a:pt x="76" y="15"/>
                  </a:cubicBezTo>
                  <a:cubicBezTo>
                    <a:pt x="77" y="15"/>
                    <a:pt x="92" y="12"/>
                    <a:pt x="94" y="12"/>
                  </a:cubicBezTo>
                  <a:cubicBezTo>
                    <a:pt x="95" y="11"/>
                    <a:pt x="95" y="8"/>
                    <a:pt x="94" y="6"/>
                  </a:cubicBezTo>
                  <a:cubicBezTo>
                    <a:pt x="93" y="3"/>
                    <a:pt x="89" y="0"/>
                    <a:pt x="83" y="0"/>
                  </a:cubicBezTo>
                  <a:cubicBezTo>
                    <a:pt x="73" y="6"/>
                    <a:pt x="57" y="5"/>
                    <a:pt x="45" y="8"/>
                  </a:cubicBezTo>
                  <a:cubicBezTo>
                    <a:pt x="40" y="9"/>
                    <a:pt x="35" y="7"/>
                    <a:pt x="30" y="10"/>
                  </a:cubicBezTo>
                  <a:cubicBezTo>
                    <a:pt x="30" y="10"/>
                    <a:pt x="30" y="10"/>
                    <a:pt x="29" y="11"/>
                  </a:cubicBezTo>
                  <a:cubicBezTo>
                    <a:pt x="36" y="23"/>
                    <a:pt x="34" y="25"/>
                    <a:pt x="52" y="24"/>
                  </a:cubicBezTo>
                  <a:cubicBezTo>
                    <a:pt x="53" y="28"/>
                    <a:pt x="50" y="33"/>
                    <a:pt x="51" y="37"/>
                  </a:cubicBezTo>
                  <a:cubicBezTo>
                    <a:pt x="48" y="39"/>
                    <a:pt x="42" y="41"/>
                    <a:pt x="38" y="41"/>
                  </a:cubicBezTo>
                  <a:cubicBezTo>
                    <a:pt x="37" y="39"/>
                    <a:pt x="36" y="37"/>
                    <a:pt x="34" y="35"/>
                  </a:cubicBezTo>
                  <a:cubicBezTo>
                    <a:pt x="25" y="37"/>
                    <a:pt x="22" y="49"/>
                    <a:pt x="23" y="59"/>
                  </a:cubicBezTo>
                  <a:cubicBezTo>
                    <a:pt x="24" y="60"/>
                    <a:pt x="25" y="60"/>
                    <a:pt x="26" y="61"/>
                  </a:cubicBezTo>
                  <a:cubicBezTo>
                    <a:pt x="28" y="62"/>
                    <a:pt x="29" y="60"/>
                    <a:pt x="31" y="60"/>
                  </a:cubicBezTo>
                  <a:cubicBezTo>
                    <a:pt x="32" y="59"/>
                    <a:pt x="34" y="59"/>
                    <a:pt x="36" y="58"/>
                  </a:cubicBezTo>
                  <a:cubicBezTo>
                    <a:pt x="37" y="56"/>
                    <a:pt x="39" y="54"/>
                    <a:pt x="40" y="52"/>
                  </a:cubicBezTo>
                  <a:cubicBezTo>
                    <a:pt x="44" y="50"/>
                    <a:pt x="47" y="50"/>
                    <a:pt x="49" y="46"/>
                  </a:cubicBezTo>
                  <a:cubicBezTo>
                    <a:pt x="49" y="46"/>
                    <a:pt x="50" y="46"/>
                    <a:pt x="50" y="46"/>
                  </a:cubicBezTo>
                  <a:cubicBezTo>
                    <a:pt x="50" y="51"/>
                    <a:pt x="51" y="55"/>
                    <a:pt x="51" y="61"/>
                  </a:cubicBezTo>
                  <a:cubicBezTo>
                    <a:pt x="47" y="64"/>
                    <a:pt x="42" y="64"/>
                    <a:pt x="37" y="65"/>
                  </a:cubicBezTo>
                  <a:cubicBezTo>
                    <a:pt x="29" y="68"/>
                    <a:pt x="19" y="73"/>
                    <a:pt x="9" y="73"/>
                  </a:cubicBezTo>
                  <a:cubicBezTo>
                    <a:pt x="9" y="73"/>
                    <a:pt x="8" y="74"/>
                    <a:pt x="8" y="74"/>
                  </a:cubicBezTo>
                  <a:cubicBezTo>
                    <a:pt x="10" y="77"/>
                    <a:pt x="14" y="78"/>
                    <a:pt x="17" y="79"/>
                  </a:cubicBezTo>
                  <a:cubicBezTo>
                    <a:pt x="22" y="81"/>
                    <a:pt x="46" y="72"/>
                    <a:pt x="47" y="70"/>
                  </a:cubicBezTo>
                  <a:cubicBezTo>
                    <a:pt x="47" y="70"/>
                    <a:pt x="47" y="70"/>
                    <a:pt x="48" y="70"/>
                  </a:cubicBezTo>
                  <a:cubicBezTo>
                    <a:pt x="47" y="76"/>
                    <a:pt x="42" y="81"/>
                    <a:pt x="40" y="86"/>
                  </a:cubicBezTo>
                  <a:cubicBezTo>
                    <a:pt x="34" y="98"/>
                    <a:pt x="27" y="109"/>
                    <a:pt x="20" y="121"/>
                  </a:cubicBezTo>
                  <a:cubicBezTo>
                    <a:pt x="18" y="124"/>
                    <a:pt x="15" y="127"/>
                    <a:pt x="13" y="131"/>
                  </a:cubicBezTo>
                  <a:cubicBezTo>
                    <a:pt x="12" y="132"/>
                    <a:pt x="13" y="131"/>
                    <a:pt x="13" y="133"/>
                  </a:cubicBezTo>
                  <a:cubicBezTo>
                    <a:pt x="9" y="139"/>
                    <a:pt x="4" y="145"/>
                    <a:pt x="0" y="151"/>
                  </a:cubicBezTo>
                  <a:cubicBezTo>
                    <a:pt x="0" y="153"/>
                    <a:pt x="0" y="154"/>
                    <a:pt x="1" y="155"/>
                  </a:cubicBezTo>
                  <a:cubicBezTo>
                    <a:pt x="4" y="154"/>
                    <a:pt x="4" y="150"/>
                    <a:pt x="6" y="148"/>
                  </a:cubicBezTo>
                  <a:cubicBezTo>
                    <a:pt x="8" y="147"/>
                    <a:pt x="9" y="147"/>
                    <a:pt x="11" y="147"/>
                  </a:cubicBezTo>
                  <a:cubicBezTo>
                    <a:pt x="13" y="146"/>
                    <a:pt x="20" y="136"/>
                    <a:pt x="20" y="134"/>
                  </a:cubicBezTo>
                  <a:cubicBezTo>
                    <a:pt x="21" y="133"/>
                    <a:pt x="21" y="133"/>
                    <a:pt x="22" y="132"/>
                  </a:cubicBezTo>
                  <a:cubicBezTo>
                    <a:pt x="21" y="132"/>
                    <a:pt x="21" y="132"/>
                    <a:pt x="20" y="132"/>
                  </a:cubicBezTo>
                  <a:cubicBezTo>
                    <a:pt x="25" y="121"/>
                    <a:pt x="32" y="110"/>
                    <a:pt x="38" y="100"/>
                  </a:cubicBezTo>
                  <a:cubicBezTo>
                    <a:pt x="41" y="97"/>
                    <a:pt x="44" y="93"/>
                    <a:pt x="46" y="89"/>
                  </a:cubicBezTo>
                  <a:cubicBezTo>
                    <a:pt x="51" y="80"/>
                    <a:pt x="54" y="71"/>
                    <a:pt x="63" y="66"/>
                  </a:cubicBezTo>
                  <a:cubicBezTo>
                    <a:pt x="67" y="63"/>
                    <a:pt x="74" y="62"/>
                    <a:pt x="80" y="61"/>
                  </a:cubicBezTo>
                  <a:cubicBezTo>
                    <a:pt x="85" y="61"/>
                    <a:pt x="91" y="65"/>
                    <a:pt x="95" y="62"/>
                  </a:cubicBezTo>
                  <a:cubicBezTo>
                    <a:pt x="96" y="61"/>
                    <a:pt x="96" y="60"/>
                    <a:pt x="97" y="59"/>
                  </a:cubicBezTo>
                  <a:cubicBezTo>
                    <a:pt x="94" y="55"/>
                    <a:pt x="85" y="53"/>
                    <a:pt x="80" y="56"/>
                  </a:cubicBezTo>
                  <a:close/>
                  <a:moveTo>
                    <a:pt x="67" y="58"/>
                  </a:moveTo>
                  <a:cubicBezTo>
                    <a:pt x="66" y="59"/>
                    <a:pt x="66" y="59"/>
                    <a:pt x="65" y="59"/>
                  </a:cubicBezTo>
                  <a:cubicBezTo>
                    <a:pt x="65" y="57"/>
                    <a:pt x="65" y="55"/>
                    <a:pt x="65" y="53"/>
                  </a:cubicBezTo>
                  <a:cubicBezTo>
                    <a:pt x="65" y="53"/>
                    <a:pt x="65" y="53"/>
                    <a:pt x="65" y="53"/>
                  </a:cubicBezTo>
                  <a:cubicBezTo>
                    <a:pt x="66" y="54"/>
                    <a:pt x="66" y="56"/>
                    <a:pt x="67" y="58"/>
                  </a:cubicBezTo>
                  <a:cubicBezTo>
                    <a:pt x="67" y="58"/>
                    <a:pt x="67" y="58"/>
                    <a:pt x="67" y="58"/>
                  </a:cubicBezTo>
                  <a:close/>
                  <a:moveTo>
                    <a:pt x="69" y="48"/>
                  </a:moveTo>
                  <a:cubicBezTo>
                    <a:pt x="68" y="49"/>
                    <a:pt x="68" y="49"/>
                    <a:pt x="68" y="49"/>
                  </a:cubicBezTo>
                  <a:cubicBezTo>
                    <a:pt x="67" y="48"/>
                    <a:pt x="66" y="48"/>
                    <a:pt x="66" y="48"/>
                  </a:cubicBezTo>
                  <a:cubicBezTo>
                    <a:pt x="63" y="42"/>
                    <a:pt x="67" y="24"/>
                    <a:pt x="69" y="20"/>
                  </a:cubicBezTo>
                  <a:cubicBezTo>
                    <a:pt x="72" y="24"/>
                    <a:pt x="68" y="42"/>
                    <a:pt x="69" y="48"/>
                  </a:cubicBezTo>
                  <a:close/>
                </a:path>
              </a:pathLst>
            </a:custGeom>
            <a:grpFill/>
            <a:ln>
              <a:noFill/>
            </a:ln>
          </p:spPr>
          <p:txBody>
            <a:bodyPr vert="horz" wrap="square" lIns="91440" tIns="45720" rIns="91440" bIns="45720" numCol="1" anchor="t" anchorCtr="0" compatLnSpc="1"/>
            <a:lstStyle/>
            <a:p>
              <a:endParaRPr lang="zh-CN" altLang="en-US"/>
            </a:p>
          </p:txBody>
        </p:sp>
        <p:sp>
          <p:nvSpPr>
            <p:cNvPr id="62" name="Freeform 24"/>
            <p:cNvSpPr/>
            <p:nvPr/>
          </p:nvSpPr>
          <p:spPr bwMode="auto">
            <a:xfrm>
              <a:off x="5284125" y="2194243"/>
              <a:ext cx="125413" cy="107950"/>
            </a:xfrm>
            <a:custGeom>
              <a:avLst/>
              <a:gdLst>
                <a:gd name="T0" fmla="*/ 10 w 33"/>
                <a:gd name="T1" fmla="*/ 1 h 28"/>
                <a:gd name="T2" fmla="*/ 14 w 33"/>
                <a:gd name="T3" fmla="*/ 3 h 28"/>
                <a:gd name="T4" fmla="*/ 20 w 33"/>
                <a:gd name="T5" fmla="*/ 1 h 28"/>
                <a:gd name="T6" fmla="*/ 31 w 33"/>
                <a:gd name="T7" fmla="*/ 6 h 28"/>
                <a:gd name="T8" fmla="*/ 6 w 33"/>
                <a:gd name="T9" fmla="*/ 2 h 28"/>
                <a:gd name="T10" fmla="*/ 7 w 33"/>
                <a:gd name="T11" fmla="*/ 1 h 28"/>
                <a:gd name="T12" fmla="*/ 8 w 33"/>
                <a:gd name="T13" fmla="*/ 3 h 28"/>
                <a:gd name="T14" fmla="*/ 10 w 33"/>
                <a:gd name="T15" fmla="*/ 2 h 28"/>
                <a:gd name="T16" fmla="*/ 10 w 33"/>
                <a:gd name="T17"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8">
                  <a:moveTo>
                    <a:pt x="10" y="1"/>
                  </a:moveTo>
                  <a:cubicBezTo>
                    <a:pt x="12" y="1"/>
                    <a:pt x="13" y="2"/>
                    <a:pt x="14" y="3"/>
                  </a:cubicBezTo>
                  <a:cubicBezTo>
                    <a:pt x="16" y="3"/>
                    <a:pt x="18" y="1"/>
                    <a:pt x="20" y="1"/>
                  </a:cubicBezTo>
                  <a:cubicBezTo>
                    <a:pt x="23" y="0"/>
                    <a:pt x="29" y="5"/>
                    <a:pt x="31" y="6"/>
                  </a:cubicBezTo>
                  <a:cubicBezTo>
                    <a:pt x="33" y="28"/>
                    <a:pt x="0" y="17"/>
                    <a:pt x="6" y="2"/>
                  </a:cubicBezTo>
                  <a:cubicBezTo>
                    <a:pt x="6" y="2"/>
                    <a:pt x="6" y="2"/>
                    <a:pt x="7" y="1"/>
                  </a:cubicBezTo>
                  <a:cubicBezTo>
                    <a:pt x="7" y="2"/>
                    <a:pt x="7" y="2"/>
                    <a:pt x="8" y="3"/>
                  </a:cubicBezTo>
                  <a:cubicBezTo>
                    <a:pt x="8" y="3"/>
                    <a:pt x="9" y="2"/>
                    <a:pt x="10" y="2"/>
                  </a:cubicBezTo>
                  <a:cubicBezTo>
                    <a:pt x="10" y="2"/>
                    <a:pt x="10" y="2"/>
                    <a:pt x="10" y="1"/>
                  </a:cubicBezTo>
                  <a:close/>
                </a:path>
              </a:pathLst>
            </a:custGeom>
            <a:grpFill/>
            <a:ln>
              <a:noFill/>
            </a:ln>
          </p:spPr>
          <p:txBody>
            <a:bodyPr vert="horz" wrap="square" lIns="91440" tIns="45720" rIns="91440" bIns="45720" numCol="1" anchor="t" anchorCtr="0" compatLnSpc="1"/>
            <a:lstStyle/>
            <a:p>
              <a:endParaRPr lang="zh-CN" altLang="en-US"/>
            </a:p>
          </p:txBody>
        </p:sp>
        <p:sp>
          <p:nvSpPr>
            <p:cNvPr id="63" name="Freeform 25"/>
            <p:cNvSpPr>
              <a:spLocks noEditPoints="1"/>
            </p:cNvSpPr>
            <p:nvPr/>
          </p:nvSpPr>
          <p:spPr bwMode="auto">
            <a:xfrm>
              <a:off x="4752312" y="1895793"/>
              <a:ext cx="271463" cy="539750"/>
            </a:xfrm>
            <a:custGeom>
              <a:avLst/>
              <a:gdLst>
                <a:gd name="T0" fmla="*/ 54 w 72"/>
                <a:gd name="T1" fmla="*/ 41 h 141"/>
                <a:gd name="T2" fmla="*/ 49 w 72"/>
                <a:gd name="T3" fmla="*/ 43 h 141"/>
                <a:gd name="T4" fmla="*/ 48 w 72"/>
                <a:gd name="T5" fmla="*/ 6 h 141"/>
                <a:gd name="T6" fmla="*/ 43 w 72"/>
                <a:gd name="T7" fmla="*/ 35 h 141"/>
                <a:gd name="T8" fmla="*/ 30 w 72"/>
                <a:gd name="T9" fmla="*/ 48 h 141"/>
                <a:gd name="T10" fmla="*/ 26 w 72"/>
                <a:gd name="T11" fmla="*/ 39 h 141"/>
                <a:gd name="T12" fmla="*/ 18 w 72"/>
                <a:gd name="T13" fmla="*/ 30 h 141"/>
                <a:gd name="T14" fmla="*/ 20 w 72"/>
                <a:gd name="T15" fmla="*/ 49 h 141"/>
                <a:gd name="T16" fmla="*/ 0 w 72"/>
                <a:gd name="T17" fmla="*/ 55 h 141"/>
                <a:gd name="T18" fmla="*/ 27 w 72"/>
                <a:gd name="T19" fmla="*/ 73 h 141"/>
                <a:gd name="T20" fmla="*/ 33 w 72"/>
                <a:gd name="T21" fmla="*/ 71 h 141"/>
                <a:gd name="T22" fmla="*/ 18 w 72"/>
                <a:gd name="T23" fmla="*/ 81 h 141"/>
                <a:gd name="T24" fmla="*/ 23 w 72"/>
                <a:gd name="T25" fmla="*/ 99 h 141"/>
                <a:gd name="T26" fmla="*/ 26 w 72"/>
                <a:gd name="T27" fmla="*/ 93 h 141"/>
                <a:gd name="T28" fmla="*/ 32 w 72"/>
                <a:gd name="T29" fmla="*/ 100 h 141"/>
                <a:gd name="T30" fmla="*/ 12 w 72"/>
                <a:gd name="T31" fmla="*/ 104 h 141"/>
                <a:gd name="T32" fmla="*/ 31 w 72"/>
                <a:gd name="T33" fmla="*/ 105 h 141"/>
                <a:gd name="T34" fmla="*/ 31 w 72"/>
                <a:gd name="T35" fmla="*/ 113 h 141"/>
                <a:gd name="T36" fmla="*/ 13 w 72"/>
                <a:gd name="T37" fmla="*/ 116 h 141"/>
                <a:gd name="T38" fmla="*/ 31 w 72"/>
                <a:gd name="T39" fmla="*/ 117 h 141"/>
                <a:gd name="T40" fmla="*/ 30 w 72"/>
                <a:gd name="T41" fmla="*/ 124 h 141"/>
                <a:gd name="T42" fmla="*/ 31 w 72"/>
                <a:gd name="T43" fmla="*/ 129 h 141"/>
                <a:gd name="T44" fmla="*/ 4 w 72"/>
                <a:gd name="T45" fmla="*/ 132 h 141"/>
                <a:gd name="T46" fmla="*/ 34 w 72"/>
                <a:gd name="T47" fmla="*/ 136 h 141"/>
                <a:gd name="T48" fmla="*/ 63 w 72"/>
                <a:gd name="T49" fmla="*/ 140 h 141"/>
                <a:gd name="T50" fmla="*/ 64 w 72"/>
                <a:gd name="T51" fmla="*/ 135 h 141"/>
                <a:gd name="T52" fmla="*/ 37 w 72"/>
                <a:gd name="T53" fmla="*/ 129 h 141"/>
                <a:gd name="T54" fmla="*/ 38 w 72"/>
                <a:gd name="T55" fmla="*/ 116 h 141"/>
                <a:gd name="T56" fmla="*/ 51 w 72"/>
                <a:gd name="T57" fmla="*/ 113 h 141"/>
                <a:gd name="T58" fmla="*/ 37 w 72"/>
                <a:gd name="T59" fmla="*/ 105 h 141"/>
                <a:gd name="T60" fmla="*/ 52 w 72"/>
                <a:gd name="T61" fmla="*/ 101 h 141"/>
                <a:gd name="T62" fmla="*/ 37 w 72"/>
                <a:gd name="T63" fmla="*/ 100 h 141"/>
                <a:gd name="T64" fmla="*/ 51 w 72"/>
                <a:gd name="T65" fmla="*/ 93 h 141"/>
                <a:gd name="T66" fmla="*/ 58 w 72"/>
                <a:gd name="T67" fmla="*/ 89 h 141"/>
                <a:gd name="T68" fmla="*/ 39 w 72"/>
                <a:gd name="T69" fmla="*/ 77 h 141"/>
                <a:gd name="T70" fmla="*/ 39 w 72"/>
                <a:gd name="T71" fmla="*/ 70 h 141"/>
                <a:gd name="T72" fmla="*/ 49 w 72"/>
                <a:gd name="T73" fmla="*/ 65 h 141"/>
                <a:gd name="T74" fmla="*/ 44 w 72"/>
                <a:gd name="T75" fmla="*/ 59 h 141"/>
                <a:gd name="T76" fmla="*/ 50 w 72"/>
                <a:gd name="T77" fmla="*/ 50 h 141"/>
                <a:gd name="T78" fmla="*/ 71 w 72"/>
                <a:gd name="T79" fmla="*/ 42 h 141"/>
                <a:gd name="T80" fmla="*/ 24 w 72"/>
                <a:gd name="T81" fmla="*/ 91 h 141"/>
                <a:gd name="T82" fmla="*/ 32 w 72"/>
                <a:gd name="T83" fmla="*/ 82 h 141"/>
                <a:gd name="T84" fmla="*/ 33 w 72"/>
                <a:gd name="T85" fmla="*/ 90 h 141"/>
                <a:gd name="T86" fmla="*/ 39 w 72"/>
                <a:gd name="T87" fmla="*/ 81 h 141"/>
                <a:gd name="T88" fmla="*/ 49 w 72"/>
                <a:gd name="T89" fmla="*/ 80 h 141"/>
                <a:gd name="T90" fmla="*/ 38 w 72"/>
                <a:gd name="T91" fmla="*/ 89 h 141"/>
                <a:gd name="T92" fmla="*/ 30 w 72"/>
                <a:gd name="T93" fmla="*/ 61 h 141"/>
                <a:gd name="T94" fmla="*/ 37 w 72"/>
                <a:gd name="T95" fmla="*/ 53 h 141"/>
                <a:gd name="T96" fmla="*/ 30 w 72"/>
                <a:gd name="T97" fmla="*/ 61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 h="141">
                  <a:moveTo>
                    <a:pt x="71" y="42"/>
                  </a:moveTo>
                  <a:cubicBezTo>
                    <a:pt x="69" y="39"/>
                    <a:pt x="58" y="40"/>
                    <a:pt x="54" y="41"/>
                  </a:cubicBezTo>
                  <a:cubicBezTo>
                    <a:pt x="54" y="42"/>
                    <a:pt x="53" y="43"/>
                    <a:pt x="52" y="44"/>
                  </a:cubicBezTo>
                  <a:cubicBezTo>
                    <a:pt x="51" y="43"/>
                    <a:pt x="50" y="43"/>
                    <a:pt x="49" y="43"/>
                  </a:cubicBezTo>
                  <a:cubicBezTo>
                    <a:pt x="47" y="32"/>
                    <a:pt x="61" y="2"/>
                    <a:pt x="47" y="0"/>
                  </a:cubicBezTo>
                  <a:cubicBezTo>
                    <a:pt x="47" y="2"/>
                    <a:pt x="48" y="4"/>
                    <a:pt x="48" y="6"/>
                  </a:cubicBezTo>
                  <a:cubicBezTo>
                    <a:pt x="47" y="13"/>
                    <a:pt x="45" y="22"/>
                    <a:pt x="44" y="28"/>
                  </a:cubicBezTo>
                  <a:cubicBezTo>
                    <a:pt x="43" y="31"/>
                    <a:pt x="43" y="33"/>
                    <a:pt x="43" y="35"/>
                  </a:cubicBezTo>
                  <a:cubicBezTo>
                    <a:pt x="42" y="38"/>
                    <a:pt x="41" y="42"/>
                    <a:pt x="41" y="45"/>
                  </a:cubicBezTo>
                  <a:cubicBezTo>
                    <a:pt x="39" y="46"/>
                    <a:pt x="33" y="49"/>
                    <a:pt x="30" y="48"/>
                  </a:cubicBezTo>
                  <a:cubicBezTo>
                    <a:pt x="29" y="47"/>
                    <a:pt x="29" y="47"/>
                    <a:pt x="27" y="46"/>
                  </a:cubicBezTo>
                  <a:cubicBezTo>
                    <a:pt x="25" y="44"/>
                    <a:pt x="27" y="42"/>
                    <a:pt x="26" y="39"/>
                  </a:cubicBezTo>
                  <a:cubicBezTo>
                    <a:pt x="25" y="35"/>
                    <a:pt x="22" y="33"/>
                    <a:pt x="19" y="30"/>
                  </a:cubicBezTo>
                  <a:cubicBezTo>
                    <a:pt x="19" y="30"/>
                    <a:pt x="18" y="30"/>
                    <a:pt x="18" y="30"/>
                  </a:cubicBezTo>
                  <a:cubicBezTo>
                    <a:pt x="18" y="30"/>
                    <a:pt x="17" y="31"/>
                    <a:pt x="17" y="31"/>
                  </a:cubicBezTo>
                  <a:cubicBezTo>
                    <a:pt x="18" y="34"/>
                    <a:pt x="21" y="48"/>
                    <a:pt x="20" y="49"/>
                  </a:cubicBezTo>
                  <a:cubicBezTo>
                    <a:pt x="19" y="50"/>
                    <a:pt x="2" y="54"/>
                    <a:pt x="0" y="54"/>
                  </a:cubicBezTo>
                  <a:cubicBezTo>
                    <a:pt x="0" y="55"/>
                    <a:pt x="0" y="55"/>
                    <a:pt x="0" y="55"/>
                  </a:cubicBezTo>
                  <a:cubicBezTo>
                    <a:pt x="7" y="59"/>
                    <a:pt x="13" y="58"/>
                    <a:pt x="21" y="59"/>
                  </a:cubicBezTo>
                  <a:cubicBezTo>
                    <a:pt x="23" y="66"/>
                    <a:pt x="23" y="70"/>
                    <a:pt x="27" y="73"/>
                  </a:cubicBezTo>
                  <a:cubicBezTo>
                    <a:pt x="30" y="73"/>
                    <a:pt x="31" y="72"/>
                    <a:pt x="32" y="71"/>
                  </a:cubicBezTo>
                  <a:cubicBezTo>
                    <a:pt x="33" y="71"/>
                    <a:pt x="33" y="71"/>
                    <a:pt x="33" y="71"/>
                  </a:cubicBezTo>
                  <a:cubicBezTo>
                    <a:pt x="34" y="79"/>
                    <a:pt x="33" y="77"/>
                    <a:pt x="27" y="78"/>
                  </a:cubicBezTo>
                  <a:cubicBezTo>
                    <a:pt x="25" y="79"/>
                    <a:pt x="20" y="81"/>
                    <a:pt x="18" y="81"/>
                  </a:cubicBezTo>
                  <a:cubicBezTo>
                    <a:pt x="15" y="80"/>
                    <a:pt x="10" y="78"/>
                    <a:pt x="6" y="78"/>
                  </a:cubicBezTo>
                  <a:cubicBezTo>
                    <a:pt x="5" y="81"/>
                    <a:pt x="18" y="99"/>
                    <a:pt x="23" y="99"/>
                  </a:cubicBezTo>
                  <a:cubicBezTo>
                    <a:pt x="25" y="98"/>
                    <a:pt x="26" y="97"/>
                    <a:pt x="27" y="96"/>
                  </a:cubicBezTo>
                  <a:cubicBezTo>
                    <a:pt x="27" y="95"/>
                    <a:pt x="27" y="95"/>
                    <a:pt x="26" y="93"/>
                  </a:cubicBezTo>
                  <a:cubicBezTo>
                    <a:pt x="28" y="93"/>
                    <a:pt x="30" y="93"/>
                    <a:pt x="32" y="93"/>
                  </a:cubicBezTo>
                  <a:cubicBezTo>
                    <a:pt x="33" y="95"/>
                    <a:pt x="32" y="98"/>
                    <a:pt x="32" y="100"/>
                  </a:cubicBezTo>
                  <a:cubicBezTo>
                    <a:pt x="29" y="101"/>
                    <a:pt x="16" y="103"/>
                    <a:pt x="12" y="103"/>
                  </a:cubicBezTo>
                  <a:cubicBezTo>
                    <a:pt x="12" y="104"/>
                    <a:pt x="12" y="104"/>
                    <a:pt x="12" y="104"/>
                  </a:cubicBezTo>
                  <a:cubicBezTo>
                    <a:pt x="13" y="105"/>
                    <a:pt x="14" y="107"/>
                    <a:pt x="15" y="108"/>
                  </a:cubicBezTo>
                  <a:cubicBezTo>
                    <a:pt x="18" y="109"/>
                    <a:pt x="27" y="105"/>
                    <a:pt x="31" y="105"/>
                  </a:cubicBezTo>
                  <a:cubicBezTo>
                    <a:pt x="32" y="105"/>
                    <a:pt x="32" y="105"/>
                    <a:pt x="32" y="106"/>
                  </a:cubicBezTo>
                  <a:cubicBezTo>
                    <a:pt x="33" y="108"/>
                    <a:pt x="32" y="111"/>
                    <a:pt x="31" y="113"/>
                  </a:cubicBezTo>
                  <a:cubicBezTo>
                    <a:pt x="26" y="114"/>
                    <a:pt x="20" y="115"/>
                    <a:pt x="14" y="114"/>
                  </a:cubicBezTo>
                  <a:cubicBezTo>
                    <a:pt x="13" y="115"/>
                    <a:pt x="13" y="115"/>
                    <a:pt x="13" y="116"/>
                  </a:cubicBezTo>
                  <a:cubicBezTo>
                    <a:pt x="14" y="117"/>
                    <a:pt x="14" y="118"/>
                    <a:pt x="16" y="119"/>
                  </a:cubicBezTo>
                  <a:cubicBezTo>
                    <a:pt x="20" y="120"/>
                    <a:pt x="27" y="118"/>
                    <a:pt x="31" y="117"/>
                  </a:cubicBezTo>
                  <a:cubicBezTo>
                    <a:pt x="31" y="119"/>
                    <a:pt x="31" y="122"/>
                    <a:pt x="31" y="124"/>
                  </a:cubicBezTo>
                  <a:cubicBezTo>
                    <a:pt x="30" y="125"/>
                    <a:pt x="30" y="124"/>
                    <a:pt x="30" y="124"/>
                  </a:cubicBezTo>
                  <a:cubicBezTo>
                    <a:pt x="29" y="124"/>
                    <a:pt x="29" y="124"/>
                    <a:pt x="29" y="124"/>
                  </a:cubicBezTo>
                  <a:cubicBezTo>
                    <a:pt x="30" y="126"/>
                    <a:pt x="30" y="127"/>
                    <a:pt x="31" y="129"/>
                  </a:cubicBezTo>
                  <a:cubicBezTo>
                    <a:pt x="23" y="131"/>
                    <a:pt x="11" y="130"/>
                    <a:pt x="4" y="130"/>
                  </a:cubicBezTo>
                  <a:cubicBezTo>
                    <a:pt x="4" y="130"/>
                    <a:pt x="4" y="131"/>
                    <a:pt x="4" y="132"/>
                  </a:cubicBezTo>
                  <a:cubicBezTo>
                    <a:pt x="9" y="138"/>
                    <a:pt x="17" y="135"/>
                    <a:pt x="28" y="135"/>
                  </a:cubicBezTo>
                  <a:cubicBezTo>
                    <a:pt x="30" y="135"/>
                    <a:pt x="33" y="137"/>
                    <a:pt x="34" y="136"/>
                  </a:cubicBezTo>
                  <a:cubicBezTo>
                    <a:pt x="37" y="136"/>
                    <a:pt x="42" y="134"/>
                    <a:pt x="46" y="136"/>
                  </a:cubicBezTo>
                  <a:cubicBezTo>
                    <a:pt x="51" y="137"/>
                    <a:pt x="58" y="141"/>
                    <a:pt x="63" y="140"/>
                  </a:cubicBezTo>
                  <a:cubicBezTo>
                    <a:pt x="64" y="139"/>
                    <a:pt x="64" y="139"/>
                    <a:pt x="64" y="138"/>
                  </a:cubicBezTo>
                  <a:cubicBezTo>
                    <a:pt x="64" y="137"/>
                    <a:pt x="64" y="136"/>
                    <a:pt x="64" y="135"/>
                  </a:cubicBezTo>
                  <a:cubicBezTo>
                    <a:pt x="60" y="132"/>
                    <a:pt x="55" y="130"/>
                    <a:pt x="51" y="129"/>
                  </a:cubicBezTo>
                  <a:cubicBezTo>
                    <a:pt x="46" y="128"/>
                    <a:pt x="41" y="130"/>
                    <a:pt x="37" y="129"/>
                  </a:cubicBezTo>
                  <a:cubicBezTo>
                    <a:pt x="35" y="127"/>
                    <a:pt x="37" y="120"/>
                    <a:pt x="37" y="117"/>
                  </a:cubicBezTo>
                  <a:cubicBezTo>
                    <a:pt x="38" y="116"/>
                    <a:pt x="38" y="116"/>
                    <a:pt x="38" y="116"/>
                  </a:cubicBezTo>
                  <a:cubicBezTo>
                    <a:pt x="43" y="114"/>
                    <a:pt x="48" y="118"/>
                    <a:pt x="52" y="116"/>
                  </a:cubicBezTo>
                  <a:cubicBezTo>
                    <a:pt x="52" y="115"/>
                    <a:pt x="52" y="114"/>
                    <a:pt x="51" y="113"/>
                  </a:cubicBezTo>
                  <a:cubicBezTo>
                    <a:pt x="47" y="111"/>
                    <a:pt x="43" y="112"/>
                    <a:pt x="38" y="112"/>
                  </a:cubicBezTo>
                  <a:cubicBezTo>
                    <a:pt x="37" y="110"/>
                    <a:pt x="37" y="107"/>
                    <a:pt x="37" y="105"/>
                  </a:cubicBezTo>
                  <a:cubicBezTo>
                    <a:pt x="42" y="105"/>
                    <a:pt x="48" y="106"/>
                    <a:pt x="52" y="104"/>
                  </a:cubicBezTo>
                  <a:cubicBezTo>
                    <a:pt x="52" y="103"/>
                    <a:pt x="52" y="102"/>
                    <a:pt x="52" y="101"/>
                  </a:cubicBezTo>
                  <a:cubicBezTo>
                    <a:pt x="52" y="101"/>
                    <a:pt x="52" y="100"/>
                    <a:pt x="52" y="100"/>
                  </a:cubicBezTo>
                  <a:cubicBezTo>
                    <a:pt x="48" y="99"/>
                    <a:pt x="42" y="100"/>
                    <a:pt x="37" y="100"/>
                  </a:cubicBezTo>
                  <a:cubicBezTo>
                    <a:pt x="37" y="98"/>
                    <a:pt x="38" y="96"/>
                    <a:pt x="38" y="94"/>
                  </a:cubicBezTo>
                  <a:cubicBezTo>
                    <a:pt x="41" y="93"/>
                    <a:pt x="47" y="95"/>
                    <a:pt x="51" y="93"/>
                  </a:cubicBezTo>
                  <a:cubicBezTo>
                    <a:pt x="51" y="93"/>
                    <a:pt x="52" y="92"/>
                    <a:pt x="52" y="91"/>
                  </a:cubicBezTo>
                  <a:cubicBezTo>
                    <a:pt x="54" y="90"/>
                    <a:pt x="56" y="90"/>
                    <a:pt x="58" y="89"/>
                  </a:cubicBezTo>
                  <a:cubicBezTo>
                    <a:pt x="60" y="87"/>
                    <a:pt x="63" y="85"/>
                    <a:pt x="65" y="82"/>
                  </a:cubicBezTo>
                  <a:cubicBezTo>
                    <a:pt x="65" y="70"/>
                    <a:pt x="48" y="76"/>
                    <a:pt x="39" y="77"/>
                  </a:cubicBezTo>
                  <a:cubicBezTo>
                    <a:pt x="38" y="77"/>
                    <a:pt x="38" y="77"/>
                    <a:pt x="38" y="77"/>
                  </a:cubicBezTo>
                  <a:cubicBezTo>
                    <a:pt x="38" y="75"/>
                    <a:pt x="38" y="72"/>
                    <a:pt x="39" y="70"/>
                  </a:cubicBezTo>
                  <a:cubicBezTo>
                    <a:pt x="40" y="68"/>
                    <a:pt x="44" y="68"/>
                    <a:pt x="46" y="68"/>
                  </a:cubicBezTo>
                  <a:cubicBezTo>
                    <a:pt x="47" y="67"/>
                    <a:pt x="48" y="66"/>
                    <a:pt x="49" y="65"/>
                  </a:cubicBezTo>
                  <a:cubicBezTo>
                    <a:pt x="49" y="63"/>
                    <a:pt x="48" y="62"/>
                    <a:pt x="48" y="60"/>
                  </a:cubicBezTo>
                  <a:cubicBezTo>
                    <a:pt x="47" y="60"/>
                    <a:pt x="46" y="59"/>
                    <a:pt x="44" y="59"/>
                  </a:cubicBezTo>
                  <a:cubicBezTo>
                    <a:pt x="44" y="56"/>
                    <a:pt x="46" y="54"/>
                    <a:pt x="48" y="52"/>
                  </a:cubicBezTo>
                  <a:cubicBezTo>
                    <a:pt x="49" y="51"/>
                    <a:pt x="49" y="51"/>
                    <a:pt x="50" y="50"/>
                  </a:cubicBezTo>
                  <a:cubicBezTo>
                    <a:pt x="54" y="47"/>
                    <a:pt x="62" y="48"/>
                    <a:pt x="67" y="49"/>
                  </a:cubicBezTo>
                  <a:cubicBezTo>
                    <a:pt x="69" y="49"/>
                    <a:pt x="72" y="45"/>
                    <a:pt x="71" y="42"/>
                  </a:cubicBezTo>
                  <a:close/>
                  <a:moveTo>
                    <a:pt x="33" y="90"/>
                  </a:moveTo>
                  <a:cubicBezTo>
                    <a:pt x="30" y="90"/>
                    <a:pt x="27" y="90"/>
                    <a:pt x="24" y="91"/>
                  </a:cubicBezTo>
                  <a:cubicBezTo>
                    <a:pt x="23" y="89"/>
                    <a:pt x="22" y="88"/>
                    <a:pt x="22" y="85"/>
                  </a:cubicBezTo>
                  <a:cubicBezTo>
                    <a:pt x="25" y="84"/>
                    <a:pt x="29" y="82"/>
                    <a:pt x="32" y="82"/>
                  </a:cubicBezTo>
                  <a:cubicBezTo>
                    <a:pt x="32" y="82"/>
                    <a:pt x="33" y="82"/>
                    <a:pt x="33" y="82"/>
                  </a:cubicBezTo>
                  <a:cubicBezTo>
                    <a:pt x="34" y="85"/>
                    <a:pt x="33" y="87"/>
                    <a:pt x="33" y="90"/>
                  </a:cubicBezTo>
                  <a:close/>
                  <a:moveTo>
                    <a:pt x="38" y="81"/>
                  </a:moveTo>
                  <a:cubicBezTo>
                    <a:pt x="38" y="81"/>
                    <a:pt x="39" y="81"/>
                    <a:pt x="39" y="81"/>
                  </a:cubicBezTo>
                  <a:cubicBezTo>
                    <a:pt x="41" y="80"/>
                    <a:pt x="42" y="80"/>
                    <a:pt x="44" y="80"/>
                  </a:cubicBezTo>
                  <a:cubicBezTo>
                    <a:pt x="46" y="80"/>
                    <a:pt x="48" y="80"/>
                    <a:pt x="49" y="80"/>
                  </a:cubicBezTo>
                  <a:cubicBezTo>
                    <a:pt x="49" y="80"/>
                    <a:pt x="49" y="80"/>
                    <a:pt x="50" y="80"/>
                  </a:cubicBezTo>
                  <a:cubicBezTo>
                    <a:pt x="47" y="83"/>
                    <a:pt x="43" y="89"/>
                    <a:pt x="38" y="89"/>
                  </a:cubicBezTo>
                  <a:cubicBezTo>
                    <a:pt x="38" y="86"/>
                    <a:pt x="38" y="84"/>
                    <a:pt x="38" y="81"/>
                  </a:cubicBezTo>
                  <a:close/>
                  <a:moveTo>
                    <a:pt x="30" y="61"/>
                  </a:moveTo>
                  <a:cubicBezTo>
                    <a:pt x="29" y="60"/>
                    <a:pt x="30" y="58"/>
                    <a:pt x="30" y="56"/>
                  </a:cubicBezTo>
                  <a:cubicBezTo>
                    <a:pt x="32" y="55"/>
                    <a:pt x="35" y="54"/>
                    <a:pt x="37" y="53"/>
                  </a:cubicBezTo>
                  <a:cubicBezTo>
                    <a:pt x="38" y="53"/>
                    <a:pt x="38" y="53"/>
                    <a:pt x="38" y="53"/>
                  </a:cubicBezTo>
                  <a:cubicBezTo>
                    <a:pt x="38" y="56"/>
                    <a:pt x="34" y="62"/>
                    <a:pt x="30" y="61"/>
                  </a:cubicBezTo>
                  <a:close/>
                </a:path>
              </a:pathLst>
            </a:custGeom>
            <a:grpFill/>
            <a:ln>
              <a:noFill/>
            </a:ln>
          </p:spPr>
          <p:txBody>
            <a:bodyPr vert="horz" wrap="square" lIns="91440" tIns="45720" rIns="91440" bIns="45720" numCol="1" anchor="t" anchorCtr="0" compatLnSpc="1"/>
            <a:lstStyle/>
            <a:p>
              <a:endParaRPr lang="zh-CN" altLang="en-US"/>
            </a:p>
          </p:txBody>
        </p:sp>
        <p:sp>
          <p:nvSpPr>
            <p:cNvPr id="64" name="Freeform 26"/>
            <p:cNvSpPr>
              <a:spLocks noEditPoints="1"/>
            </p:cNvSpPr>
            <p:nvPr/>
          </p:nvSpPr>
          <p:spPr bwMode="auto">
            <a:xfrm>
              <a:off x="2885412" y="1922781"/>
              <a:ext cx="455613" cy="558800"/>
            </a:xfrm>
            <a:custGeom>
              <a:avLst/>
              <a:gdLst>
                <a:gd name="T0" fmla="*/ 108 w 121"/>
                <a:gd name="T1" fmla="*/ 71 h 146"/>
                <a:gd name="T2" fmla="*/ 89 w 121"/>
                <a:gd name="T3" fmla="*/ 40 h 146"/>
                <a:gd name="T4" fmla="*/ 81 w 121"/>
                <a:gd name="T5" fmla="*/ 59 h 146"/>
                <a:gd name="T6" fmla="*/ 69 w 121"/>
                <a:gd name="T7" fmla="*/ 78 h 146"/>
                <a:gd name="T8" fmla="*/ 65 w 121"/>
                <a:gd name="T9" fmla="*/ 112 h 146"/>
                <a:gd name="T10" fmla="*/ 60 w 121"/>
                <a:gd name="T11" fmla="*/ 109 h 146"/>
                <a:gd name="T12" fmla="*/ 42 w 121"/>
                <a:gd name="T13" fmla="*/ 120 h 146"/>
                <a:gd name="T14" fmla="*/ 60 w 121"/>
                <a:gd name="T15" fmla="*/ 107 h 146"/>
                <a:gd name="T16" fmla="*/ 60 w 121"/>
                <a:gd name="T17" fmla="*/ 92 h 146"/>
                <a:gd name="T18" fmla="*/ 43 w 121"/>
                <a:gd name="T19" fmla="*/ 90 h 146"/>
                <a:gd name="T20" fmla="*/ 58 w 121"/>
                <a:gd name="T21" fmla="*/ 75 h 146"/>
                <a:gd name="T22" fmla="*/ 74 w 121"/>
                <a:gd name="T23" fmla="*/ 64 h 146"/>
                <a:gd name="T24" fmla="*/ 53 w 121"/>
                <a:gd name="T25" fmla="*/ 59 h 146"/>
                <a:gd name="T26" fmla="*/ 62 w 121"/>
                <a:gd name="T27" fmla="*/ 42 h 146"/>
                <a:gd name="T28" fmla="*/ 75 w 121"/>
                <a:gd name="T29" fmla="*/ 30 h 146"/>
                <a:gd name="T30" fmla="*/ 61 w 121"/>
                <a:gd name="T31" fmla="*/ 0 h 146"/>
                <a:gd name="T32" fmla="*/ 49 w 121"/>
                <a:gd name="T33" fmla="*/ 30 h 146"/>
                <a:gd name="T34" fmla="*/ 42 w 121"/>
                <a:gd name="T35" fmla="*/ 32 h 146"/>
                <a:gd name="T36" fmla="*/ 21 w 121"/>
                <a:gd name="T37" fmla="*/ 23 h 146"/>
                <a:gd name="T38" fmla="*/ 0 w 121"/>
                <a:gd name="T39" fmla="*/ 48 h 146"/>
                <a:gd name="T40" fmla="*/ 35 w 121"/>
                <a:gd name="T41" fmla="*/ 64 h 146"/>
                <a:gd name="T42" fmla="*/ 28 w 121"/>
                <a:gd name="T43" fmla="*/ 96 h 146"/>
                <a:gd name="T44" fmla="*/ 38 w 121"/>
                <a:gd name="T45" fmla="*/ 85 h 146"/>
                <a:gd name="T46" fmla="*/ 7 w 121"/>
                <a:gd name="T47" fmla="*/ 104 h 146"/>
                <a:gd name="T48" fmla="*/ 38 w 121"/>
                <a:gd name="T49" fmla="*/ 99 h 146"/>
                <a:gd name="T50" fmla="*/ 8 w 121"/>
                <a:gd name="T51" fmla="*/ 116 h 146"/>
                <a:gd name="T52" fmla="*/ 37 w 121"/>
                <a:gd name="T53" fmla="*/ 113 h 146"/>
                <a:gd name="T54" fmla="*/ 31 w 121"/>
                <a:gd name="T55" fmla="*/ 119 h 146"/>
                <a:gd name="T56" fmla="*/ 9 w 121"/>
                <a:gd name="T57" fmla="*/ 132 h 146"/>
                <a:gd name="T58" fmla="*/ 39 w 121"/>
                <a:gd name="T59" fmla="*/ 132 h 146"/>
                <a:gd name="T60" fmla="*/ 61 w 121"/>
                <a:gd name="T61" fmla="*/ 116 h 146"/>
                <a:gd name="T62" fmla="*/ 61 w 121"/>
                <a:gd name="T63" fmla="*/ 139 h 146"/>
                <a:gd name="T64" fmla="*/ 69 w 121"/>
                <a:gd name="T65" fmla="*/ 130 h 146"/>
                <a:gd name="T66" fmla="*/ 103 w 121"/>
                <a:gd name="T67" fmla="*/ 124 h 146"/>
                <a:gd name="T68" fmla="*/ 113 w 121"/>
                <a:gd name="T69" fmla="*/ 96 h 146"/>
                <a:gd name="T70" fmla="*/ 59 w 121"/>
                <a:gd name="T71" fmla="*/ 65 h 146"/>
                <a:gd name="T72" fmla="*/ 59 w 121"/>
                <a:gd name="T73" fmla="*/ 65 h 146"/>
                <a:gd name="T74" fmla="*/ 27 w 121"/>
                <a:gd name="T75" fmla="*/ 75 h 146"/>
                <a:gd name="T76" fmla="*/ 38 w 121"/>
                <a:gd name="T77" fmla="*/ 78 h 146"/>
                <a:gd name="T78" fmla="*/ 47 w 121"/>
                <a:gd name="T79" fmla="*/ 45 h 146"/>
                <a:gd name="T80" fmla="*/ 39 w 121"/>
                <a:gd name="T81" fmla="*/ 55 h 146"/>
                <a:gd name="T82" fmla="*/ 86 w 121"/>
                <a:gd name="T83" fmla="*/ 129 h 146"/>
                <a:gd name="T84" fmla="*/ 74 w 121"/>
                <a:gd name="T85" fmla="*/ 124 h 146"/>
                <a:gd name="T86" fmla="*/ 72 w 121"/>
                <a:gd name="T87" fmla="*/ 120 h 146"/>
                <a:gd name="T88" fmla="*/ 102 w 121"/>
                <a:gd name="T89" fmla="*/ 7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1" h="146">
                  <a:moveTo>
                    <a:pt x="116" y="76"/>
                  </a:moveTo>
                  <a:cubicBezTo>
                    <a:pt x="115" y="74"/>
                    <a:pt x="114" y="74"/>
                    <a:pt x="112" y="74"/>
                  </a:cubicBezTo>
                  <a:cubicBezTo>
                    <a:pt x="111" y="73"/>
                    <a:pt x="110" y="72"/>
                    <a:pt x="108" y="71"/>
                  </a:cubicBezTo>
                  <a:cubicBezTo>
                    <a:pt x="104" y="69"/>
                    <a:pt x="89" y="73"/>
                    <a:pt x="85" y="74"/>
                  </a:cubicBezTo>
                  <a:cubicBezTo>
                    <a:pt x="85" y="74"/>
                    <a:pt x="84" y="73"/>
                    <a:pt x="84" y="73"/>
                  </a:cubicBezTo>
                  <a:cubicBezTo>
                    <a:pt x="86" y="63"/>
                    <a:pt x="92" y="50"/>
                    <a:pt x="89" y="40"/>
                  </a:cubicBezTo>
                  <a:cubicBezTo>
                    <a:pt x="88" y="40"/>
                    <a:pt x="88" y="41"/>
                    <a:pt x="87" y="41"/>
                  </a:cubicBezTo>
                  <a:cubicBezTo>
                    <a:pt x="86" y="44"/>
                    <a:pt x="86" y="47"/>
                    <a:pt x="85" y="51"/>
                  </a:cubicBezTo>
                  <a:cubicBezTo>
                    <a:pt x="84" y="54"/>
                    <a:pt x="82" y="56"/>
                    <a:pt x="81" y="59"/>
                  </a:cubicBezTo>
                  <a:cubicBezTo>
                    <a:pt x="81" y="61"/>
                    <a:pt x="81" y="62"/>
                    <a:pt x="81" y="64"/>
                  </a:cubicBezTo>
                  <a:cubicBezTo>
                    <a:pt x="80" y="67"/>
                    <a:pt x="79" y="71"/>
                    <a:pt x="78" y="74"/>
                  </a:cubicBezTo>
                  <a:cubicBezTo>
                    <a:pt x="76" y="76"/>
                    <a:pt x="71" y="76"/>
                    <a:pt x="69" y="78"/>
                  </a:cubicBezTo>
                  <a:cubicBezTo>
                    <a:pt x="70" y="80"/>
                    <a:pt x="73" y="82"/>
                    <a:pt x="75" y="82"/>
                  </a:cubicBezTo>
                  <a:cubicBezTo>
                    <a:pt x="77" y="86"/>
                    <a:pt x="69" y="110"/>
                    <a:pt x="67" y="113"/>
                  </a:cubicBezTo>
                  <a:cubicBezTo>
                    <a:pt x="66" y="113"/>
                    <a:pt x="66" y="113"/>
                    <a:pt x="65" y="112"/>
                  </a:cubicBezTo>
                  <a:cubicBezTo>
                    <a:pt x="65" y="112"/>
                    <a:pt x="65" y="112"/>
                    <a:pt x="65" y="111"/>
                  </a:cubicBezTo>
                  <a:cubicBezTo>
                    <a:pt x="65" y="111"/>
                    <a:pt x="66" y="111"/>
                    <a:pt x="66" y="111"/>
                  </a:cubicBezTo>
                  <a:cubicBezTo>
                    <a:pt x="65" y="110"/>
                    <a:pt x="62" y="110"/>
                    <a:pt x="60" y="109"/>
                  </a:cubicBezTo>
                  <a:cubicBezTo>
                    <a:pt x="60" y="109"/>
                    <a:pt x="60" y="109"/>
                    <a:pt x="59" y="109"/>
                  </a:cubicBezTo>
                  <a:cubicBezTo>
                    <a:pt x="59" y="110"/>
                    <a:pt x="60" y="111"/>
                    <a:pt x="60" y="112"/>
                  </a:cubicBezTo>
                  <a:cubicBezTo>
                    <a:pt x="59" y="113"/>
                    <a:pt x="43" y="120"/>
                    <a:pt x="42" y="120"/>
                  </a:cubicBezTo>
                  <a:cubicBezTo>
                    <a:pt x="42" y="118"/>
                    <a:pt x="44" y="111"/>
                    <a:pt x="44" y="110"/>
                  </a:cubicBezTo>
                  <a:cubicBezTo>
                    <a:pt x="44" y="110"/>
                    <a:pt x="44" y="110"/>
                    <a:pt x="45" y="110"/>
                  </a:cubicBezTo>
                  <a:cubicBezTo>
                    <a:pt x="45" y="110"/>
                    <a:pt x="58" y="107"/>
                    <a:pt x="60" y="107"/>
                  </a:cubicBezTo>
                  <a:cubicBezTo>
                    <a:pt x="61" y="107"/>
                    <a:pt x="61" y="106"/>
                    <a:pt x="62" y="105"/>
                  </a:cubicBezTo>
                  <a:cubicBezTo>
                    <a:pt x="62" y="97"/>
                    <a:pt x="47" y="104"/>
                    <a:pt x="43" y="105"/>
                  </a:cubicBezTo>
                  <a:cubicBezTo>
                    <a:pt x="43" y="96"/>
                    <a:pt x="55" y="97"/>
                    <a:pt x="60" y="92"/>
                  </a:cubicBezTo>
                  <a:cubicBezTo>
                    <a:pt x="59" y="91"/>
                    <a:pt x="59" y="91"/>
                    <a:pt x="59" y="90"/>
                  </a:cubicBezTo>
                  <a:cubicBezTo>
                    <a:pt x="54" y="87"/>
                    <a:pt x="50" y="89"/>
                    <a:pt x="45" y="90"/>
                  </a:cubicBezTo>
                  <a:cubicBezTo>
                    <a:pt x="44" y="90"/>
                    <a:pt x="44" y="90"/>
                    <a:pt x="43" y="90"/>
                  </a:cubicBezTo>
                  <a:cubicBezTo>
                    <a:pt x="44" y="88"/>
                    <a:pt x="44" y="85"/>
                    <a:pt x="45" y="82"/>
                  </a:cubicBezTo>
                  <a:cubicBezTo>
                    <a:pt x="49" y="80"/>
                    <a:pt x="60" y="83"/>
                    <a:pt x="62" y="77"/>
                  </a:cubicBezTo>
                  <a:cubicBezTo>
                    <a:pt x="60" y="76"/>
                    <a:pt x="60" y="75"/>
                    <a:pt x="58" y="75"/>
                  </a:cubicBezTo>
                  <a:cubicBezTo>
                    <a:pt x="58" y="75"/>
                    <a:pt x="58" y="74"/>
                    <a:pt x="58" y="74"/>
                  </a:cubicBezTo>
                  <a:cubicBezTo>
                    <a:pt x="61" y="72"/>
                    <a:pt x="63" y="70"/>
                    <a:pt x="66" y="68"/>
                  </a:cubicBezTo>
                  <a:cubicBezTo>
                    <a:pt x="70" y="66"/>
                    <a:pt x="72" y="68"/>
                    <a:pt x="74" y="64"/>
                  </a:cubicBezTo>
                  <a:cubicBezTo>
                    <a:pt x="74" y="63"/>
                    <a:pt x="74" y="62"/>
                    <a:pt x="74" y="61"/>
                  </a:cubicBezTo>
                  <a:cubicBezTo>
                    <a:pt x="67" y="51"/>
                    <a:pt x="63" y="62"/>
                    <a:pt x="54" y="59"/>
                  </a:cubicBezTo>
                  <a:cubicBezTo>
                    <a:pt x="54" y="59"/>
                    <a:pt x="54" y="59"/>
                    <a:pt x="53" y="59"/>
                  </a:cubicBezTo>
                  <a:cubicBezTo>
                    <a:pt x="54" y="58"/>
                    <a:pt x="54" y="57"/>
                    <a:pt x="54" y="57"/>
                  </a:cubicBezTo>
                  <a:cubicBezTo>
                    <a:pt x="56" y="52"/>
                    <a:pt x="52" y="52"/>
                    <a:pt x="55" y="46"/>
                  </a:cubicBezTo>
                  <a:cubicBezTo>
                    <a:pt x="62" y="45"/>
                    <a:pt x="59" y="44"/>
                    <a:pt x="62" y="42"/>
                  </a:cubicBezTo>
                  <a:cubicBezTo>
                    <a:pt x="64" y="42"/>
                    <a:pt x="65" y="42"/>
                    <a:pt x="67" y="42"/>
                  </a:cubicBezTo>
                  <a:cubicBezTo>
                    <a:pt x="70" y="40"/>
                    <a:pt x="73" y="38"/>
                    <a:pt x="75" y="36"/>
                  </a:cubicBezTo>
                  <a:cubicBezTo>
                    <a:pt x="75" y="34"/>
                    <a:pt x="75" y="32"/>
                    <a:pt x="75" y="30"/>
                  </a:cubicBezTo>
                  <a:cubicBezTo>
                    <a:pt x="72" y="29"/>
                    <a:pt x="70" y="28"/>
                    <a:pt x="68" y="27"/>
                  </a:cubicBezTo>
                  <a:cubicBezTo>
                    <a:pt x="66" y="26"/>
                    <a:pt x="66" y="24"/>
                    <a:pt x="64" y="23"/>
                  </a:cubicBezTo>
                  <a:cubicBezTo>
                    <a:pt x="64" y="13"/>
                    <a:pt x="71" y="6"/>
                    <a:pt x="61" y="0"/>
                  </a:cubicBezTo>
                  <a:cubicBezTo>
                    <a:pt x="61" y="0"/>
                    <a:pt x="60" y="0"/>
                    <a:pt x="60" y="0"/>
                  </a:cubicBezTo>
                  <a:cubicBezTo>
                    <a:pt x="58" y="7"/>
                    <a:pt x="57" y="20"/>
                    <a:pt x="54" y="25"/>
                  </a:cubicBezTo>
                  <a:cubicBezTo>
                    <a:pt x="53" y="27"/>
                    <a:pt x="50" y="28"/>
                    <a:pt x="49" y="30"/>
                  </a:cubicBezTo>
                  <a:cubicBezTo>
                    <a:pt x="47" y="32"/>
                    <a:pt x="46" y="34"/>
                    <a:pt x="42" y="34"/>
                  </a:cubicBezTo>
                  <a:cubicBezTo>
                    <a:pt x="42" y="33"/>
                    <a:pt x="42" y="34"/>
                    <a:pt x="43" y="33"/>
                  </a:cubicBezTo>
                  <a:cubicBezTo>
                    <a:pt x="42" y="33"/>
                    <a:pt x="42" y="33"/>
                    <a:pt x="42" y="32"/>
                  </a:cubicBezTo>
                  <a:cubicBezTo>
                    <a:pt x="40" y="35"/>
                    <a:pt x="35" y="34"/>
                    <a:pt x="31" y="34"/>
                  </a:cubicBezTo>
                  <a:cubicBezTo>
                    <a:pt x="27" y="31"/>
                    <a:pt x="25" y="27"/>
                    <a:pt x="22" y="23"/>
                  </a:cubicBezTo>
                  <a:cubicBezTo>
                    <a:pt x="21" y="23"/>
                    <a:pt x="21" y="23"/>
                    <a:pt x="21" y="23"/>
                  </a:cubicBezTo>
                  <a:cubicBezTo>
                    <a:pt x="21" y="25"/>
                    <a:pt x="26" y="35"/>
                    <a:pt x="25" y="38"/>
                  </a:cubicBezTo>
                  <a:cubicBezTo>
                    <a:pt x="24" y="40"/>
                    <a:pt x="19" y="40"/>
                    <a:pt x="18" y="41"/>
                  </a:cubicBezTo>
                  <a:cubicBezTo>
                    <a:pt x="12" y="43"/>
                    <a:pt x="5" y="44"/>
                    <a:pt x="0" y="48"/>
                  </a:cubicBezTo>
                  <a:cubicBezTo>
                    <a:pt x="3" y="62"/>
                    <a:pt x="18" y="53"/>
                    <a:pt x="29" y="53"/>
                  </a:cubicBezTo>
                  <a:cubicBezTo>
                    <a:pt x="30" y="55"/>
                    <a:pt x="29" y="57"/>
                    <a:pt x="30" y="59"/>
                  </a:cubicBezTo>
                  <a:cubicBezTo>
                    <a:pt x="31" y="61"/>
                    <a:pt x="33" y="63"/>
                    <a:pt x="35" y="64"/>
                  </a:cubicBezTo>
                  <a:cubicBezTo>
                    <a:pt x="33" y="67"/>
                    <a:pt x="16" y="69"/>
                    <a:pt x="10" y="69"/>
                  </a:cubicBezTo>
                  <a:cubicBezTo>
                    <a:pt x="10" y="69"/>
                    <a:pt x="10" y="70"/>
                    <a:pt x="10" y="70"/>
                  </a:cubicBezTo>
                  <a:cubicBezTo>
                    <a:pt x="11" y="78"/>
                    <a:pt x="19" y="96"/>
                    <a:pt x="28" y="96"/>
                  </a:cubicBezTo>
                  <a:cubicBezTo>
                    <a:pt x="28" y="96"/>
                    <a:pt x="29" y="95"/>
                    <a:pt x="29" y="95"/>
                  </a:cubicBezTo>
                  <a:cubicBezTo>
                    <a:pt x="31" y="93"/>
                    <a:pt x="30" y="91"/>
                    <a:pt x="30" y="87"/>
                  </a:cubicBezTo>
                  <a:cubicBezTo>
                    <a:pt x="32" y="85"/>
                    <a:pt x="35" y="84"/>
                    <a:pt x="38" y="85"/>
                  </a:cubicBezTo>
                  <a:cubicBezTo>
                    <a:pt x="38" y="88"/>
                    <a:pt x="38" y="90"/>
                    <a:pt x="38" y="93"/>
                  </a:cubicBezTo>
                  <a:cubicBezTo>
                    <a:pt x="28" y="96"/>
                    <a:pt x="19" y="103"/>
                    <a:pt x="8" y="104"/>
                  </a:cubicBezTo>
                  <a:cubicBezTo>
                    <a:pt x="8" y="104"/>
                    <a:pt x="7" y="104"/>
                    <a:pt x="7" y="104"/>
                  </a:cubicBezTo>
                  <a:cubicBezTo>
                    <a:pt x="7" y="104"/>
                    <a:pt x="7" y="105"/>
                    <a:pt x="7" y="105"/>
                  </a:cubicBezTo>
                  <a:cubicBezTo>
                    <a:pt x="9" y="106"/>
                    <a:pt x="11" y="107"/>
                    <a:pt x="13" y="108"/>
                  </a:cubicBezTo>
                  <a:cubicBezTo>
                    <a:pt x="18" y="110"/>
                    <a:pt x="31" y="100"/>
                    <a:pt x="38" y="99"/>
                  </a:cubicBezTo>
                  <a:cubicBezTo>
                    <a:pt x="38" y="102"/>
                    <a:pt x="38" y="105"/>
                    <a:pt x="37" y="107"/>
                  </a:cubicBezTo>
                  <a:cubicBezTo>
                    <a:pt x="31" y="111"/>
                    <a:pt x="21" y="114"/>
                    <a:pt x="14" y="116"/>
                  </a:cubicBezTo>
                  <a:cubicBezTo>
                    <a:pt x="11" y="117"/>
                    <a:pt x="10" y="116"/>
                    <a:pt x="8" y="116"/>
                  </a:cubicBezTo>
                  <a:cubicBezTo>
                    <a:pt x="8" y="116"/>
                    <a:pt x="8" y="116"/>
                    <a:pt x="8" y="116"/>
                  </a:cubicBezTo>
                  <a:cubicBezTo>
                    <a:pt x="8" y="118"/>
                    <a:pt x="8" y="118"/>
                    <a:pt x="9" y="119"/>
                  </a:cubicBezTo>
                  <a:cubicBezTo>
                    <a:pt x="15" y="123"/>
                    <a:pt x="31" y="113"/>
                    <a:pt x="37" y="113"/>
                  </a:cubicBezTo>
                  <a:cubicBezTo>
                    <a:pt x="37" y="116"/>
                    <a:pt x="37" y="119"/>
                    <a:pt x="37" y="122"/>
                  </a:cubicBezTo>
                  <a:cubicBezTo>
                    <a:pt x="35" y="122"/>
                    <a:pt x="33" y="120"/>
                    <a:pt x="32" y="118"/>
                  </a:cubicBezTo>
                  <a:cubicBezTo>
                    <a:pt x="32" y="118"/>
                    <a:pt x="32" y="119"/>
                    <a:pt x="31" y="119"/>
                  </a:cubicBezTo>
                  <a:cubicBezTo>
                    <a:pt x="33" y="120"/>
                    <a:pt x="34" y="122"/>
                    <a:pt x="34" y="124"/>
                  </a:cubicBezTo>
                  <a:cubicBezTo>
                    <a:pt x="27" y="127"/>
                    <a:pt x="20" y="131"/>
                    <a:pt x="13" y="134"/>
                  </a:cubicBezTo>
                  <a:cubicBezTo>
                    <a:pt x="11" y="134"/>
                    <a:pt x="10" y="133"/>
                    <a:pt x="9" y="132"/>
                  </a:cubicBezTo>
                  <a:cubicBezTo>
                    <a:pt x="8" y="132"/>
                    <a:pt x="8" y="133"/>
                    <a:pt x="8" y="133"/>
                  </a:cubicBezTo>
                  <a:cubicBezTo>
                    <a:pt x="8" y="146"/>
                    <a:pt x="29" y="131"/>
                    <a:pt x="36" y="130"/>
                  </a:cubicBezTo>
                  <a:cubicBezTo>
                    <a:pt x="37" y="131"/>
                    <a:pt x="38" y="131"/>
                    <a:pt x="39" y="132"/>
                  </a:cubicBezTo>
                  <a:cubicBezTo>
                    <a:pt x="43" y="131"/>
                    <a:pt x="41" y="128"/>
                    <a:pt x="44" y="126"/>
                  </a:cubicBezTo>
                  <a:cubicBezTo>
                    <a:pt x="49" y="122"/>
                    <a:pt x="56" y="120"/>
                    <a:pt x="60" y="116"/>
                  </a:cubicBezTo>
                  <a:cubicBezTo>
                    <a:pt x="60" y="116"/>
                    <a:pt x="61" y="116"/>
                    <a:pt x="61" y="116"/>
                  </a:cubicBezTo>
                  <a:cubicBezTo>
                    <a:pt x="62" y="117"/>
                    <a:pt x="64" y="118"/>
                    <a:pt x="64" y="120"/>
                  </a:cubicBezTo>
                  <a:cubicBezTo>
                    <a:pt x="66" y="124"/>
                    <a:pt x="62" y="136"/>
                    <a:pt x="61" y="139"/>
                  </a:cubicBezTo>
                  <a:cubicBezTo>
                    <a:pt x="61" y="139"/>
                    <a:pt x="61" y="139"/>
                    <a:pt x="61" y="139"/>
                  </a:cubicBezTo>
                  <a:cubicBezTo>
                    <a:pt x="61" y="139"/>
                    <a:pt x="61" y="140"/>
                    <a:pt x="61" y="140"/>
                  </a:cubicBezTo>
                  <a:cubicBezTo>
                    <a:pt x="63" y="138"/>
                    <a:pt x="68" y="131"/>
                    <a:pt x="68" y="130"/>
                  </a:cubicBezTo>
                  <a:cubicBezTo>
                    <a:pt x="69" y="130"/>
                    <a:pt x="69" y="130"/>
                    <a:pt x="69" y="130"/>
                  </a:cubicBezTo>
                  <a:cubicBezTo>
                    <a:pt x="70" y="132"/>
                    <a:pt x="72" y="134"/>
                    <a:pt x="73" y="136"/>
                  </a:cubicBezTo>
                  <a:cubicBezTo>
                    <a:pt x="74" y="138"/>
                    <a:pt x="85" y="145"/>
                    <a:pt x="87" y="145"/>
                  </a:cubicBezTo>
                  <a:cubicBezTo>
                    <a:pt x="95" y="141"/>
                    <a:pt x="100" y="132"/>
                    <a:pt x="103" y="124"/>
                  </a:cubicBezTo>
                  <a:cubicBezTo>
                    <a:pt x="104" y="121"/>
                    <a:pt x="105" y="119"/>
                    <a:pt x="106" y="116"/>
                  </a:cubicBezTo>
                  <a:cubicBezTo>
                    <a:pt x="107" y="115"/>
                    <a:pt x="107" y="114"/>
                    <a:pt x="108" y="112"/>
                  </a:cubicBezTo>
                  <a:cubicBezTo>
                    <a:pt x="110" y="107"/>
                    <a:pt x="111" y="101"/>
                    <a:pt x="113" y="96"/>
                  </a:cubicBezTo>
                  <a:cubicBezTo>
                    <a:pt x="115" y="89"/>
                    <a:pt x="121" y="83"/>
                    <a:pt x="116" y="76"/>
                  </a:cubicBezTo>
                  <a:close/>
                  <a:moveTo>
                    <a:pt x="59" y="65"/>
                  </a:moveTo>
                  <a:cubicBezTo>
                    <a:pt x="59" y="65"/>
                    <a:pt x="59" y="65"/>
                    <a:pt x="59" y="65"/>
                  </a:cubicBezTo>
                  <a:cubicBezTo>
                    <a:pt x="58" y="68"/>
                    <a:pt x="50" y="76"/>
                    <a:pt x="45" y="76"/>
                  </a:cubicBezTo>
                  <a:cubicBezTo>
                    <a:pt x="45" y="72"/>
                    <a:pt x="46" y="70"/>
                    <a:pt x="46" y="67"/>
                  </a:cubicBezTo>
                  <a:cubicBezTo>
                    <a:pt x="51" y="67"/>
                    <a:pt x="55" y="66"/>
                    <a:pt x="59" y="65"/>
                  </a:cubicBezTo>
                  <a:close/>
                  <a:moveTo>
                    <a:pt x="38" y="78"/>
                  </a:moveTo>
                  <a:cubicBezTo>
                    <a:pt x="36" y="79"/>
                    <a:pt x="29" y="83"/>
                    <a:pt x="27" y="80"/>
                  </a:cubicBezTo>
                  <a:cubicBezTo>
                    <a:pt x="27" y="78"/>
                    <a:pt x="27" y="77"/>
                    <a:pt x="27" y="75"/>
                  </a:cubicBezTo>
                  <a:cubicBezTo>
                    <a:pt x="30" y="74"/>
                    <a:pt x="35" y="74"/>
                    <a:pt x="37" y="72"/>
                  </a:cubicBezTo>
                  <a:cubicBezTo>
                    <a:pt x="38" y="72"/>
                    <a:pt x="38" y="72"/>
                    <a:pt x="38" y="72"/>
                  </a:cubicBezTo>
                  <a:cubicBezTo>
                    <a:pt x="38" y="74"/>
                    <a:pt x="38" y="76"/>
                    <a:pt x="38" y="78"/>
                  </a:cubicBezTo>
                  <a:close/>
                  <a:moveTo>
                    <a:pt x="39" y="55"/>
                  </a:moveTo>
                  <a:cubicBezTo>
                    <a:pt x="36" y="51"/>
                    <a:pt x="43" y="46"/>
                    <a:pt x="45" y="45"/>
                  </a:cubicBezTo>
                  <a:cubicBezTo>
                    <a:pt x="45" y="45"/>
                    <a:pt x="46" y="45"/>
                    <a:pt x="47" y="45"/>
                  </a:cubicBezTo>
                  <a:cubicBezTo>
                    <a:pt x="47" y="45"/>
                    <a:pt x="47" y="45"/>
                    <a:pt x="47" y="45"/>
                  </a:cubicBezTo>
                  <a:cubicBezTo>
                    <a:pt x="46" y="48"/>
                    <a:pt x="44" y="50"/>
                    <a:pt x="44" y="54"/>
                  </a:cubicBezTo>
                  <a:cubicBezTo>
                    <a:pt x="42" y="54"/>
                    <a:pt x="41" y="54"/>
                    <a:pt x="39" y="55"/>
                  </a:cubicBezTo>
                  <a:close/>
                  <a:moveTo>
                    <a:pt x="101" y="93"/>
                  </a:moveTo>
                  <a:cubicBezTo>
                    <a:pt x="98" y="103"/>
                    <a:pt x="95" y="112"/>
                    <a:pt x="91" y="121"/>
                  </a:cubicBezTo>
                  <a:cubicBezTo>
                    <a:pt x="90" y="124"/>
                    <a:pt x="87" y="126"/>
                    <a:pt x="86" y="129"/>
                  </a:cubicBezTo>
                  <a:cubicBezTo>
                    <a:pt x="85" y="130"/>
                    <a:pt x="85" y="130"/>
                    <a:pt x="84" y="130"/>
                  </a:cubicBezTo>
                  <a:cubicBezTo>
                    <a:pt x="81" y="128"/>
                    <a:pt x="78" y="126"/>
                    <a:pt x="76" y="123"/>
                  </a:cubicBezTo>
                  <a:cubicBezTo>
                    <a:pt x="76" y="123"/>
                    <a:pt x="75" y="124"/>
                    <a:pt x="74" y="124"/>
                  </a:cubicBezTo>
                  <a:cubicBezTo>
                    <a:pt x="74" y="124"/>
                    <a:pt x="74" y="123"/>
                    <a:pt x="74" y="123"/>
                  </a:cubicBezTo>
                  <a:cubicBezTo>
                    <a:pt x="73" y="122"/>
                    <a:pt x="74" y="122"/>
                    <a:pt x="74" y="122"/>
                  </a:cubicBezTo>
                  <a:cubicBezTo>
                    <a:pt x="73" y="121"/>
                    <a:pt x="73" y="120"/>
                    <a:pt x="72" y="120"/>
                  </a:cubicBezTo>
                  <a:cubicBezTo>
                    <a:pt x="72" y="113"/>
                    <a:pt x="81" y="85"/>
                    <a:pt x="84" y="81"/>
                  </a:cubicBezTo>
                  <a:cubicBezTo>
                    <a:pt x="87" y="78"/>
                    <a:pt x="91" y="79"/>
                    <a:pt x="95" y="76"/>
                  </a:cubicBezTo>
                  <a:cubicBezTo>
                    <a:pt x="98" y="76"/>
                    <a:pt x="100" y="76"/>
                    <a:pt x="102" y="77"/>
                  </a:cubicBezTo>
                  <a:cubicBezTo>
                    <a:pt x="106" y="82"/>
                    <a:pt x="102" y="88"/>
                    <a:pt x="101" y="93"/>
                  </a:cubicBezTo>
                  <a:close/>
                </a:path>
              </a:pathLst>
            </a:custGeom>
            <a:grpFill/>
            <a:ln>
              <a:noFill/>
            </a:ln>
          </p:spPr>
          <p:txBody>
            <a:bodyPr vert="horz" wrap="square" lIns="91440" tIns="45720" rIns="91440" bIns="45720" numCol="1" anchor="t" anchorCtr="0" compatLnSpc="1"/>
            <a:lstStyle/>
            <a:p>
              <a:endParaRPr lang="zh-CN" altLang="en-US"/>
            </a:p>
          </p:txBody>
        </p:sp>
        <p:sp>
          <p:nvSpPr>
            <p:cNvPr id="65" name="Freeform 27"/>
            <p:cNvSpPr/>
            <p:nvPr/>
          </p:nvSpPr>
          <p:spPr bwMode="auto">
            <a:xfrm>
              <a:off x="6612862" y="224504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p:spPr>
          <p:txBody>
            <a:bodyPr vert="horz" wrap="square" lIns="91440" tIns="45720" rIns="91440" bIns="45720" numCol="1" anchor="t" anchorCtr="0" compatLnSpc="1"/>
            <a:lstStyle/>
            <a:p>
              <a:endParaRPr lang="zh-CN" altLang="en-US"/>
            </a:p>
          </p:txBody>
        </p:sp>
        <p:sp>
          <p:nvSpPr>
            <p:cNvPr id="66" name="Freeform 28"/>
            <p:cNvSpPr>
              <a:spLocks noEditPoints="1"/>
            </p:cNvSpPr>
            <p:nvPr/>
          </p:nvSpPr>
          <p:spPr bwMode="auto">
            <a:xfrm>
              <a:off x="5288887" y="1892618"/>
              <a:ext cx="411163" cy="566738"/>
            </a:xfrm>
            <a:custGeom>
              <a:avLst/>
              <a:gdLst>
                <a:gd name="T0" fmla="*/ 58 w 109"/>
                <a:gd name="T1" fmla="*/ 98 h 148"/>
                <a:gd name="T2" fmla="*/ 85 w 109"/>
                <a:gd name="T3" fmla="*/ 69 h 148"/>
                <a:gd name="T4" fmla="*/ 84 w 109"/>
                <a:gd name="T5" fmla="*/ 60 h 148"/>
                <a:gd name="T6" fmla="*/ 72 w 109"/>
                <a:gd name="T7" fmla="*/ 70 h 148"/>
                <a:gd name="T8" fmla="*/ 56 w 109"/>
                <a:gd name="T9" fmla="*/ 85 h 148"/>
                <a:gd name="T10" fmla="*/ 84 w 109"/>
                <a:gd name="T11" fmla="*/ 47 h 148"/>
                <a:gd name="T12" fmla="*/ 82 w 109"/>
                <a:gd name="T13" fmla="*/ 37 h 148"/>
                <a:gd name="T14" fmla="*/ 67 w 109"/>
                <a:gd name="T15" fmla="*/ 31 h 148"/>
                <a:gd name="T16" fmla="*/ 67 w 109"/>
                <a:gd name="T17" fmla="*/ 33 h 148"/>
                <a:gd name="T18" fmla="*/ 64 w 109"/>
                <a:gd name="T19" fmla="*/ 34 h 148"/>
                <a:gd name="T20" fmla="*/ 57 w 109"/>
                <a:gd name="T21" fmla="*/ 41 h 148"/>
                <a:gd name="T22" fmla="*/ 42 w 109"/>
                <a:gd name="T23" fmla="*/ 1 h 148"/>
                <a:gd name="T24" fmla="*/ 43 w 109"/>
                <a:gd name="T25" fmla="*/ 10 h 148"/>
                <a:gd name="T26" fmla="*/ 43 w 109"/>
                <a:gd name="T27" fmla="*/ 45 h 148"/>
                <a:gd name="T28" fmla="*/ 0 w 109"/>
                <a:gd name="T29" fmla="*/ 55 h 148"/>
                <a:gd name="T30" fmla="*/ 43 w 109"/>
                <a:gd name="T31" fmla="*/ 59 h 148"/>
                <a:gd name="T32" fmla="*/ 43 w 109"/>
                <a:gd name="T33" fmla="*/ 83 h 148"/>
                <a:gd name="T34" fmla="*/ 42 w 109"/>
                <a:gd name="T35" fmla="*/ 83 h 148"/>
                <a:gd name="T36" fmla="*/ 40 w 109"/>
                <a:gd name="T37" fmla="*/ 86 h 148"/>
                <a:gd name="T38" fmla="*/ 26 w 109"/>
                <a:gd name="T39" fmla="*/ 101 h 148"/>
                <a:gd name="T40" fmla="*/ 8 w 109"/>
                <a:gd name="T41" fmla="*/ 133 h 148"/>
                <a:gd name="T42" fmla="*/ 27 w 109"/>
                <a:gd name="T43" fmla="*/ 133 h 148"/>
                <a:gd name="T44" fmla="*/ 47 w 109"/>
                <a:gd name="T45" fmla="*/ 145 h 148"/>
                <a:gd name="T46" fmla="*/ 56 w 109"/>
                <a:gd name="T47" fmla="*/ 119 h 148"/>
                <a:gd name="T48" fmla="*/ 90 w 109"/>
                <a:gd name="T49" fmla="*/ 117 h 148"/>
                <a:gd name="T50" fmla="*/ 87 w 109"/>
                <a:gd name="T51" fmla="*/ 120 h 148"/>
                <a:gd name="T52" fmla="*/ 109 w 109"/>
                <a:gd name="T53" fmla="*/ 121 h 148"/>
                <a:gd name="T54" fmla="*/ 41 w 109"/>
                <a:gd name="T55" fmla="*/ 124 h 148"/>
                <a:gd name="T56" fmla="*/ 35 w 109"/>
                <a:gd name="T57" fmla="*/ 124 h 148"/>
                <a:gd name="T58" fmla="*/ 33 w 109"/>
                <a:gd name="T59" fmla="*/ 125 h 148"/>
                <a:gd name="T60" fmla="*/ 28 w 109"/>
                <a:gd name="T61" fmla="*/ 124 h 148"/>
                <a:gd name="T62" fmla="*/ 24 w 109"/>
                <a:gd name="T63" fmla="*/ 124 h 148"/>
                <a:gd name="T64" fmla="*/ 35 w 109"/>
                <a:gd name="T65" fmla="*/ 102 h 148"/>
                <a:gd name="T66" fmla="*/ 41 w 109"/>
                <a:gd name="T67" fmla="*/ 124 h 148"/>
                <a:gd name="T68" fmla="*/ 39 w 109"/>
                <a:gd name="T69" fmla="*/ 97 h 148"/>
                <a:gd name="T70" fmla="*/ 43 w 109"/>
                <a:gd name="T71" fmla="*/ 9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9" h="148">
                  <a:moveTo>
                    <a:pt x="74" y="104"/>
                  </a:moveTo>
                  <a:cubicBezTo>
                    <a:pt x="69" y="102"/>
                    <a:pt x="62" y="102"/>
                    <a:pt x="58" y="98"/>
                  </a:cubicBezTo>
                  <a:cubicBezTo>
                    <a:pt x="56" y="97"/>
                    <a:pt x="57" y="93"/>
                    <a:pt x="57" y="90"/>
                  </a:cubicBezTo>
                  <a:cubicBezTo>
                    <a:pt x="64" y="81"/>
                    <a:pt x="79" y="78"/>
                    <a:pt x="85" y="69"/>
                  </a:cubicBezTo>
                  <a:cubicBezTo>
                    <a:pt x="86" y="68"/>
                    <a:pt x="86" y="65"/>
                    <a:pt x="87" y="64"/>
                  </a:cubicBezTo>
                  <a:cubicBezTo>
                    <a:pt x="86" y="62"/>
                    <a:pt x="85" y="61"/>
                    <a:pt x="84" y="60"/>
                  </a:cubicBezTo>
                  <a:cubicBezTo>
                    <a:pt x="81" y="61"/>
                    <a:pt x="79" y="61"/>
                    <a:pt x="77" y="61"/>
                  </a:cubicBezTo>
                  <a:cubicBezTo>
                    <a:pt x="75" y="63"/>
                    <a:pt x="74" y="67"/>
                    <a:pt x="72" y="70"/>
                  </a:cubicBezTo>
                  <a:cubicBezTo>
                    <a:pt x="70" y="74"/>
                    <a:pt x="61" y="83"/>
                    <a:pt x="57" y="85"/>
                  </a:cubicBezTo>
                  <a:cubicBezTo>
                    <a:pt x="57" y="85"/>
                    <a:pt x="57" y="85"/>
                    <a:pt x="56" y="85"/>
                  </a:cubicBezTo>
                  <a:cubicBezTo>
                    <a:pt x="57" y="77"/>
                    <a:pt x="56" y="63"/>
                    <a:pt x="58" y="55"/>
                  </a:cubicBezTo>
                  <a:cubicBezTo>
                    <a:pt x="67" y="50"/>
                    <a:pt x="80" y="54"/>
                    <a:pt x="84" y="47"/>
                  </a:cubicBezTo>
                  <a:cubicBezTo>
                    <a:pt x="84" y="43"/>
                    <a:pt x="82" y="43"/>
                    <a:pt x="84" y="40"/>
                  </a:cubicBezTo>
                  <a:cubicBezTo>
                    <a:pt x="83" y="39"/>
                    <a:pt x="82" y="38"/>
                    <a:pt x="82" y="37"/>
                  </a:cubicBezTo>
                  <a:cubicBezTo>
                    <a:pt x="79" y="36"/>
                    <a:pt x="76" y="36"/>
                    <a:pt x="73" y="35"/>
                  </a:cubicBezTo>
                  <a:cubicBezTo>
                    <a:pt x="71" y="34"/>
                    <a:pt x="69" y="32"/>
                    <a:pt x="67" y="31"/>
                  </a:cubicBezTo>
                  <a:cubicBezTo>
                    <a:pt x="66" y="31"/>
                    <a:pt x="66" y="31"/>
                    <a:pt x="66" y="32"/>
                  </a:cubicBezTo>
                  <a:cubicBezTo>
                    <a:pt x="66" y="32"/>
                    <a:pt x="67" y="33"/>
                    <a:pt x="67" y="33"/>
                  </a:cubicBezTo>
                  <a:cubicBezTo>
                    <a:pt x="66" y="34"/>
                    <a:pt x="66" y="34"/>
                    <a:pt x="65" y="33"/>
                  </a:cubicBezTo>
                  <a:cubicBezTo>
                    <a:pt x="64" y="34"/>
                    <a:pt x="64" y="34"/>
                    <a:pt x="64" y="34"/>
                  </a:cubicBezTo>
                  <a:cubicBezTo>
                    <a:pt x="64" y="37"/>
                    <a:pt x="64" y="36"/>
                    <a:pt x="65" y="39"/>
                  </a:cubicBezTo>
                  <a:cubicBezTo>
                    <a:pt x="62" y="39"/>
                    <a:pt x="60" y="40"/>
                    <a:pt x="57" y="41"/>
                  </a:cubicBezTo>
                  <a:cubicBezTo>
                    <a:pt x="53" y="27"/>
                    <a:pt x="66" y="0"/>
                    <a:pt x="46" y="0"/>
                  </a:cubicBezTo>
                  <a:cubicBezTo>
                    <a:pt x="45" y="1"/>
                    <a:pt x="44" y="1"/>
                    <a:pt x="42" y="1"/>
                  </a:cubicBezTo>
                  <a:cubicBezTo>
                    <a:pt x="42" y="1"/>
                    <a:pt x="42" y="1"/>
                    <a:pt x="42" y="1"/>
                  </a:cubicBezTo>
                  <a:cubicBezTo>
                    <a:pt x="42" y="4"/>
                    <a:pt x="45" y="6"/>
                    <a:pt x="43" y="10"/>
                  </a:cubicBezTo>
                  <a:cubicBezTo>
                    <a:pt x="43" y="12"/>
                    <a:pt x="42" y="18"/>
                    <a:pt x="42" y="20"/>
                  </a:cubicBezTo>
                  <a:cubicBezTo>
                    <a:pt x="45" y="27"/>
                    <a:pt x="43" y="36"/>
                    <a:pt x="43" y="45"/>
                  </a:cubicBezTo>
                  <a:cubicBezTo>
                    <a:pt x="34" y="48"/>
                    <a:pt x="22" y="52"/>
                    <a:pt x="12" y="54"/>
                  </a:cubicBezTo>
                  <a:cubicBezTo>
                    <a:pt x="8" y="55"/>
                    <a:pt x="3" y="54"/>
                    <a:pt x="0" y="55"/>
                  </a:cubicBezTo>
                  <a:cubicBezTo>
                    <a:pt x="0" y="55"/>
                    <a:pt x="0" y="55"/>
                    <a:pt x="0" y="55"/>
                  </a:cubicBezTo>
                  <a:cubicBezTo>
                    <a:pt x="14" y="73"/>
                    <a:pt x="24" y="64"/>
                    <a:pt x="43" y="59"/>
                  </a:cubicBezTo>
                  <a:cubicBezTo>
                    <a:pt x="44" y="59"/>
                    <a:pt x="44" y="59"/>
                    <a:pt x="44" y="59"/>
                  </a:cubicBezTo>
                  <a:cubicBezTo>
                    <a:pt x="45" y="66"/>
                    <a:pt x="44" y="76"/>
                    <a:pt x="43" y="83"/>
                  </a:cubicBezTo>
                  <a:cubicBezTo>
                    <a:pt x="43" y="83"/>
                    <a:pt x="43" y="84"/>
                    <a:pt x="42" y="84"/>
                  </a:cubicBezTo>
                  <a:cubicBezTo>
                    <a:pt x="42" y="84"/>
                    <a:pt x="42" y="84"/>
                    <a:pt x="42" y="83"/>
                  </a:cubicBezTo>
                  <a:cubicBezTo>
                    <a:pt x="42" y="83"/>
                    <a:pt x="42" y="83"/>
                    <a:pt x="42" y="82"/>
                  </a:cubicBezTo>
                  <a:cubicBezTo>
                    <a:pt x="41" y="83"/>
                    <a:pt x="40" y="84"/>
                    <a:pt x="40" y="86"/>
                  </a:cubicBezTo>
                  <a:cubicBezTo>
                    <a:pt x="35" y="89"/>
                    <a:pt x="29" y="94"/>
                    <a:pt x="27" y="98"/>
                  </a:cubicBezTo>
                  <a:cubicBezTo>
                    <a:pt x="26" y="99"/>
                    <a:pt x="26" y="100"/>
                    <a:pt x="26" y="101"/>
                  </a:cubicBezTo>
                  <a:cubicBezTo>
                    <a:pt x="17" y="109"/>
                    <a:pt x="3" y="112"/>
                    <a:pt x="3" y="129"/>
                  </a:cubicBezTo>
                  <a:cubicBezTo>
                    <a:pt x="5" y="130"/>
                    <a:pt x="7" y="131"/>
                    <a:pt x="8" y="133"/>
                  </a:cubicBezTo>
                  <a:cubicBezTo>
                    <a:pt x="13" y="132"/>
                    <a:pt x="16" y="127"/>
                    <a:pt x="18" y="124"/>
                  </a:cubicBezTo>
                  <a:cubicBezTo>
                    <a:pt x="22" y="125"/>
                    <a:pt x="24" y="130"/>
                    <a:pt x="27" y="133"/>
                  </a:cubicBezTo>
                  <a:cubicBezTo>
                    <a:pt x="30" y="136"/>
                    <a:pt x="42" y="141"/>
                    <a:pt x="44" y="145"/>
                  </a:cubicBezTo>
                  <a:cubicBezTo>
                    <a:pt x="45" y="145"/>
                    <a:pt x="46" y="145"/>
                    <a:pt x="47" y="145"/>
                  </a:cubicBezTo>
                  <a:cubicBezTo>
                    <a:pt x="49" y="148"/>
                    <a:pt x="54" y="140"/>
                    <a:pt x="55" y="138"/>
                  </a:cubicBezTo>
                  <a:cubicBezTo>
                    <a:pt x="57" y="134"/>
                    <a:pt x="57" y="124"/>
                    <a:pt x="56" y="119"/>
                  </a:cubicBezTo>
                  <a:cubicBezTo>
                    <a:pt x="55" y="114"/>
                    <a:pt x="56" y="111"/>
                    <a:pt x="57" y="107"/>
                  </a:cubicBezTo>
                  <a:cubicBezTo>
                    <a:pt x="66" y="105"/>
                    <a:pt x="83" y="115"/>
                    <a:pt x="90" y="117"/>
                  </a:cubicBezTo>
                  <a:cubicBezTo>
                    <a:pt x="90" y="117"/>
                    <a:pt x="90" y="117"/>
                    <a:pt x="90" y="118"/>
                  </a:cubicBezTo>
                  <a:cubicBezTo>
                    <a:pt x="90" y="119"/>
                    <a:pt x="88" y="119"/>
                    <a:pt x="87" y="120"/>
                  </a:cubicBezTo>
                  <a:cubicBezTo>
                    <a:pt x="95" y="123"/>
                    <a:pt x="100" y="128"/>
                    <a:pt x="109" y="123"/>
                  </a:cubicBezTo>
                  <a:cubicBezTo>
                    <a:pt x="109" y="122"/>
                    <a:pt x="109" y="122"/>
                    <a:pt x="109" y="121"/>
                  </a:cubicBezTo>
                  <a:cubicBezTo>
                    <a:pt x="103" y="112"/>
                    <a:pt x="85" y="108"/>
                    <a:pt x="74" y="104"/>
                  </a:cubicBezTo>
                  <a:close/>
                  <a:moveTo>
                    <a:pt x="41" y="124"/>
                  </a:moveTo>
                  <a:cubicBezTo>
                    <a:pt x="40" y="125"/>
                    <a:pt x="39" y="127"/>
                    <a:pt x="37" y="127"/>
                  </a:cubicBezTo>
                  <a:cubicBezTo>
                    <a:pt x="36" y="126"/>
                    <a:pt x="36" y="125"/>
                    <a:pt x="35" y="124"/>
                  </a:cubicBezTo>
                  <a:cubicBezTo>
                    <a:pt x="35" y="124"/>
                    <a:pt x="35" y="124"/>
                    <a:pt x="34" y="124"/>
                  </a:cubicBezTo>
                  <a:cubicBezTo>
                    <a:pt x="34" y="125"/>
                    <a:pt x="34" y="125"/>
                    <a:pt x="33" y="125"/>
                  </a:cubicBezTo>
                  <a:cubicBezTo>
                    <a:pt x="31" y="124"/>
                    <a:pt x="30" y="122"/>
                    <a:pt x="28" y="121"/>
                  </a:cubicBezTo>
                  <a:cubicBezTo>
                    <a:pt x="28" y="122"/>
                    <a:pt x="28" y="123"/>
                    <a:pt x="28" y="124"/>
                  </a:cubicBezTo>
                  <a:cubicBezTo>
                    <a:pt x="27" y="124"/>
                    <a:pt x="26" y="124"/>
                    <a:pt x="25" y="125"/>
                  </a:cubicBezTo>
                  <a:cubicBezTo>
                    <a:pt x="25" y="124"/>
                    <a:pt x="24" y="124"/>
                    <a:pt x="24" y="124"/>
                  </a:cubicBezTo>
                  <a:cubicBezTo>
                    <a:pt x="23" y="123"/>
                    <a:pt x="23" y="121"/>
                    <a:pt x="21" y="120"/>
                  </a:cubicBezTo>
                  <a:cubicBezTo>
                    <a:pt x="21" y="113"/>
                    <a:pt x="31" y="106"/>
                    <a:pt x="35" y="102"/>
                  </a:cubicBezTo>
                  <a:cubicBezTo>
                    <a:pt x="37" y="102"/>
                    <a:pt x="39" y="103"/>
                    <a:pt x="42" y="103"/>
                  </a:cubicBezTo>
                  <a:cubicBezTo>
                    <a:pt x="43" y="105"/>
                    <a:pt x="42" y="121"/>
                    <a:pt x="41" y="124"/>
                  </a:cubicBezTo>
                  <a:close/>
                  <a:moveTo>
                    <a:pt x="43" y="97"/>
                  </a:moveTo>
                  <a:cubicBezTo>
                    <a:pt x="41" y="97"/>
                    <a:pt x="41" y="97"/>
                    <a:pt x="39" y="97"/>
                  </a:cubicBezTo>
                  <a:cubicBezTo>
                    <a:pt x="38" y="97"/>
                    <a:pt x="38" y="97"/>
                    <a:pt x="38" y="97"/>
                  </a:cubicBezTo>
                  <a:cubicBezTo>
                    <a:pt x="40" y="95"/>
                    <a:pt x="41" y="93"/>
                    <a:pt x="43" y="92"/>
                  </a:cubicBezTo>
                  <a:cubicBezTo>
                    <a:pt x="43" y="92"/>
                    <a:pt x="43" y="95"/>
                    <a:pt x="43" y="97"/>
                  </a:cubicBezTo>
                  <a:close/>
                </a:path>
              </a:pathLst>
            </a:custGeom>
            <a:grpFill/>
            <a:ln>
              <a:noFill/>
            </a:ln>
          </p:spPr>
          <p:txBody>
            <a:bodyPr vert="horz" wrap="square" lIns="91440" tIns="45720" rIns="91440" bIns="45720" numCol="1" anchor="t" anchorCtr="0" compatLnSpc="1"/>
            <a:lstStyle/>
            <a:p>
              <a:endParaRPr lang="zh-CN" altLang="en-US"/>
            </a:p>
          </p:txBody>
        </p:sp>
        <p:sp>
          <p:nvSpPr>
            <p:cNvPr id="67" name="Freeform 29"/>
            <p:cNvSpPr/>
            <p:nvPr/>
          </p:nvSpPr>
          <p:spPr bwMode="auto">
            <a:xfrm>
              <a:off x="6065175" y="2332356"/>
              <a:ext cx="150813" cy="114300"/>
            </a:xfrm>
            <a:custGeom>
              <a:avLst/>
              <a:gdLst>
                <a:gd name="T0" fmla="*/ 1 w 40"/>
                <a:gd name="T1" fmla="*/ 0 h 30"/>
                <a:gd name="T2" fmla="*/ 32 w 40"/>
                <a:gd name="T3" fmla="*/ 15 h 30"/>
                <a:gd name="T4" fmla="*/ 40 w 40"/>
                <a:gd name="T5" fmla="*/ 26 h 30"/>
                <a:gd name="T6" fmla="*/ 39 w 40"/>
                <a:gd name="T7" fmla="*/ 28 h 30"/>
                <a:gd name="T8" fmla="*/ 34 w 40"/>
                <a:gd name="T9" fmla="*/ 29 h 30"/>
                <a:gd name="T10" fmla="*/ 23 w 40"/>
                <a:gd name="T11" fmla="*/ 22 h 30"/>
                <a:gd name="T12" fmla="*/ 28 w 40"/>
                <a:gd name="T13" fmla="*/ 23 h 30"/>
                <a:gd name="T14" fmla="*/ 28 w 40"/>
                <a:gd name="T15" fmla="*/ 22 h 30"/>
                <a:gd name="T16" fmla="*/ 27 w 40"/>
                <a:gd name="T17" fmla="*/ 21 h 30"/>
                <a:gd name="T18" fmla="*/ 16 w 40"/>
                <a:gd name="T19" fmla="*/ 13 h 30"/>
                <a:gd name="T20" fmla="*/ 0 w 40"/>
                <a:gd name="T21" fmla="*/ 2 h 30"/>
                <a:gd name="T22" fmla="*/ 1 w 40"/>
                <a:gd name="T2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30">
                  <a:moveTo>
                    <a:pt x="1" y="0"/>
                  </a:moveTo>
                  <a:cubicBezTo>
                    <a:pt x="16" y="0"/>
                    <a:pt x="23" y="9"/>
                    <a:pt x="32" y="15"/>
                  </a:cubicBezTo>
                  <a:cubicBezTo>
                    <a:pt x="35" y="18"/>
                    <a:pt x="40" y="20"/>
                    <a:pt x="40" y="26"/>
                  </a:cubicBezTo>
                  <a:cubicBezTo>
                    <a:pt x="40" y="27"/>
                    <a:pt x="40" y="27"/>
                    <a:pt x="39" y="28"/>
                  </a:cubicBezTo>
                  <a:cubicBezTo>
                    <a:pt x="38" y="28"/>
                    <a:pt x="36" y="30"/>
                    <a:pt x="34" y="29"/>
                  </a:cubicBezTo>
                  <a:cubicBezTo>
                    <a:pt x="33" y="29"/>
                    <a:pt x="23" y="22"/>
                    <a:pt x="23" y="22"/>
                  </a:cubicBezTo>
                  <a:cubicBezTo>
                    <a:pt x="25" y="22"/>
                    <a:pt x="26" y="22"/>
                    <a:pt x="28" y="23"/>
                  </a:cubicBezTo>
                  <a:cubicBezTo>
                    <a:pt x="28" y="22"/>
                    <a:pt x="28" y="22"/>
                    <a:pt x="28" y="22"/>
                  </a:cubicBezTo>
                  <a:cubicBezTo>
                    <a:pt x="28" y="22"/>
                    <a:pt x="28" y="21"/>
                    <a:pt x="27" y="21"/>
                  </a:cubicBezTo>
                  <a:cubicBezTo>
                    <a:pt x="23" y="19"/>
                    <a:pt x="20" y="15"/>
                    <a:pt x="16" y="13"/>
                  </a:cubicBezTo>
                  <a:cubicBezTo>
                    <a:pt x="10" y="9"/>
                    <a:pt x="5" y="6"/>
                    <a:pt x="0" y="2"/>
                  </a:cubicBezTo>
                  <a:cubicBezTo>
                    <a:pt x="0" y="1"/>
                    <a:pt x="1" y="1"/>
                    <a:pt x="1" y="0"/>
                  </a:cubicBezTo>
                  <a:close/>
                </a:path>
              </a:pathLst>
            </a:custGeom>
            <a:grpFill/>
            <a:ln>
              <a:noFill/>
            </a:ln>
          </p:spPr>
          <p:txBody>
            <a:bodyPr vert="horz" wrap="square" lIns="91440" tIns="45720" rIns="91440" bIns="45720" numCol="1" anchor="t" anchorCtr="0" compatLnSpc="1"/>
            <a:lstStyle/>
            <a:p>
              <a:endParaRPr lang="zh-CN" altLang="en-US"/>
            </a:p>
          </p:txBody>
        </p:sp>
        <p:sp>
          <p:nvSpPr>
            <p:cNvPr id="68" name="Freeform 30"/>
            <p:cNvSpPr>
              <a:spLocks noEditPoints="1"/>
            </p:cNvSpPr>
            <p:nvPr/>
          </p:nvSpPr>
          <p:spPr bwMode="auto">
            <a:xfrm>
              <a:off x="3406112" y="1957706"/>
              <a:ext cx="595313" cy="488950"/>
            </a:xfrm>
            <a:custGeom>
              <a:avLst/>
              <a:gdLst>
                <a:gd name="T0" fmla="*/ 139 w 158"/>
                <a:gd name="T1" fmla="*/ 78 h 128"/>
                <a:gd name="T2" fmla="*/ 103 w 158"/>
                <a:gd name="T3" fmla="*/ 66 h 128"/>
                <a:gd name="T4" fmla="*/ 76 w 158"/>
                <a:gd name="T5" fmla="*/ 47 h 128"/>
                <a:gd name="T6" fmla="*/ 98 w 158"/>
                <a:gd name="T7" fmla="*/ 37 h 128"/>
                <a:gd name="T8" fmla="*/ 108 w 158"/>
                <a:gd name="T9" fmla="*/ 30 h 128"/>
                <a:gd name="T10" fmla="*/ 85 w 158"/>
                <a:gd name="T11" fmla="*/ 16 h 128"/>
                <a:gd name="T12" fmla="*/ 74 w 158"/>
                <a:gd name="T13" fmla="*/ 0 h 128"/>
                <a:gd name="T14" fmla="*/ 27 w 158"/>
                <a:gd name="T15" fmla="*/ 39 h 128"/>
                <a:gd name="T16" fmla="*/ 31 w 158"/>
                <a:gd name="T17" fmla="*/ 48 h 128"/>
                <a:gd name="T18" fmla="*/ 61 w 158"/>
                <a:gd name="T19" fmla="*/ 47 h 128"/>
                <a:gd name="T20" fmla="*/ 40 w 158"/>
                <a:gd name="T21" fmla="*/ 78 h 128"/>
                <a:gd name="T22" fmla="*/ 15 w 158"/>
                <a:gd name="T23" fmla="*/ 107 h 128"/>
                <a:gd name="T24" fmla="*/ 0 w 158"/>
                <a:gd name="T25" fmla="*/ 109 h 128"/>
                <a:gd name="T26" fmla="*/ 8 w 158"/>
                <a:gd name="T27" fmla="*/ 110 h 128"/>
                <a:gd name="T28" fmla="*/ 35 w 158"/>
                <a:gd name="T29" fmla="*/ 108 h 128"/>
                <a:gd name="T30" fmla="*/ 44 w 158"/>
                <a:gd name="T31" fmla="*/ 97 h 128"/>
                <a:gd name="T32" fmla="*/ 56 w 158"/>
                <a:gd name="T33" fmla="*/ 124 h 128"/>
                <a:gd name="T34" fmla="*/ 85 w 158"/>
                <a:gd name="T35" fmla="*/ 127 h 128"/>
                <a:gd name="T36" fmla="*/ 95 w 158"/>
                <a:gd name="T37" fmla="*/ 125 h 128"/>
                <a:gd name="T38" fmla="*/ 104 w 158"/>
                <a:gd name="T39" fmla="*/ 92 h 128"/>
                <a:gd name="T40" fmla="*/ 120 w 158"/>
                <a:gd name="T41" fmla="*/ 89 h 128"/>
                <a:gd name="T42" fmla="*/ 147 w 158"/>
                <a:gd name="T43" fmla="*/ 81 h 128"/>
                <a:gd name="T44" fmla="*/ 89 w 158"/>
                <a:gd name="T45" fmla="*/ 24 h 128"/>
                <a:gd name="T46" fmla="*/ 81 w 158"/>
                <a:gd name="T47" fmla="*/ 27 h 128"/>
                <a:gd name="T48" fmla="*/ 67 w 158"/>
                <a:gd name="T49" fmla="*/ 114 h 128"/>
                <a:gd name="T50" fmla="*/ 65 w 158"/>
                <a:gd name="T51" fmla="*/ 104 h 128"/>
                <a:gd name="T52" fmla="*/ 70 w 158"/>
                <a:gd name="T53" fmla="*/ 102 h 128"/>
                <a:gd name="T54" fmla="*/ 71 w 158"/>
                <a:gd name="T55" fmla="*/ 93 h 128"/>
                <a:gd name="T56" fmla="*/ 62 w 158"/>
                <a:gd name="T57" fmla="*/ 91 h 128"/>
                <a:gd name="T58" fmla="*/ 71 w 158"/>
                <a:gd name="T59" fmla="*/ 84 h 128"/>
                <a:gd name="T60" fmla="*/ 71 w 158"/>
                <a:gd name="T61" fmla="*/ 75 h 128"/>
                <a:gd name="T62" fmla="*/ 61 w 158"/>
                <a:gd name="T63" fmla="*/ 73 h 128"/>
                <a:gd name="T64" fmla="*/ 88 w 158"/>
                <a:gd name="T65" fmla="*/ 70 h 128"/>
                <a:gd name="T66" fmla="*/ 71 w 158"/>
                <a:gd name="T67" fmla="*/ 75 h 128"/>
                <a:gd name="T68" fmla="*/ 82 w 158"/>
                <a:gd name="T69" fmla="*/ 113 h 128"/>
                <a:gd name="T70" fmla="*/ 82 w 158"/>
                <a:gd name="T71" fmla="*/ 102 h 128"/>
                <a:gd name="T72" fmla="*/ 90 w 158"/>
                <a:gd name="T73" fmla="*/ 104 h 128"/>
                <a:gd name="T74" fmla="*/ 83 w 158"/>
                <a:gd name="T75" fmla="*/ 92 h 128"/>
                <a:gd name="T76" fmla="*/ 89 w 158"/>
                <a:gd name="T77" fmla="*/ 80 h 128"/>
                <a:gd name="T78" fmla="*/ 94 w 158"/>
                <a:gd name="T79" fmla="*/ 9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 h="128">
                  <a:moveTo>
                    <a:pt x="147" y="81"/>
                  </a:moveTo>
                  <a:cubicBezTo>
                    <a:pt x="144" y="80"/>
                    <a:pt x="142" y="79"/>
                    <a:pt x="139" y="78"/>
                  </a:cubicBezTo>
                  <a:cubicBezTo>
                    <a:pt x="133" y="76"/>
                    <a:pt x="126" y="76"/>
                    <a:pt x="120" y="75"/>
                  </a:cubicBezTo>
                  <a:cubicBezTo>
                    <a:pt x="114" y="73"/>
                    <a:pt x="108" y="69"/>
                    <a:pt x="103" y="66"/>
                  </a:cubicBezTo>
                  <a:cubicBezTo>
                    <a:pt x="101" y="64"/>
                    <a:pt x="98" y="63"/>
                    <a:pt x="96" y="61"/>
                  </a:cubicBezTo>
                  <a:cubicBezTo>
                    <a:pt x="89" y="58"/>
                    <a:pt x="81" y="53"/>
                    <a:pt x="76" y="47"/>
                  </a:cubicBezTo>
                  <a:cubicBezTo>
                    <a:pt x="74" y="41"/>
                    <a:pt x="84" y="38"/>
                    <a:pt x="89" y="37"/>
                  </a:cubicBezTo>
                  <a:cubicBezTo>
                    <a:pt x="98" y="37"/>
                    <a:pt x="98" y="37"/>
                    <a:pt x="98" y="37"/>
                  </a:cubicBezTo>
                  <a:cubicBezTo>
                    <a:pt x="101" y="36"/>
                    <a:pt x="104" y="35"/>
                    <a:pt x="106" y="34"/>
                  </a:cubicBezTo>
                  <a:cubicBezTo>
                    <a:pt x="107" y="33"/>
                    <a:pt x="107" y="31"/>
                    <a:pt x="108" y="30"/>
                  </a:cubicBezTo>
                  <a:cubicBezTo>
                    <a:pt x="106" y="22"/>
                    <a:pt x="100" y="25"/>
                    <a:pt x="94" y="21"/>
                  </a:cubicBezTo>
                  <a:cubicBezTo>
                    <a:pt x="91" y="19"/>
                    <a:pt x="89" y="17"/>
                    <a:pt x="85" y="16"/>
                  </a:cubicBezTo>
                  <a:cubicBezTo>
                    <a:pt x="81" y="8"/>
                    <a:pt x="90" y="5"/>
                    <a:pt x="78" y="1"/>
                  </a:cubicBezTo>
                  <a:cubicBezTo>
                    <a:pt x="76" y="1"/>
                    <a:pt x="76" y="0"/>
                    <a:pt x="74" y="0"/>
                  </a:cubicBezTo>
                  <a:cubicBezTo>
                    <a:pt x="69" y="5"/>
                    <a:pt x="71" y="22"/>
                    <a:pt x="69" y="29"/>
                  </a:cubicBezTo>
                  <a:cubicBezTo>
                    <a:pt x="66" y="35"/>
                    <a:pt x="35" y="40"/>
                    <a:pt x="27" y="39"/>
                  </a:cubicBezTo>
                  <a:cubicBezTo>
                    <a:pt x="27" y="42"/>
                    <a:pt x="29" y="42"/>
                    <a:pt x="30" y="44"/>
                  </a:cubicBezTo>
                  <a:cubicBezTo>
                    <a:pt x="30" y="45"/>
                    <a:pt x="31" y="47"/>
                    <a:pt x="31" y="48"/>
                  </a:cubicBezTo>
                  <a:cubicBezTo>
                    <a:pt x="34" y="52"/>
                    <a:pt x="47" y="52"/>
                    <a:pt x="53" y="50"/>
                  </a:cubicBezTo>
                  <a:cubicBezTo>
                    <a:pt x="55" y="49"/>
                    <a:pt x="57" y="48"/>
                    <a:pt x="61" y="47"/>
                  </a:cubicBezTo>
                  <a:cubicBezTo>
                    <a:pt x="60" y="58"/>
                    <a:pt x="49" y="68"/>
                    <a:pt x="46" y="77"/>
                  </a:cubicBezTo>
                  <a:cubicBezTo>
                    <a:pt x="44" y="77"/>
                    <a:pt x="42" y="77"/>
                    <a:pt x="40" y="78"/>
                  </a:cubicBezTo>
                  <a:cubicBezTo>
                    <a:pt x="40" y="80"/>
                    <a:pt x="41" y="83"/>
                    <a:pt x="40" y="86"/>
                  </a:cubicBezTo>
                  <a:cubicBezTo>
                    <a:pt x="37" y="92"/>
                    <a:pt x="22" y="104"/>
                    <a:pt x="15" y="107"/>
                  </a:cubicBezTo>
                  <a:cubicBezTo>
                    <a:pt x="9" y="109"/>
                    <a:pt x="5" y="107"/>
                    <a:pt x="0" y="109"/>
                  </a:cubicBezTo>
                  <a:cubicBezTo>
                    <a:pt x="0" y="109"/>
                    <a:pt x="0" y="109"/>
                    <a:pt x="0" y="109"/>
                  </a:cubicBezTo>
                  <a:cubicBezTo>
                    <a:pt x="0" y="109"/>
                    <a:pt x="0" y="109"/>
                    <a:pt x="0" y="110"/>
                  </a:cubicBezTo>
                  <a:cubicBezTo>
                    <a:pt x="3" y="110"/>
                    <a:pt x="5" y="110"/>
                    <a:pt x="8" y="110"/>
                  </a:cubicBezTo>
                  <a:cubicBezTo>
                    <a:pt x="10" y="112"/>
                    <a:pt x="11" y="114"/>
                    <a:pt x="14" y="115"/>
                  </a:cubicBezTo>
                  <a:cubicBezTo>
                    <a:pt x="21" y="119"/>
                    <a:pt x="33" y="111"/>
                    <a:pt x="35" y="108"/>
                  </a:cubicBezTo>
                  <a:cubicBezTo>
                    <a:pt x="37" y="106"/>
                    <a:pt x="38" y="103"/>
                    <a:pt x="39" y="101"/>
                  </a:cubicBezTo>
                  <a:cubicBezTo>
                    <a:pt x="41" y="100"/>
                    <a:pt x="43" y="99"/>
                    <a:pt x="44" y="97"/>
                  </a:cubicBezTo>
                  <a:cubicBezTo>
                    <a:pt x="45" y="96"/>
                    <a:pt x="45" y="96"/>
                    <a:pt x="45" y="96"/>
                  </a:cubicBezTo>
                  <a:cubicBezTo>
                    <a:pt x="48" y="106"/>
                    <a:pt x="53" y="116"/>
                    <a:pt x="56" y="124"/>
                  </a:cubicBezTo>
                  <a:cubicBezTo>
                    <a:pt x="61" y="128"/>
                    <a:pt x="72" y="120"/>
                    <a:pt x="81" y="123"/>
                  </a:cubicBezTo>
                  <a:cubicBezTo>
                    <a:pt x="84" y="124"/>
                    <a:pt x="84" y="126"/>
                    <a:pt x="85" y="127"/>
                  </a:cubicBezTo>
                  <a:cubicBezTo>
                    <a:pt x="87" y="127"/>
                    <a:pt x="88" y="128"/>
                    <a:pt x="89" y="128"/>
                  </a:cubicBezTo>
                  <a:cubicBezTo>
                    <a:pt x="91" y="127"/>
                    <a:pt x="94" y="127"/>
                    <a:pt x="95" y="125"/>
                  </a:cubicBezTo>
                  <a:cubicBezTo>
                    <a:pt x="98" y="121"/>
                    <a:pt x="102" y="106"/>
                    <a:pt x="103" y="100"/>
                  </a:cubicBezTo>
                  <a:cubicBezTo>
                    <a:pt x="103" y="98"/>
                    <a:pt x="104" y="95"/>
                    <a:pt x="104" y="92"/>
                  </a:cubicBezTo>
                  <a:cubicBezTo>
                    <a:pt x="105" y="90"/>
                    <a:pt x="107" y="87"/>
                    <a:pt x="108" y="85"/>
                  </a:cubicBezTo>
                  <a:cubicBezTo>
                    <a:pt x="111" y="82"/>
                    <a:pt x="116" y="88"/>
                    <a:pt x="120" y="89"/>
                  </a:cubicBezTo>
                  <a:cubicBezTo>
                    <a:pt x="130" y="92"/>
                    <a:pt x="153" y="90"/>
                    <a:pt x="158" y="84"/>
                  </a:cubicBezTo>
                  <a:cubicBezTo>
                    <a:pt x="156" y="81"/>
                    <a:pt x="151" y="82"/>
                    <a:pt x="147" y="81"/>
                  </a:cubicBezTo>
                  <a:close/>
                  <a:moveTo>
                    <a:pt x="84" y="16"/>
                  </a:moveTo>
                  <a:cubicBezTo>
                    <a:pt x="86" y="17"/>
                    <a:pt x="88" y="21"/>
                    <a:pt x="89" y="24"/>
                  </a:cubicBezTo>
                  <a:cubicBezTo>
                    <a:pt x="89" y="26"/>
                    <a:pt x="83" y="27"/>
                    <a:pt x="81" y="28"/>
                  </a:cubicBezTo>
                  <a:cubicBezTo>
                    <a:pt x="81" y="27"/>
                    <a:pt x="81" y="27"/>
                    <a:pt x="81" y="27"/>
                  </a:cubicBezTo>
                  <a:cubicBezTo>
                    <a:pt x="82" y="24"/>
                    <a:pt x="82" y="19"/>
                    <a:pt x="84" y="16"/>
                  </a:cubicBezTo>
                  <a:close/>
                  <a:moveTo>
                    <a:pt x="67" y="114"/>
                  </a:moveTo>
                  <a:cubicBezTo>
                    <a:pt x="67" y="114"/>
                    <a:pt x="66" y="114"/>
                    <a:pt x="66" y="113"/>
                  </a:cubicBezTo>
                  <a:cubicBezTo>
                    <a:pt x="65" y="111"/>
                    <a:pt x="65" y="108"/>
                    <a:pt x="65" y="104"/>
                  </a:cubicBezTo>
                  <a:cubicBezTo>
                    <a:pt x="66" y="104"/>
                    <a:pt x="68" y="103"/>
                    <a:pt x="69" y="102"/>
                  </a:cubicBezTo>
                  <a:cubicBezTo>
                    <a:pt x="70" y="102"/>
                    <a:pt x="70" y="102"/>
                    <a:pt x="70" y="102"/>
                  </a:cubicBezTo>
                  <a:cubicBezTo>
                    <a:pt x="71" y="107"/>
                    <a:pt x="71" y="112"/>
                    <a:pt x="67" y="114"/>
                  </a:cubicBezTo>
                  <a:close/>
                  <a:moveTo>
                    <a:pt x="71" y="93"/>
                  </a:moveTo>
                  <a:cubicBezTo>
                    <a:pt x="69" y="94"/>
                    <a:pt x="66" y="95"/>
                    <a:pt x="63" y="95"/>
                  </a:cubicBezTo>
                  <a:cubicBezTo>
                    <a:pt x="63" y="94"/>
                    <a:pt x="62" y="92"/>
                    <a:pt x="62" y="91"/>
                  </a:cubicBezTo>
                  <a:cubicBezTo>
                    <a:pt x="63" y="88"/>
                    <a:pt x="66" y="86"/>
                    <a:pt x="70" y="84"/>
                  </a:cubicBezTo>
                  <a:cubicBezTo>
                    <a:pt x="71" y="84"/>
                    <a:pt x="71" y="84"/>
                    <a:pt x="71" y="84"/>
                  </a:cubicBezTo>
                  <a:cubicBezTo>
                    <a:pt x="72" y="87"/>
                    <a:pt x="71" y="90"/>
                    <a:pt x="71" y="93"/>
                  </a:cubicBezTo>
                  <a:close/>
                  <a:moveTo>
                    <a:pt x="71" y="75"/>
                  </a:moveTo>
                  <a:cubicBezTo>
                    <a:pt x="66" y="76"/>
                    <a:pt x="62" y="79"/>
                    <a:pt x="57" y="79"/>
                  </a:cubicBezTo>
                  <a:cubicBezTo>
                    <a:pt x="58" y="77"/>
                    <a:pt x="60" y="75"/>
                    <a:pt x="61" y="73"/>
                  </a:cubicBezTo>
                  <a:cubicBezTo>
                    <a:pt x="64" y="68"/>
                    <a:pt x="65" y="62"/>
                    <a:pt x="68" y="58"/>
                  </a:cubicBezTo>
                  <a:cubicBezTo>
                    <a:pt x="80" y="58"/>
                    <a:pt x="82" y="65"/>
                    <a:pt x="88" y="70"/>
                  </a:cubicBezTo>
                  <a:cubicBezTo>
                    <a:pt x="88" y="71"/>
                    <a:pt x="88" y="71"/>
                    <a:pt x="88" y="71"/>
                  </a:cubicBezTo>
                  <a:cubicBezTo>
                    <a:pt x="82" y="72"/>
                    <a:pt x="77" y="73"/>
                    <a:pt x="71" y="75"/>
                  </a:cubicBezTo>
                  <a:close/>
                  <a:moveTo>
                    <a:pt x="90" y="104"/>
                  </a:moveTo>
                  <a:cubicBezTo>
                    <a:pt x="89" y="109"/>
                    <a:pt x="89" y="114"/>
                    <a:pt x="82" y="113"/>
                  </a:cubicBezTo>
                  <a:cubicBezTo>
                    <a:pt x="82" y="113"/>
                    <a:pt x="81" y="113"/>
                    <a:pt x="81" y="113"/>
                  </a:cubicBezTo>
                  <a:cubicBezTo>
                    <a:pt x="79" y="110"/>
                    <a:pt x="81" y="106"/>
                    <a:pt x="82" y="102"/>
                  </a:cubicBezTo>
                  <a:cubicBezTo>
                    <a:pt x="84" y="101"/>
                    <a:pt x="89" y="102"/>
                    <a:pt x="91" y="100"/>
                  </a:cubicBezTo>
                  <a:cubicBezTo>
                    <a:pt x="92" y="101"/>
                    <a:pt x="91" y="103"/>
                    <a:pt x="90" y="104"/>
                  </a:cubicBezTo>
                  <a:close/>
                  <a:moveTo>
                    <a:pt x="94" y="92"/>
                  </a:moveTo>
                  <a:cubicBezTo>
                    <a:pt x="91" y="92"/>
                    <a:pt x="86" y="91"/>
                    <a:pt x="83" y="92"/>
                  </a:cubicBezTo>
                  <a:cubicBezTo>
                    <a:pt x="80" y="91"/>
                    <a:pt x="80" y="85"/>
                    <a:pt x="80" y="82"/>
                  </a:cubicBezTo>
                  <a:cubicBezTo>
                    <a:pt x="83" y="81"/>
                    <a:pt x="86" y="81"/>
                    <a:pt x="89" y="80"/>
                  </a:cubicBezTo>
                  <a:cubicBezTo>
                    <a:pt x="90" y="81"/>
                    <a:pt x="91" y="81"/>
                    <a:pt x="93" y="81"/>
                  </a:cubicBezTo>
                  <a:cubicBezTo>
                    <a:pt x="94" y="84"/>
                    <a:pt x="94" y="88"/>
                    <a:pt x="94" y="92"/>
                  </a:cubicBezTo>
                  <a:close/>
                </a:path>
              </a:pathLst>
            </a:custGeom>
            <a:grpFill/>
            <a:ln>
              <a:noFill/>
            </a:ln>
          </p:spPr>
          <p:txBody>
            <a:bodyPr vert="horz" wrap="square" lIns="91440" tIns="45720" rIns="91440" bIns="45720" numCol="1" anchor="t" anchorCtr="0" compatLnSpc="1"/>
            <a:lstStyle/>
            <a:p>
              <a:endParaRPr lang="zh-CN" altLang="en-US"/>
            </a:p>
          </p:txBody>
        </p:sp>
        <p:sp>
          <p:nvSpPr>
            <p:cNvPr id="69" name="Freeform 31"/>
            <p:cNvSpPr/>
            <p:nvPr/>
          </p:nvSpPr>
          <p:spPr bwMode="auto">
            <a:xfrm>
              <a:off x="6144550" y="2413318"/>
              <a:ext cx="7938" cy="3175"/>
            </a:xfrm>
            <a:custGeom>
              <a:avLst/>
              <a:gdLst>
                <a:gd name="T0" fmla="*/ 0 w 2"/>
                <a:gd name="T1" fmla="*/ 0 h 1"/>
                <a:gd name="T2" fmla="*/ 2 w 2"/>
                <a:gd name="T3" fmla="*/ 0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0"/>
                    <a:pt x="1" y="0"/>
                    <a:pt x="2" y="0"/>
                  </a:cubicBezTo>
                  <a:cubicBezTo>
                    <a:pt x="2" y="0"/>
                    <a:pt x="2" y="0"/>
                    <a:pt x="2" y="1"/>
                  </a:cubicBezTo>
                  <a:cubicBezTo>
                    <a:pt x="2" y="1"/>
                    <a:pt x="1" y="1"/>
                    <a:pt x="1" y="1"/>
                  </a:cubicBezTo>
                  <a:cubicBezTo>
                    <a:pt x="1" y="0"/>
                    <a:pt x="1" y="0"/>
                    <a:pt x="0" y="0"/>
                  </a:cubicBezTo>
                  <a:close/>
                </a:path>
              </a:pathLst>
            </a:custGeom>
            <a:grpFill/>
            <a:ln>
              <a:noFill/>
            </a:ln>
          </p:spPr>
          <p:txBody>
            <a:bodyPr vert="horz" wrap="square" lIns="91440" tIns="45720" rIns="91440" bIns="45720" numCol="1" anchor="t" anchorCtr="0" compatLnSpc="1"/>
            <a:lstStyle/>
            <a:p>
              <a:endParaRPr lang="zh-CN" altLang="en-US"/>
            </a:p>
          </p:txBody>
        </p:sp>
      </p:grpSp>
      <p:pic>
        <p:nvPicPr>
          <p:cNvPr id="70" name="图片 69"/>
          <p:cNvPicPr>
            <a:picLocks noChangeAspect="1"/>
          </p:cNvPicPr>
          <p:nvPr userDrawn="1"/>
        </p:nvPicPr>
        <p:blipFill>
          <a:blip r:embed="rId2" cstate="hq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99517" y="1331899"/>
            <a:ext cx="4451232" cy="274409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页-绿">
    <p:spTree>
      <p:nvGrpSpPr>
        <p:cNvPr id="1" name=""/>
        <p:cNvGrpSpPr/>
        <p:nvPr/>
      </p:nvGrpSpPr>
      <p:grpSpPr>
        <a:xfrm>
          <a:off x="0" y="0"/>
          <a:ext cx="0" cy="0"/>
          <a:chOff x="0" y="0"/>
          <a:chExt cx="0" cy="0"/>
        </a:xfrm>
      </p:grpSpPr>
      <p:sp>
        <p:nvSpPr>
          <p:cNvPr id="21" name="任意多边形: 形状 20"/>
          <p:cNvSpPr/>
          <p:nvPr userDrawn="1"/>
        </p:nvSpPr>
        <p:spPr>
          <a:xfrm>
            <a:off x="0" y="0"/>
            <a:ext cx="12192000" cy="6858000"/>
          </a:xfrm>
          <a:custGeom>
            <a:avLst/>
            <a:gdLst>
              <a:gd name="connsiteX0" fmla="*/ 6223018 w 12192000"/>
              <a:gd name="connsiteY0" fmla="*/ 902473 h 6858000"/>
              <a:gd name="connsiteX1" fmla="*/ 5314950 w 12192000"/>
              <a:gd name="connsiteY1" fmla="*/ 1810541 h 6858000"/>
              <a:gd name="connsiteX2" fmla="*/ 5314950 w 12192000"/>
              <a:gd name="connsiteY2" fmla="*/ 3902848 h 6858000"/>
              <a:gd name="connsiteX3" fmla="*/ 5314950 w 12192000"/>
              <a:gd name="connsiteY3" fmla="*/ 5442705 h 6858000"/>
              <a:gd name="connsiteX4" fmla="*/ 5314950 w 12192000"/>
              <a:gd name="connsiteY4" fmla="*/ 6350773 h 6858000"/>
              <a:gd name="connsiteX5" fmla="*/ 6223018 w 12192000"/>
              <a:gd name="connsiteY5" fmla="*/ 6350773 h 6858000"/>
              <a:gd name="connsiteX6" fmla="*/ 7296150 w 12192000"/>
              <a:gd name="connsiteY6" fmla="*/ 6350773 h 6858000"/>
              <a:gd name="connsiteX7" fmla="*/ 10696557 w 12192000"/>
              <a:gd name="connsiteY7" fmla="*/ 6350773 h 6858000"/>
              <a:gd name="connsiteX8" fmla="*/ 11604625 w 12192000"/>
              <a:gd name="connsiteY8" fmla="*/ 5442705 h 6858000"/>
              <a:gd name="connsiteX9" fmla="*/ 11604625 w 12192000"/>
              <a:gd name="connsiteY9" fmla="*/ 2352675 h 6858000"/>
              <a:gd name="connsiteX10" fmla="*/ 11604625 w 12192000"/>
              <a:gd name="connsiteY10" fmla="*/ 1810541 h 6858000"/>
              <a:gd name="connsiteX11" fmla="*/ 11604625 w 12192000"/>
              <a:gd name="connsiteY11" fmla="*/ 902473 h 6858000"/>
              <a:gd name="connsiteX12" fmla="*/ 10696557 w 12192000"/>
              <a:gd name="connsiteY12" fmla="*/ 902473 h 6858000"/>
              <a:gd name="connsiteX13" fmla="*/ 7600950 w 12192000"/>
              <a:gd name="connsiteY13" fmla="*/ 902473 h 6858000"/>
              <a:gd name="connsiteX14" fmla="*/ 0 w 12192000"/>
              <a:gd name="connsiteY14" fmla="*/ 0 h 6858000"/>
              <a:gd name="connsiteX15" fmla="*/ 12192000 w 12192000"/>
              <a:gd name="connsiteY15" fmla="*/ 0 h 6858000"/>
              <a:gd name="connsiteX16" fmla="*/ 12192000 w 12192000"/>
              <a:gd name="connsiteY16" fmla="*/ 6858000 h 6858000"/>
              <a:gd name="connsiteX17" fmla="*/ 0 w 12192000"/>
              <a:gd name="connsiteY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6223018" y="902473"/>
                </a:moveTo>
                <a:cubicBezTo>
                  <a:pt x="5721506" y="902473"/>
                  <a:pt x="5314950" y="1309029"/>
                  <a:pt x="5314950" y="1810541"/>
                </a:cubicBezTo>
                <a:lnTo>
                  <a:pt x="5314950" y="3902848"/>
                </a:lnTo>
                <a:lnTo>
                  <a:pt x="5314950" y="5442705"/>
                </a:lnTo>
                <a:lnTo>
                  <a:pt x="5314950" y="6350773"/>
                </a:lnTo>
                <a:lnTo>
                  <a:pt x="6223018" y="6350773"/>
                </a:lnTo>
                <a:lnTo>
                  <a:pt x="7296150" y="6350773"/>
                </a:lnTo>
                <a:lnTo>
                  <a:pt x="10696557" y="6350773"/>
                </a:lnTo>
                <a:cubicBezTo>
                  <a:pt x="11198069" y="6350773"/>
                  <a:pt x="11604625" y="5944217"/>
                  <a:pt x="11604625" y="5442705"/>
                </a:cubicBezTo>
                <a:lnTo>
                  <a:pt x="11604625" y="2352675"/>
                </a:lnTo>
                <a:lnTo>
                  <a:pt x="11604625" y="1810541"/>
                </a:lnTo>
                <a:lnTo>
                  <a:pt x="11604625" y="902473"/>
                </a:lnTo>
                <a:lnTo>
                  <a:pt x="10696557" y="902473"/>
                </a:lnTo>
                <a:lnTo>
                  <a:pt x="7600950" y="902473"/>
                </a:lnTo>
                <a:close/>
                <a:moveTo>
                  <a:pt x="0" y="0"/>
                </a:moveTo>
                <a:lnTo>
                  <a:pt x="12192000" y="0"/>
                </a:lnTo>
                <a:lnTo>
                  <a:pt x="12192000" y="6858000"/>
                </a:lnTo>
                <a:lnTo>
                  <a:pt x="0" y="6858000"/>
                </a:lnTo>
                <a:close/>
              </a:path>
            </a:pathLst>
          </a:cu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菱形 36"/>
          <p:cNvSpPr/>
          <p:nvPr userDrawn="1"/>
        </p:nvSpPr>
        <p:spPr>
          <a:xfrm>
            <a:off x="0" y="0"/>
            <a:ext cx="5275616" cy="6858000"/>
          </a:xfrm>
          <a:prstGeom prst="diamond">
            <a:avLst/>
          </a:prstGeom>
          <a:solidFill>
            <a:schemeClr val="accent6">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菱形 37"/>
          <p:cNvSpPr/>
          <p:nvPr userDrawn="1"/>
        </p:nvSpPr>
        <p:spPr>
          <a:xfrm>
            <a:off x="356394" y="728406"/>
            <a:ext cx="4562829" cy="5401188"/>
          </a:xfrm>
          <a:prstGeom prst="diamond">
            <a:avLst/>
          </a:prstGeom>
          <a:solidFill>
            <a:schemeClr val="accent6">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userDrawn="1"/>
        </p:nvSpPr>
        <p:spPr>
          <a:xfrm>
            <a:off x="4077042" y="39237"/>
            <a:ext cx="1770966" cy="830997"/>
          </a:xfrm>
          <a:prstGeom prst="rect">
            <a:avLst/>
          </a:prstGeom>
          <a:noFill/>
        </p:spPr>
        <p:txBody>
          <a:bodyPr wrap="square" rtlCol="0">
            <a:spAutoFit/>
          </a:bodyPr>
          <a:lstStyle/>
          <a:p>
            <a:pPr algn="dist"/>
            <a:r>
              <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rPr>
              <a:t>目录</a:t>
            </a:r>
            <a:endPar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endParaRPr>
          </a:p>
        </p:txBody>
      </p:sp>
      <p:sp>
        <p:nvSpPr>
          <p:cNvPr id="16" name="文本框 15"/>
          <p:cNvSpPr txBox="1"/>
          <p:nvPr userDrawn="1"/>
        </p:nvSpPr>
        <p:spPr>
          <a:xfrm>
            <a:off x="5988404" y="261719"/>
            <a:ext cx="3031599" cy="646331"/>
          </a:xfrm>
          <a:prstGeom prst="rect">
            <a:avLst/>
          </a:prstGeom>
          <a:noFill/>
        </p:spPr>
        <p:txBody>
          <a:bodyPr wrap="none" rtlCol="0">
            <a:spAutoFit/>
          </a:bodyPr>
          <a:lstStyle/>
          <a:p>
            <a:r>
              <a:rPr lang="en-US" altLang="zh-CN"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rPr>
              <a:t>CONTENTS</a:t>
            </a:r>
            <a:endParaRPr lang="zh-CN" altLang="en-US"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endParaRPr>
          </a:p>
        </p:txBody>
      </p:sp>
      <p:sp>
        <p:nvSpPr>
          <p:cNvPr id="10" name="矩形: 圆角 9"/>
          <p:cNvSpPr/>
          <p:nvPr userDrawn="1"/>
        </p:nvSpPr>
        <p:spPr>
          <a:xfrm>
            <a:off x="5848007" y="1504666"/>
            <a:ext cx="676617" cy="365125"/>
          </a:xfrm>
          <a:prstGeom prst="roundRect">
            <a:avLst/>
          </a:prstGeom>
          <a:gradFill flip="none" rotWithShape="1">
            <a:gsLst>
              <a:gs pos="0">
                <a:srgbClr val="F5A01B"/>
              </a:gs>
              <a:gs pos="70000">
                <a:srgbClr val="69B9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01</a:t>
            </a:r>
            <a:endParaRPr lang="zh-CN" altLang="en-US" sz="2800" dirty="0">
              <a:latin typeface="Microsoft YaHei" panose="020B0806030902050204" pitchFamily="34" charset="0"/>
            </a:endParaRPr>
          </a:p>
        </p:txBody>
      </p:sp>
      <p:sp>
        <p:nvSpPr>
          <p:cNvPr id="12" name="文本占位符 11"/>
          <p:cNvSpPr>
            <a:spLocks noGrp="1"/>
          </p:cNvSpPr>
          <p:nvPr>
            <p:ph type="body" sz="quarter" idx="13" hasCustomPrompt="1"/>
          </p:nvPr>
        </p:nvSpPr>
        <p:spPr>
          <a:xfrm>
            <a:off x="6648450" y="1504950"/>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2" name="矩形: 圆角 21"/>
          <p:cNvSpPr/>
          <p:nvPr userDrawn="1"/>
        </p:nvSpPr>
        <p:spPr>
          <a:xfrm>
            <a:off x="5848007" y="3094934"/>
            <a:ext cx="676617" cy="365125"/>
          </a:xfrm>
          <a:prstGeom prst="roundRect">
            <a:avLst/>
          </a:prstGeom>
          <a:gradFill flip="none" rotWithShape="1">
            <a:gsLst>
              <a:gs pos="0">
                <a:srgbClr val="F5A01B"/>
              </a:gs>
              <a:gs pos="70000">
                <a:srgbClr val="69B9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03</a:t>
            </a:r>
            <a:endParaRPr lang="zh-CN" altLang="en-US" sz="2800" dirty="0">
              <a:latin typeface="Microsoft YaHei" panose="020B0806030902050204" pitchFamily="34" charset="0"/>
            </a:endParaRPr>
          </a:p>
        </p:txBody>
      </p:sp>
      <p:sp>
        <p:nvSpPr>
          <p:cNvPr id="23" name="文本占位符 11"/>
          <p:cNvSpPr>
            <a:spLocks noGrp="1"/>
          </p:cNvSpPr>
          <p:nvPr>
            <p:ph type="body" sz="quarter" idx="14" hasCustomPrompt="1"/>
          </p:nvPr>
        </p:nvSpPr>
        <p:spPr>
          <a:xfrm>
            <a:off x="6648450" y="3097304"/>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4" name="矩形: 圆角 23"/>
          <p:cNvSpPr/>
          <p:nvPr userDrawn="1"/>
        </p:nvSpPr>
        <p:spPr>
          <a:xfrm>
            <a:off x="5848007" y="2299800"/>
            <a:ext cx="676617" cy="365125"/>
          </a:xfrm>
          <a:prstGeom prst="roundRect">
            <a:avLst/>
          </a:prstGeom>
          <a:gradFill flip="none" rotWithShape="1">
            <a:gsLst>
              <a:gs pos="0">
                <a:srgbClr val="F5A01B"/>
              </a:gs>
              <a:gs pos="70000">
                <a:srgbClr val="69B9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02</a:t>
            </a:r>
            <a:endParaRPr lang="zh-CN" altLang="en-US" sz="2800" dirty="0">
              <a:latin typeface="Microsoft YaHei" panose="020B0806030902050204" pitchFamily="34" charset="0"/>
            </a:endParaRPr>
          </a:p>
        </p:txBody>
      </p:sp>
      <p:sp>
        <p:nvSpPr>
          <p:cNvPr id="25" name="文本占位符 11"/>
          <p:cNvSpPr>
            <a:spLocks noGrp="1"/>
          </p:cNvSpPr>
          <p:nvPr>
            <p:ph type="body" sz="quarter" idx="15" hasCustomPrompt="1"/>
          </p:nvPr>
        </p:nvSpPr>
        <p:spPr>
          <a:xfrm>
            <a:off x="6648450" y="2301127"/>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6" name="矩形: 圆角 25"/>
          <p:cNvSpPr/>
          <p:nvPr userDrawn="1"/>
        </p:nvSpPr>
        <p:spPr>
          <a:xfrm>
            <a:off x="5848007" y="3890068"/>
            <a:ext cx="676617" cy="365125"/>
          </a:xfrm>
          <a:prstGeom prst="roundRect">
            <a:avLst/>
          </a:prstGeom>
          <a:gradFill flip="none" rotWithShape="1">
            <a:gsLst>
              <a:gs pos="0">
                <a:srgbClr val="F5A01B"/>
              </a:gs>
              <a:gs pos="70000">
                <a:srgbClr val="69B9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04</a:t>
            </a:r>
            <a:endParaRPr lang="zh-CN" altLang="en-US" sz="2800" dirty="0">
              <a:latin typeface="Microsoft YaHei" panose="020B0806030902050204" pitchFamily="34" charset="0"/>
            </a:endParaRPr>
          </a:p>
        </p:txBody>
      </p:sp>
      <p:sp>
        <p:nvSpPr>
          <p:cNvPr id="27" name="文本占位符 11"/>
          <p:cNvSpPr>
            <a:spLocks noGrp="1"/>
          </p:cNvSpPr>
          <p:nvPr>
            <p:ph type="body" sz="quarter" idx="16" hasCustomPrompt="1"/>
          </p:nvPr>
        </p:nvSpPr>
        <p:spPr>
          <a:xfrm>
            <a:off x="6648450" y="3893481"/>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8" name="矩形: 圆角 27"/>
          <p:cNvSpPr/>
          <p:nvPr userDrawn="1"/>
        </p:nvSpPr>
        <p:spPr>
          <a:xfrm>
            <a:off x="5848007" y="5480335"/>
            <a:ext cx="676617" cy="365125"/>
          </a:xfrm>
          <a:prstGeom prst="roundRect">
            <a:avLst/>
          </a:prstGeom>
          <a:gradFill flip="none" rotWithShape="1">
            <a:gsLst>
              <a:gs pos="0">
                <a:srgbClr val="F5A01B"/>
              </a:gs>
              <a:gs pos="70000">
                <a:srgbClr val="69B9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06</a:t>
            </a:r>
            <a:endParaRPr lang="zh-CN" altLang="en-US" sz="2800" dirty="0">
              <a:latin typeface="Microsoft YaHei" panose="020B0806030902050204" pitchFamily="34" charset="0"/>
            </a:endParaRPr>
          </a:p>
        </p:txBody>
      </p:sp>
      <p:sp>
        <p:nvSpPr>
          <p:cNvPr id="29" name="文本占位符 11"/>
          <p:cNvSpPr>
            <a:spLocks noGrp="1"/>
          </p:cNvSpPr>
          <p:nvPr>
            <p:ph type="body" sz="quarter" idx="17" hasCustomPrompt="1"/>
          </p:nvPr>
        </p:nvSpPr>
        <p:spPr>
          <a:xfrm>
            <a:off x="6648450" y="5485833"/>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0" name="矩形: 圆角 29"/>
          <p:cNvSpPr/>
          <p:nvPr userDrawn="1"/>
        </p:nvSpPr>
        <p:spPr>
          <a:xfrm>
            <a:off x="5848007" y="4685202"/>
            <a:ext cx="676617" cy="365125"/>
          </a:xfrm>
          <a:prstGeom prst="roundRect">
            <a:avLst/>
          </a:prstGeom>
          <a:gradFill flip="none" rotWithShape="1">
            <a:gsLst>
              <a:gs pos="0">
                <a:srgbClr val="F5A01B"/>
              </a:gs>
              <a:gs pos="70000">
                <a:srgbClr val="69B92E"/>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05</a:t>
            </a:r>
            <a:endParaRPr lang="zh-CN" altLang="en-US" sz="2800" dirty="0">
              <a:latin typeface="Microsoft YaHei" panose="020B0806030902050204" pitchFamily="34" charset="0"/>
            </a:endParaRPr>
          </a:p>
        </p:txBody>
      </p:sp>
      <p:sp>
        <p:nvSpPr>
          <p:cNvPr id="31" name="文本占位符 11"/>
          <p:cNvSpPr>
            <a:spLocks noGrp="1"/>
          </p:cNvSpPr>
          <p:nvPr>
            <p:ph type="body" sz="quarter" idx="18" hasCustomPrompt="1"/>
          </p:nvPr>
        </p:nvSpPr>
        <p:spPr>
          <a:xfrm>
            <a:off x="6648450" y="4689658"/>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2" name="矩形 31"/>
          <p:cNvSpPr/>
          <p:nvPr userDrawn="1"/>
        </p:nvSpPr>
        <p:spPr>
          <a:xfrm>
            <a:off x="2162175" y="908050"/>
            <a:ext cx="3600000" cy="36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userDrawn="1"/>
        </p:nvSpPr>
        <p:spPr>
          <a:xfrm>
            <a:off x="4142175" y="834234"/>
            <a:ext cx="1620000" cy="36000"/>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userDrawn="1"/>
        </p:nvSpPr>
        <p:spPr>
          <a:xfrm>
            <a:off x="876639" y="1344240"/>
            <a:ext cx="3522338" cy="4169521"/>
          </a:xfrm>
          <a:prstGeom prst="diamond">
            <a:avLst/>
          </a:prstGeom>
          <a:solidFill>
            <a:schemeClr val="accent6">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userDrawn="1"/>
        </p:nvSpPr>
        <p:spPr>
          <a:xfrm>
            <a:off x="1326733" y="1877033"/>
            <a:ext cx="2622150" cy="3103935"/>
          </a:xfrm>
          <a:prstGeom prst="diamond">
            <a:avLst/>
          </a:prstGeom>
          <a:solidFill>
            <a:schemeClr val="accent6">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6" name="表格 35"/>
          <p:cNvGraphicFramePr>
            <a:graphicFrameLocks noGrp="1"/>
          </p:cNvGraphicFramePr>
          <p:nvPr userDrawn="1"/>
        </p:nvGraphicFramePr>
        <p:xfrm>
          <a:off x="596900" y="4679487"/>
          <a:ext cx="4365624" cy="873588"/>
        </p:xfrm>
        <a:graphic>
          <a:graphicData uri="http://schemas.openxmlformats.org/drawingml/2006/table">
            <a:tbl>
              <a:tblPr firstRow="1" bandRow="1">
                <a:tableStyleId>{5C22544A-7EE6-4342-B048-85BDC9FD1C3A}</a:tableStyleId>
              </a:tblPr>
              <a:tblGrid>
                <a:gridCol w="545703"/>
                <a:gridCol w="545703"/>
                <a:gridCol w="545703"/>
                <a:gridCol w="545703"/>
                <a:gridCol w="545703"/>
                <a:gridCol w="545703"/>
                <a:gridCol w="545703"/>
                <a:gridCol w="545703"/>
              </a:tblGrid>
              <a:tr h="436794">
                <a:tc>
                  <a:txBody>
                    <a:bodyPr/>
                    <a:lstStyle/>
                    <a:p>
                      <a:endParaRPr lang="zh-CN" altLang="en-US" dirty="0"/>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r>
              <a:tr h="436794">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bg1">
                          <a:lumMod val="75000"/>
                        </a:schemeClr>
                      </a:solidFill>
                      <a:prstDash val="sysDashDot"/>
                      <a:round/>
                      <a:headEnd type="none" w="med" len="med"/>
                      <a:tailEnd type="none" w="med" len="med"/>
                    </a:lnL>
                    <a:lnR w="6350" cap="flat" cmpd="sng" algn="ctr">
                      <a:solidFill>
                        <a:schemeClr val="bg1">
                          <a:lumMod val="75000"/>
                        </a:schemeClr>
                      </a:solidFill>
                      <a:prstDash val="sysDashDot"/>
                      <a:round/>
                      <a:headEnd type="none" w="med" len="med"/>
                      <a:tailEnd type="none" w="med" len="med"/>
                    </a:lnR>
                    <a:lnT w="6350" cap="flat" cmpd="sng" algn="ctr">
                      <a:solidFill>
                        <a:schemeClr val="bg1">
                          <a:lumMod val="75000"/>
                        </a:schemeClr>
                      </a:solidFill>
                      <a:prstDash val="sysDashDot"/>
                      <a:round/>
                      <a:headEnd type="none" w="med" len="med"/>
                      <a:tailEnd type="none" w="med" len="med"/>
                    </a:lnT>
                    <a:lnB w="6350" cap="flat" cmpd="sng" algn="ctr">
                      <a:solidFill>
                        <a:schemeClr val="bg1">
                          <a:lumMod val="75000"/>
                        </a:schemeClr>
                      </a:solidFill>
                      <a:prstDash val="sysDashDot"/>
                      <a:round/>
                      <a:headEnd type="none" w="med" len="med"/>
                      <a:tailEnd type="none" w="med" len="med"/>
                    </a:lnB>
                    <a:lnTlToBr w="6350" cap="flat" cmpd="sng" algn="ctr">
                      <a:solidFill>
                        <a:schemeClr val="bg1">
                          <a:lumMod val="75000"/>
                        </a:schemeClr>
                      </a:solidFill>
                      <a:prstDash val="sysDashDot"/>
                      <a:round/>
                      <a:headEnd type="none" w="med" len="med"/>
                      <a:tailEnd type="none" w="med" len="med"/>
                    </a:lnTlToBr>
                    <a:lnBlToTr w="6350" cap="flat" cmpd="sng" algn="ctr">
                      <a:solidFill>
                        <a:schemeClr val="bg1">
                          <a:lumMod val="75000"/>
                        </a:schemeClr>
                      </a:solidFill>
                      <a:prstDash val="sysDashDot"/>
                      <a:round/>
                      <a:headEnd type="none" w="med" len="med"/>
                      <a:tailEnd type="none" w="med" len="med"/>
                    </a:lnBlToTr>
                    <a:noFill/>
                  </a:tcPr>
                </a:tc>
              </a:tr>
            </a:tbl>
          </a:graphicData>
        </a:graphic>
      </p:graphicFrame>
      <p:pic>
        <p:nvPicPr>
          <p:cNvPr id="69" name="图片 68"/>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6" y="1337780"/>
            <a:ext cx="4455674" cy="2920724"/>
          </a:xfrm>
          <a:prstGeom prst="rect">
            <a:avLst/>
          </a:prstGeom>
        </p:spPr>
      </p:pic>
      <p:sp>
        <p:nvSpPr>
          <p:cNvPr id="73" name="AutoShape 3"/>
          <p:cNvSpPr>
            <a:spLocks noChangeAspect="1" noChangeArrowheads="1" noTextEdit="1"/>
          </p:cNvSpPr>
          <p:nvPr/>
        </p:nvSpPr>
        <p:spPr bwMode="auto">
          <a:xfrm>
            <a:off x="598576" y="5889563"/>
            <a:ext cx="4452321" cy="2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3" name="组合 2"/>
          <p:cNvGrpSpPr/>
          <p:nvPr userDrawn="1"/>
        </p:nvGrpSpPr>
        <p:grpSpPr>
          <a:xfrm>
            <a:off x="1643383" y="5173635"/>
            <a:ext cx="2116361" cy="242230"/>
            <a:chOff x="2936213" y="5889563"/>
            <a:chExt cx="2116361" cy="242230"/>
          </a:xfrm>
        </p:grpSpPr>
        <p:sp>
          <p:nvSpPr>
            <p:cNvPr id="80" name="Freeform 11"/>
            <p:cNvSpPr>
              <a:spLocks noEditPoints="1"/>
            </p:cNvSpPr>
            <p:nvPr/>
          </p:nvSpPr>
          <p:spPr bwMode="auto">
            <a:xfrm>
              <a:off x="4598289" y="5898783"/>
              <a:ext cx="193616" cy="229657"/>
            </a:xfrm>
            <a:custGeom>
              <a:avLst/>
              <a:gdLst>
                <a:gd name="T0" fmla="*/ 50 w 123"/>
                <a:gd name="T1" fmla="*/ 0 h 143"/>
                <a:gd name="T2" fmla="*/ 69 w 123"/>
                <a:gd name="T3" fmla="*/ 0 h 143"/>
                <a:gd name="T4" fmla="*/ 65 w 123"/>
                <a:gd name="T5" fmla="*/ 15 h 143"/>
                <a:gd name="T6" fmla="*/ 93 w 123"/>
                <a:gd name="T7" fmla="*/ 15 h 143"/>
                <a:gd name="T8" fmla="*/ 63 w 123"/>
                <a:gd name="T9" fmla="*/ 31 h 143"/>
                <a:gd name="T10" fmla="*/ 102 w 123"/>
                <a:gd name="T11" fmla="*/ 44 h 143"/>
                <a:gd name="T12" fmla="*/ 85 w 123"/>
                <a:gd name="T13" fmla="*/ 83 h 143"/>
                <a:gd name="T14" fmla="*/ 67 w 123"/>
                <a:gd name="T15" fmla="*/ 87 h 143"/>
                <a:gd name="T16" fmla="*/ 113 w 123"/>
                <a:gd name="T17" fmla="*/ 85 h 143"/>
                <a:gd name="T18" fmla="*/ 117 w 123"/>
                <a:gd name="T19" fmla="*/ 105 h 143"/>
                <a:gd name="T20" fmla="*/ 65 w 123"/>
                <a:gd name="T21" fmla="*/ 103 h 143"/>
                <a:gd name="T22" fmla="*/ 65 w 123"/>
                <a:gd name="T23" fmla="*/ 142 h 143"/>
                <a:gd name="T24" fmla="*/ 49 w 123"/>
                <a:gd name="T25" fmla="*/ 140 h 143"/>
                <a:gd name="T26" fmla="*/ 50 w 123"/>
                <a:gd name="T27" fmla="*/ 105 h 143"/>
                <a:gd name="T28" fmla="*/ 6 w 123"/>
                <a:gd name="T29" fmla="*/ 113 h 143"/>
                <a:gd name="T30" fmla="*/ 0 w 123"/>
                <a:gd name="T31" fmla="*/ 100 h 143"/>
                <a:gd name="T32" fmla="*/ 49 w 123"/>
                <a:gd name="T33" fmla="*/ 94 h 143"/>
                <a:gd name="T34" fmla="*/ 49 w 123"/>
                <a:gd name="T35" fmla="*/ 87 h 143"/>
                <a:gd name="T36" fmla="*/ 32 w 123"/>
                <a:gd name="T37" fmla="*/ 89 h 143"/>
                <a:gd name="T38" fmla="*/ 21 w 123"/>
                <a:gd name="T39" fmla="*/ 46 h 143"/>
                <a:gd name="T40" fmla="*/ 50 w 123"/>
                <a:gd name="T41" fmla="*/ 37 h 143"/>
                <a:gd name="T42" fmla="*/ 50 w 123"/>
                <a:gd name="T43" fmla="*/ 0 h 143"/>
                <a:gd name="T44" fmla="*/ 37 w 123"/>
                <a:gd name="T45" fmla="*/ 53 h 143"/>
                <a:gd name="T46" fmla="*/ 43 w 123"/>
                <a:gd name="T47" fmla="*/ 76 h 143"/>
                <a:gd name="T48" fmla="*/ 74 w 123"/>
                <a:gd name="T49" fmla="*/ 61 h 143"/>
                <a:gd name="T50" fmla="*/ 43 w 123"/>
                <a:gd name="T51" fmla="*/ 68 h 143"/>
                <a:gd name="T52" fmla="*/ 39 w 123"/>
                <a:gd name="T53" fmla="*/ 59 h 143"/>
                <a:gd name="T54" fmla="*/ 73 w 123"/>
                <a:gd name="T55" fmla="*/ 50 h 143"/>
                <a:gd name="T56" fmla="*/ 78 w 123"/>
                <a:gd name="T57" fmla="*/ 57 h 143"/>
                <a:gd name="T58" fmla="*/ 80 w 123"/>
                <a:gd name="T59" fmla="*/ 44 h 143"/>
                <a:gd name="T60" fmla="*/ 37 w 123"/>
                <a:gd name="T61" fmla="*/ 5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3" h="143">
                  <a:moveTo>
                    <a:pt x="50" y="0"/>
                  </a:moveTo>
                  <a:cubicBezTo>
                    <a:pt x="57" y="0"/>
                    <a:pt x="63" y="0"/>
                    <a:pt x="69" y="0"/>
                  </a:cubicBezTo>
                  <a:cubicBezTo>
                    <a:pt x="73" y="5"/>
                    <a:pt x="66" y="9"/>
                    <a:pt x="65" y="15"/>
                  </a:cubicBezTo>
                  <a:cubicBezTo>
                    <a:pt x="76" y="17"/>
                    <a:pt x="86" y="10"/>
                    <a:pt x="93" y="15"/>
                  </a:cubicBezTo>
                  <a:cubicBezTo>
                    <a:pt x="92" y="30"/>
                    <a:pt x="74" y="27"/>
                    <a:pt x="63" y="31"/>
                  </a:cubicBezTo>
                  <a:cubicBezTo>
                    <a:pt x="74" y="38"/>
                    <a:pt x="96" y="33"/>
                    <a:pt x="102" y="44"/>
                  </a:cubicBezTo>
                  <a:cubicBezTo>
                    <a:pt x="94" y="55"/>
                    <a:pt x="93" y="72"/>
                    <a:pt x="85" y="83"/>
                  </a:cubicBezTo>
                  <a:cubicBezTo>
                    <a:pt x="78" y="87"/>
                    <a:pt x="71" y="80"/>
                    <a:pt x="67" y="87"/>
                  </a:cubicBezTo>
                  <a:cubicBezTo>
                    <a:pt x="76" y="93"/>
                    <a:pt x="101" y="86"/>
                    <a:pt x="113" y="85"/>
                  </a:cubicBezTo>
                  <a:cubicBezTo>
                    <a:pt x="114" y="92"/>
                    <a:pt x="123" y="98"/>
                    <a:pt x="117" y="105"/>
                  </a:cubicBezTo>
                  <a:cubicBezTo>
                    <a:pt x="103" y="101"/>
                    <a:pt x="81" y="100"/>
                    <a:pt x="65" y="103"/>
                  </a:cubicBezTo>
                  <a:cubicBezTo>
                    <a:pt x="65" y="116"/>
                    <a:pt x="65" y="129"/>
                    <a:pt x="65" y="142"/>
                  </a:cubicBezTo>
                  <a:cubicBezTo>
                    <a:pt x="59" y="142"/>
                    <a:pt x="52" y="143"/>
                    <a:pt x="49" y="140"/>
                  </a:cubicBezTo>
                  <a:cubicBezTo>
                    <a:pt x="52" y="131"/>
                    <a:pt x="50" y="117"/>
                    <a:pt x="50" y="105"/>
                  </a:cubicBezTo>
                  <a:cubicBezTo>
                    <a:pt x="33" y="105"/>
                    <a:pt x="19" y="109"/>
                    <a:pt x="6" y="113"/>
                  </a:cubicBezTo>
                  <a:cubicBezTo>
                    <a:pt x="3" y="109"/>
                    <a:pt x="1" y="105"/>
                    <a:pt x="0" y="100"/>
                  </a:cubicBezTo>
                  <a:cubicBezTo>
                    <a:pt x="16" y="97"/>
                    <a:pt x="32" y="95"/>
                    <a:pt x="49" y="94"/>
                  </a:cubicBezTo>
                  <a:cubicBezTo>
                    <a:pt x="49" y="92"/>
                    <a:pt x="49" y="89"/>
                    <a:pt x="49" y="87"/>
                  </a:cubicBezTo>
                  <a:cubicBezTo>
                    <a:pt x="46" y="83"/>
                    <a:pt x="39" y="90"/>
                    <a:pt x="32" y="89"/>
                  </a:cubicBezTo>
                  <a:cubicBezTo>
                    <a:pt x="26" y="77"/>
                    <a:pt x="22" y="62"/>
                    <a:pt x="21" y="46"/>
                  </a:cubicBezTo>
                  <a:cubicBezTo>
                    <a:pt x="27" y="39"/>
                    <a:pt x="45" y="44"/>
                    <a:pt x="50" y="37"/>
                  </a:cubicBezTo>
                  <a:cubicBezTo>
                    <a:pt x="50" y="24"/>
                    <a:pt x="50" y="12"/>
                    <a:pt x="50" y="0"/>
                  </a:cubicBezTo>
                  <a:close/>
                  <a:moveTo>
                    <a:pt x="37" y="53"/>
                  </a:moveTo>
                  <a:cubicBezTo>
                    <a:pt x="37" y="64"/>
                    <a:pt x="39" y="71"/>
                    <a:pt x="43" y="76"/>
                  </a:cubicBezTo>
                  <a:cubicBezTo>
                    <a:pt x="52" y="70"/>
                    <a:pt x="81" y="75"/>
                    <a:pt x="74" y="61"/>
                  </a:cubicBezTo>
                  <a:cubicBezTo>
                    <a:pt x="66" y="65"/>
                    <a:pt x="53" y="65"/>
                    <a:pt x="43" y="68"/>
                  </a:cubicBezTo>
                  <a:cubicBezTo>
                    <a:pt x="42" y="65"/>
                    <a:pt x="39" y="64"/>
                    <a:pt x="39" y="59"/>
                  </a:cubicBezTo>
                  <a:cubicBezTo>
                    <a:pt x="48" y="53"/>
                    <a:pt x="64" y="55"/>
                    <a:pt x="73" y="50"/>
                  </a:cubicBezTo>
                  <a:cubicBezTo>
                    <a:pt x="74" y="52"/>
                    <a:pt x="76" y="55"/>
                    <a:pt x="78" y="57"/>
                  </a:cubicBezTo>
                  <a:cubicBezTo>
                    <a:pt x="77" y="51"/>
                    <a:pt x="81" y="51"/>
                    <a:pt x="80" y="44"/>
                  </a:cubicBezTo>
                  <a:cubicBezTo>
                    <a:pt x="64" y="45"/>
                    <a:pt x="49" y="48"/>
                    <a:pt x="37" y="53"/>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1" name="Freeform 12"/>
            <p:cNvSpPr/>
            <p:nvPr/>
          </p:nvSpPr>
          <p:spPr bwMode="auto">
            <a:xfrm>
              <a:off x="4350193" y="5898783"/>
              <a:ext cx="205350" cy="224628"/>
            </a:xfrm>
            <a:custGeom>
              <a:avLst/>
              <a:gdLst>
                <a:gd name="T0" fmla="*/ 68 w 131"/>
                <a:gd name="T1" fmla="*/ 5 h 140"/>
                <a:gd name="T2" fmla="*/ 68 w 131"/>
                <a:gd name="T3" fmla="*/ 37 h 140"/>
                <a:gd name="T4" fmla="*/ 86 w 131"/>
                <a:gd name="T5" fmla="*/ 33 h 140"/>
                <a:gd name="T6" fmla="*/ 94 w 131"/>
                <a:gd name="T7" fmla="*/ 48 h 140"/>
                <a:gd name="T8" fmla="*/ 66 w 131"/>
                <a:gd name="T9" fmla="*/ 50 h 140"/>
                <a:gd name="T10" fmla="*/ 64 w 131"/>
                <a:gd name="T11" fmla="*/ 70 h 140"/>
                <a:gd name="T12" fmla="*/ 86 w 131"/>
                <a:gd name="T13" fmla="*/ 52 h 140"/>
                <a:gd name="T14" fmla="*/ 101 w 131"/>
                <a:gd name="T15" fmla="*/ 63 h 140"/>
                <a:gd name="T16" fmla="*/ 72 w 131"/>
                <a:gd name="T17" fmla="*/ 77 h 140"/>
                <a:gd name="T18" fmla="*/ 131 w 131"/>
                <a:gd name="T19" fmla="*/ 114 h 140"/>
                <a:gd name="T20" fmla="*/ 90 w 131"/>
                <a:gd name="T21" fmla="*/ 116 h 140"/>
                <a:gd name="T22" fmla="*/ 64 w 131"/>
                <a:gd name="T23" fmla="*/ 90 h 140"/>
                <a:gd name="T24" fmla="*/ 64 w 131"/>
                <a:gd name="T25" fmla="*/ 140 h 140"/>
                <a:gd name="T26" fmla="*/ 25 w 131"/>
                <a:gd name="T27" fmla="*/ 113 h 140"/>
                <a:gd name="T28" fmla="*/ 46 w 131"/>
                <a:gd name="T29" fmla="*/ 116 h 140"/>
                <a:gd name="T30" fmla="*/ 49 w 131"/>
                <a:gd name="T31" fmla="*/ 90 h 140"/>
                <a:gd name="T32" fmla="*/ 14 w 131"/>
                <a:gd name="T33" fmla="*/ 120 h 140"/>
                <a:gd name="T34" fmla="*/ 0 w 131"/>
                <a:gd name="T35" fmla="*/ 105 h 140"/>
                <a:gd name="T36" fmla="*/ 49 w 131"/>
                <a:gd name="T37" fmla="*/ 83 h 140"/>
                <a:gd name="T38" fmla="*/ 49 w 131"/>
                <a:gd name="T39" fmla="*/ 53 h 140"/>
                <a:gd name="T40" fmla="*/ 27 w 131"/>
                <a:gd name="T41" fmla="*/ 59 h 140"/>
                <a:gd name="T42" fmla="*/ 42 w 131"/>
                <a:gd name="T43" fmla="*/ 81 h 140"/>
                <a:gd name="T44" fmla="*/ 18 w 131"/>
                <a:gd name="T45" fmla="*/ 79 h 140"/>
                <a:gd name="T46" fmla="*/ 13 w 131"/>
                <a:gd name="T47" fmla="*/ 46 h 140"/>
                <a:gd name="T48" fmla="*/ 49 w 131"/>
                <a:gd name="T49" fmla="*/ 40 h 140"/>
                <a:gd name="T50" fmla="*/ 48 w 131"/>
                <a:gd name="T51" fmla="*/ 4 h 140"/>
                <a:gd name="T52" fmla="*/ 68 w 131"/>
                <a:gd name="T53" fmla="*/ 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1" h="140">
                  <a:moveTo>
                    <a:pt x="68" y="5"/>
                  </a:moveTo>
                  <a:cubicBezTo>
                    <a:pt x="69" y="17"/>
                    <a:pt x="63" y="28"/>
                    <a:pt x="68" y="37"/>
                  </a:cubicBezTo>
                  <a:cubicBezTo>
                    <a:pt x="76" y="37"/>
                    <a:pt x="78" y="32"/>
                    <a:pt x="86" y="33"/>
                  </a:cubicBezTo>
                  <a:cubicBezTo>
                    <a:pt x="89" y="38"/>
                    <a:pt x="93" y="41"/>
                    <a:pt x="94" y="48"/>
                  </a:cubicBezTo>
                  <a:cubicBezTo>
                    <a:pt x="88" y="52"/>
                    <a:pt x="75" y="49"/>
                    <a:pt x="66" y="50"/>
                  </a:cubicBezTo>
                  <a:cubicBezTo>
                    <a:pt x="63" y="54"/>
                    <a:pt x="65" y="63"/>
                    <a:pt x="64" y="70"/>
                  </a:cubicBezTo>
                  <a:cubicBezTo>
                    <a:pt x="76" y="68"/>
                    <a:pt x="79" y="57"/>
                    <a:pt x="86" y="52"/>
                  </a:cubicBezTo>
                  <a:cubicBezTo>
                    <a:pt x="95" y="52"/>
                    <a:pt x="100" y="56"/>
                    <a:pt x="101" y="63"/>
                  </a:cubicBezTo>
                  <a:cubicBezTo>
                    <a:pt x="89" y="65"/>
                    <a:pt x="84" y="75"/>
                    <a:pt x="72" y="77"/>
                  </a:cubicBezTo>
                  <a:cubicBezTo>
                    <a:pt x="88" y="93"/>
                    <a:pt x="110" y="103"/>
                    <a:pt x="131" y="114"/>
                  </a:cubicBezTo>
                  <a:cubicBezTo>
                    <a:pt x="124" y="122"/>
                    <a:pt x="100" y="117"/>
                    <a:pt x="90" y="116"/>
                  </a:cubicBezTo>
                  <a:cubicBezTo>
                    <a:pt x="85" y="105"/>
                    <a:pt x="76" y="96"/>
                    <a:pt x="64" y="90"/>
                  </a:cubicBezTo>
                  <a:cubicBezTo>
                    <a:pt x="58" y="105"/>
                    <a:pt x="70" y="126"/>
                    <a:pt x="64" y="140"/>
                  </a:cubicBezTo>
                  <a:cubicBezTo>
                    <a:pt x="51" y="132"/>
                    <a:pt x="32" y="128"/>
                    <a:pt x="25" y="113"/>
                  </a:cubicBezTo>
                  <a:cubicBezTo>
                    <a:pt x="35" y="111"/>
                    <a:pt x="38" y="116"/>
                    <a:pt x="46" y="116"/>
                  </a:cubicBezTo>
                  <a:cubicBezTo>
                    <a:pt x="52" y="113"/>
                    <a:pt x="49" y="99"/>
                    <a:pt x="49" y="90"/>
                  </a:cubicBezTo>
                  <a:cubicBezTo>
                    <a:pt x="40" y="95"/>
                    <a:pt x="25" y="110"/>
                    <a:pt x="14" y="120"/>
                  </a:cubicBezTo>
                  <a:cubicBezTo>
                    <a:pt x="7" y="118"/>
                    <a:pt x="0" y="114"/>
                    <a:pt x="0" y="105"/>
                  </a:cubicBezTo>
                  <a:cubicBezTo>
                    <a:pt x="18" y="99"/>
                    <a:pt x="29" y="86"/>
                    <a:pt x="49" y="83"/>
                  </a:cubicBezTo>
                  <a:cubicBezTo>
                    <a:pt x="49" y="73"/>
                    <a:pt x="49" y="63"/>
                    <a:pt x="49" y="53"/>
                  </a:cubicBezTo>
                  <a:cubicBezTo>
                    <a:pt x="39" y="52"/>
                    <a:pt x="37" y="59"/>
                    <a:pt x="27" y="59"/>
                  </a:cubicBezTo>
                  <a:cubicBezTo>
                    <a:pt x="28" y="70"/>
                    <a:pt x="43" y="68"/>
                    <a:pt x="42" y="81"/>
                  </a:cubicBezTo>
                  <a:cubicBezTo>
                    <a:pt x="36" y="85"/>
                    <a:pt x="25" y="81"/>
                    <a:pt x="18" y="79"/>
                  </a:cubicBezTo>
                  <a:cubicBezTo>
                    <a:pt x="22" y="61"/>
                    <a:pt x="19" y="60"/>
                    <a:pt x="13" y="46"/>
                  </a:cubicBezTo>
                  <a:cubicBezTo>
                    <a:pt x="26" y="45"/>
                    <a:pt x="35" y="41"/>
                    <a:pt x="49" y="40"/>
                  </a:cubicBezTo>
                  <a:cubicBezTo>
                    <a:pt x="50" y="27"/>
                    <a:pt x="49" y="15"/>
                    <a:pt x="48" y="4"/>
                  </a:cubicBezTo>
                  <a:cubicBezTo>
                    <a:pt x="53" y="0"/>
                    <a:pt x="62" y="4"/>
                    <a:pt x="68" y="5"/>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2" name="Freeform 13"/>
            <p:cNvSpPr>
              <a:spLocks noEditPoints="1"/>
            </p:cNvSpPr>
            <p:nvPr/>
          </p:nvSpPr>
          <p:spPr bwMode="auto">
            <a:xfrm>
              <a:off x="4099583" y="5889563"/>
              <a:ext cx="220437" cy="230496"/>
            </a:xfrm>
            <a:custGeom>
              <a:avLst/>
              <a:gdLst>
                <a:gd name="T0" fmla="*/ 92 w 140"/>
                <a:gd name="T1" fmla="*/ 17 h 144"/>
                <a:gd name="T2" fmla="*/ 66 w 140"/>
                <a:gd name="T3" fmla="*/ 43 h 144"/>
                <a:gd name="T4" fmla="*/ 111 w 140"/>
                <a:gd name="T5" fmla="*/ 45 h 144"/>
                <a:gd name="T6" fmla="*/ 99 w 140"/>
                <a:gd name="T7" fmla="*/ 69 h 144"/>
                <a:gd name="T8" fmla="*/ 64 w 140"/>
                <a:gd name="T9" fmla="*/ 78 h 144"/>
                <a:gd name="T10" fmla="*/ 111 w 140"/>
                <a:gd name="T11" fmla="*/ 83 h 144"/>
                <a:gd name="T12" fmla="*/ 103 w 140"/>
                <a:gd name="T13" fmla="*/ 106 h 144"/>
                <a:gd name="T14" fmla="*/ 64 w 140"/>
                <a:gd name="T15" fmla="*/ 113 h 144"/>
                <a:gd name="T16" fmla="*/ 140 w 140"/>
                <a:gd name="T17" fmla="*/ 135 h 144"/>
                <a:gd name="T18" fmla="*/ 92 w 140"/>
                <a:gd name="T19" fmla="*/ 143 h 144"/>
                <a:gd name="T20" fmla="*/ 11 w 140"/>
                <a:gd name="T21" fmla="*/ 126 h 144"/>
                <a:gd name="T22" fmla="*/ 0 w 140"/>
                <a:gd name="T23" fmla="*/ 111 h 144"/>
                <a:gd name="T24" fmla="*/ 18 w 140"/>
                <a:gd name="T25" fmla="*/ 109 h 144"/>
                <a:gd name="T26" fmla="*/ 7 w 140"/>
                <a:gd name="T27" fmla="*/ 69 h 144"/>
                <a:gd name="T28" fmla="*/ 31 w 140"/>
                <a:gd name="T29" fmla="*/ 70 h 144"/>
                <a:gd name="T30" fmla="*/ 50 w 140"/>
                <a:gd name="T31" fmla="*/ 109 h 144"/>
                <a:gd name="T32" fmla="*/ 50 w 140"/>
                <a:gd name="T33" fmla="*/ 48 h 144"/>
                <a:gd name="T34" fmla="*/ 92 w 140"/>
                <a:gd name="T35" fmla="*/ 17 h 144"/>
                <a:gd name="T36" fmla="*/ 64 w 140"/>
                <a:gd name="T37" fmla="*/ 63 h 144"/>
                <a:gd name="T38" fmla="*/ 88 w 140"/>
                <a:gd name="T39" fmla="*/ 50 h 144"/>
                <a:gd name="T40" fmla="*/ 64 w 140"/>
                <a:gd name="T41" fmla="*/ 63 h 144"/>
                <a:gd name="T42" fmla="*/ 64 w 140"/>
                <a:gd name="T43" fmla="*/ 98 h 144"/>
                <a:gd name="T44" fmla="*/ 85 w 140"/>
                <a:gd name="T45" fmla="*/ 100 h 144"/>
                <a:gd name="T46" fmla="*/ 88 w 140"/>
                <a:gd name="T47" fmla="*/ 87 h 144"/>
                <a:gd name="T48" fmla="*/ 64 w 140"/>
                <a:gd name="T49" fmla="*/ 9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0" h="144">
                  <a:moveTo>
                    <a:pt x="92" y="17"/>
                  </a:moveTo>
                  <a:cubicBezTo>
                    <a:pt x="83" y="26"/>
                    <a:pt x="74" y="34"/>
                    <a:pt x="66" y="43"/>
                  </a:cubicBezTo>
                  <a:cubicBezTo>
                    <a:pt x="82" y="42"/>
                    <a:pt x="99" y="35"/>
                    <a:pt x="111" y="45"/>
                  </a:cubicBezTo>
                  <a:cubicBezTo>
                    <a:pt x="108" y="54"/>
                    <a:pt x="100" y="57"/>
                    <a:pt x="99" y="69"/>
                  </a:cubicBezTo>
                  <a:cubicBezTo>
                    <a:pt x="89" y="73"/>
                    <a:pt x="73" y="72"/>
                    <a:pt x="64" y="78"/>
                  </a:cubicBezTo>
                  <a:cubicBezTo>
                    <a:pt x="78" y="83"/>
                    <a:pt x="101" y="72"/>
                    <a:pt x="111" y="83"/>
                  </a:cubicBezTo>
                  <a:cubicBezTo>
                    <a:pt x="107" y="92"/>
                    <a:pt x="99" y="94"/>
                    <a:pt x="103" y="106"/>
                  </a:cubicBezTo>
                  <a:cubicBezTo>
                    <a:pt x="92" y="110"/>
                    <a:pt x="77" y="111"/>
                    <a:pt x="64" y="113"/>
                  </a:cubicBezTo>
                  <a:cubicBezTo>
                    <a:pt x="83" y="127"/>
                    <a:pt x="126" y="117"/>
                    <a:pt x="140" y="135"/>
                  </a:cubicBezTo>
                  <a:cubicBezTo>
                    <a:pt x="127" y="140"/>
                    <a:pt x="112" y="144"/>
                    <a:pt x="92" y="143"/>
                  </a:cubicBezTo>
                  <a:cubicBezTo>
                    <a:pt x="78" y="125"/>
                    <a:pt x="38" y="113"/>
                    <a:pt x="11" y="126"/>
                  </a:cubicBezTo>
                  <a:cubicBezTo>
                    <a:pt x="4" y="124"/>
                    <a:pt x="0" y="119"/>
                    <a:pt x="0" y="111"/>
                  </a:cubicBezTo>
                  <a:cubicBezTo>
                    <a:pt x="6" y="111"/>
                    <a:pt x="15" y="113"/>
                    <a:pt x="18" y="109"/>
                  </a:cubicBezTo>
                  <a:cubicBezTo>
                    <a:pt x="15" y="95"/>
                    <a:pt x="11" y="82"/>
                    <a:pt x="7" y="69"/>
                  </a:cubicBezTo>
                  <a:cubicBezTo>
                    <a:pt x="14" y="64"/>
                    <a:pt x="26" y="67"/>
                    <a:pt x="31" y="70"/>
                  </a:cubicBezTo>
                  <a:cubicBezTo>
                    <a:pt x="21" y="86"/>
                    <a:pt x="23" y="111"/>
                    <a:pt x="50" y="109"/>
                  </a:cubicBezTo>
                  <a:cubicBezTo>
                    <a:pt x="55" y="91"/>
                    <a:pt x="48" y="69"/>
                    <a:pt x="50" y="48"/>
                  </a:cubicBezTo>
                  <a:cubicBezTo>
                    <a:pt x="63" y="38"/>
                    <a:pt x="69" y="0"/>
                    <a:pt x="92" y="17"/>
                  </a:cubicBezTo>
                  <a:close/>
                  <a:moveTo>
                    <a:pt x="64" y="63"/>
                  </a:moveTo>
                  <a:cubicBezTo>
                    <a:pt x="77" y="64"/>
                    <a:pt x="89" y="63"/>
                    <a:pt x="88" y="50"/>
                  </a:cubicBezTo>
                  <a:cubicBezTo>
                    <a:pt x="78" y="52"/>
                    <a:pt x="63" y="49"/>
                    <a:pt x="64" y="63"/>
                  </a:cubicBezTo>
                  <a:close/>
                  <a:moveTo>
                    <a:pt x="64" y="98"/>
                  </a:moveTo>
                  <a:cubicBezTo>
                    <a:pt x="68" y="102"/>
                    <a:pt x="78" y="99"/>
                    <a:pt x="85" y="100"/>
                  </a:cubicBezTo>
                  <a:cubicBezTo>
                    <a:pt x="86" y="96"/>
                    <a:pt x="89" y="94"/>
                    <a:pt x="88" y="87"/>
                  </a:cubicBezTo>
                  <a:cubicBezTo>
                    <a:pt x="79" y="89"/>
                    <a:pt x="65" y="87"/>
                    <a:pt x="64" y="9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3" name="Freeform 14"/>
            <p:cNvSpPr>
              <a:spLocks noEditPoints="1"/>
            </p:cNvSpPr>
            <p:nvPr/>
          </p:nvSpPr>
          <p:spPr bwMode="auto">
            <a:xfrm>
              <a:off x="4817050" y="5892916"/>
              <a:ext cx="235524" cy="230496"/>
            </a:xfrm>
            <a:custGeom>
              <a:avLst/>
              <a:gdLst>
                <a:gd name="T0" fmla="*/ 57 w 150"/>
                <a:gd name="T1" fmla="*/ 11 h 144"/>
                <a:gd name="T2" fmla="*/ 56 w 150"/>
                <a:gd name="T3" fmla="*/ 39 h 144"/>
                <a:gd name="T4" fmla="*/ 67 w 150"/>
                <a:gd name="T5" fmla="*/ 41 h 144"/>
                <a:gd name="T6" fmla="*/ 67 w 150"/>
                <a:gd name="T7" fmla="*/ 48 h 144"/>
                <a:gd name="T8" fmla="*/ 56 w 150"/>
                <a:gd name="T9" fmla="*/ 61 h 144"/>
                <a:gd name="T10" fmla="*/ 70 w 150"/>
                <a:gd name="T11" fmla="*/ 61 h 144"/>
                <a:gd name="T12" fmla="*/ 70 w 150"/>
                <a:gd name="T13" fmla="*/ 50 h 144"/>
                <a:gd name="T14" fmla="*/ 87 w 150"/>
                <a:gd name="T15" fmla="*/ 48 h 144"/>
                <a:gd name="T16" fmla="*/ 87 w 150"/>
                <a:gd name="T17" fmla="*/ 11 h 144"/>
                <a:gd name="T18" fmla="*/ 102 w 150"/>
                <a:gd name="T19" fmla="*/ 15 h 144"/>
                <a:gd name="T20" fmla="*/ 105 w 150"/>
                <a:gd name="T21" fmla="*/ 43 h 144"/>
                <a:gd name="T22" fmla="*/ 113 w 150"/>
                <a:gd name="T23" fmla="*/ 22 h 144"/>
                <a:gd name="T24" fmla="*/ 126 w 150"/>
                <a:gd name="T25" fmla="*/ 43 h 144"/>
                <a:gd name="T26" fmla="*/ 102 w 150"/>
                <a:gd name="T27" fmla="*/ 59 h 144"/>
                <a:gd name="T28" fmla="*/ 104 w 150"/>
                <a:gd name="T29" fmla="*/ 68 h 144"/>
                <a:gd name="T30" fmla="*/ 111 w 150"/>
                <a:gd name="T31" fmla="*/ 56 h 144"/>
                <a:gd name="T32" fmla="*/ 124 w 150"/>
                <a:gd name="T33" fmla="*/ 59 h 144"/>
                <a:gd name="T34" fmla="*/ 109 w 150"/>
                <a:gd name="T35" fmla="*/ 83 h 144"/>
                <a:gd name="T36" fmla="*/ 115 w 150"/>
                <a:gd name="T37" fmla="*/ 94 h 144"/>
                <a:gd name="T38" fmla="*/ 120 w 150"/>
                <a:gd name="T39" fmla="*/ 74 h 144"/>
                <a:gd name="T40" fmla="*/ 129 w 150"/>
                <a:gd name="T41" fmla="*/ 117 h 144"/>
                <a:gd name="T42" fmla="*/ 104 w 150"/>
                <a:gd name="T43" fmla="*/ 96 h 144"/>
                <a:gd name="T44" fmla="*/ 81 w 150"/>
                <a:gd name="T45" fmla="*/ 111 h 144"/>
                <a:gd name="T46" fmla="*/ 150 w 150"/>
                <a:gd name="T47" fmla="*/ 133 h 144"/>
                <a:gd name="T48" fmla="*/ 92 w 150"/>
                <a:gd name="T49" fmla="*/ 137 h 144"/>
                <a:gd name="T50" fmla="*/ 31 w 150"/>
                <a:gd name="T51" fmla="*/ 109 h 144"/>
                <a:gd name="T52" fmla="*/ 0 w 150"/>
                <a:gd name="T53" fmla="*/ 129 h 144"/>
                <a:gd name="T54" fmla="*/ 26 w 150"/>
                <a:gd name="T55" fmla="*/ 83 h 144"/>
                <a:gd name="T56" fmla="*/ 7 w 150"/>
                <a:gd name="T57" fmla="*/ 74 h 144"/>
                <a:gd name="T58" fmla="*/ 41 w 150"/>
                <a:gd name="T59" fmla="*/ 59 h 144"/>
                <a:gd name="T60" fmla="*/ 26 w 150"/>
                <a:gd name="T61" fmla="*/ 61 h 144"/>
                <a:gd name="T62" fmla="*/ 22 w 150"/>
                <a:gd name="T63" fmla="*/ 48 h 144"/>
                <a:gd name="T64" fmla="*/ 39 w 150"/>
                <a:gd name="T65" fmla="*/ 46 h 144"/>
                <a:gd name="T66" fmla="*/ 57 w 150"/>
                <a:gd name="T67" fmla="*/ 11 h 144"/>
                <a:gd name="T68" fmla="*/ 81 w 150"/>
                <a:gd name="T69" fmla="*/ 65 h 144"/>
                <a:gd name="T70" fmla="*/ 83 w 150"/>
                <a:gd name="T71" fmla="*/ 81 h 144"/>
                <a:gd name="T72" fmla="*/ 87 w 150"/>
                <a:gd name="T73" fmla="*/ 61 h 144"/>
                <a:gd name="T74" fmla="*/ 81 w 150"/>
                <a:gd name="T75" fmla="*/ 65 h 144"/>
                <a:gd name="T76" fmla="*/ 56 w 150"/>
                <a:gd name="T77" fmla="*/ 76 h 144"/>
                <a:gd name="T78" fmla="*/ 57 w 150"/>
                <a:gd name="T79" fmla="*/ 83 h 144"/>
                <a:gd name="T80" fmla="*/ 68 w 150"/>
                <a:gd name="T81" fmla="*/ 81 h 144"/>
                <a:gd name="T82" fmla="*/ 70 w 150"/>
                <a:gd name="T83" fmla="*/ 76 h 144"/>
                <a:gd name="T84" fmla="*/ 56 w 150"/>
                <a:gd name="T85" fmla="*/ 76 h 144"/>
                <a:gd name="T86" fmla="*/ 31 w 150"/>
                <a:gd name="T87" fmla="*/ 80 h 144"/>
                <a:gd name="T88" fmla="*/ 41 w 150"/>
                <a:gd name="T89" fmla="*/ 89 h 144"/>
                <a:gd name="T90" fmla="*/ 43 w 150"/>
                <a:gd name="T91" fmla="*/ 100 h 144"/>
                <a:gd name="T92" fmla="*/ 43 w 150"/>
                <a:gd name="T93" fmla="*/ 78 h 144"/>
                <a:gd name="T94" fmla="*/ 31 w 150"/>
                <a:gd name="T95" fmla="*/ 80 h 144"/>
                <a:gd name="T96" fmla="*/ 70 w 150"/>
                <a:gd name="T97" fmla="*/ 100 h 144"/>
                <a:gd name="T98" fmla="*/ 65 w 150"/>
                <a:gd name="T99" fmla="*/ 94 h 144"/>
                <a:gd name="T100" fmla="*/ 56 w 150"/>
                <a:gd name="T101" fmla="*/ 96 h 144"/>
                <a:gd name="T102" fmla="*/ 56 w 150"/>
                <a:gd name="T103" fmla="*/ 105 h 144"/>
                <a:gd name="T104" fmla="*/ 80 w 150"/>
                <a:gd name="T105" fmla="*/ 109 h 144"/>
                <a:gd name="T106" fmla="*/ 92 w 150"/>
                <a:gd name="T107" fmla="*/ 81 h 144"/>
                <a:gd name="T108" fmla="*/ 70 w 150"/>
                <a:gd name="T109" fmla="*/ 10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0" h="144">
                  <a:moveTo>
                    <a:pt x="57" y="11"/>
                  </a:moveTo>
                  <a:cubicBezTo>
                    <a:pt x="56" y="20"/>
                    <a:pt x="55" y="28"/>
                    <a:pt x="56" y="39"/>
                  </a:cubicBezTo>
                  <a:cubicBezTo>
                    <a:pt x="56" y="43"/>
                    <a:pt x="63" y="40"/>
                    <a:pt x="67" y="41"/>
                  </a:cubicBezTo>
                  <a:cubicBezTo>
                    <a:pt x="67" y="43"/>
                    <a:pt x="67" y="46"/>
                    <a:pt x="67" y="48"/>
                  </a:cubicBezTo>
                  <a:cubicBezTo>
                    <a:pt x="67" y="57"/>
                    <a:pt x="53" y="50"/>
                    <a:pt x="56" y="61"/>
                  </a:cubicBezTo>
                  <a:cubicBezTo>
                    <a:pt x="60" y="65"/>
                    <a:pt x="66" y="53"/>
                    <a:pt x="70" y="61"/>
                  </a:cubicBezTo>
                  <a:cubicBezTo>
                    <a:pt x="70" y="57"/>
                    <a:pt x="70" y="54"/>
                    <a:pt x="70" y="50"/>
                  </a:cubicBezTo>
                  <a:cubicBezTo>
                    <a:pt x="79" y="49"/>
                    <a:pt x="80" y="49"/>
                    <a:pt x="87" y="48"/>
                  </a:cubicBezTo>
                  <a:cubicBezTo>
                    <a:pt x="89" y="34"/>
                    <a:pt x="83" y="21"/>
                    <a:pt x="87" y="11"/>
                  </a:cubicBezTo>
                  <a:cubicBezTo>
                    <a:pt x="94" y="11"/>
                    <a:pt x="96" y="15"/>
                    <a:pt x="102" y="15"/>
                  </a:cubicBezTo>
                  <a:cubicBezTo>
                    <a:pt x="103" y="22"/>
                    <a:pt x="93" y="42"/>
                    <a:pt x="105" y="43"/>
                  </a:cubicBezTo>
                  <a:cubicBezTo>
                    <a:pt x="110" y="38"/>
                    <a:pt x="105" y="23"/>
                    <a:pt x="113" y="22"/>
                  </a:cubicBezTo>
                  <a:cubicBezTo>
                    <a:pt x="120" y="26"/>
                    <a:pt x="123" y="34"/>
                    <a:pt x="126" y="43"/>
                  </a:cubicBezTo>
                  <a:cubicBezTo>
                    <a:pt x="114" y="44"/>
                    <a:pt x="111" y="52"/>
                    <a:pt x="102" y="59"/>
                  </a:cubicBezTo>
                  <a:cubicBezTo>
                    <a:pt x="101" y="64"/>
                    <a:pt x="105" y="63"/>
                    <a:pt x="104" y="68"/>
                  </a:cubicBezTo>
                  <a:cubicBezTo>
                    <a:pt x="107" y="65"/>
                    <a:pt x="108" y="60"/>
                    <a:pt x="111" y="56"/>
                  </a:cubicBezTo>
                  <a:cubicBezTo>
                    <a:pt x="118" y="54"/>
                    <a:pt x="118" y="60"/>
                    <a:pt x="124" y="59"/>
                  </a:cubicBezTo>
                  <a:cubicBezTo>
                    <a:pt x="120" y="68"/>
                    <a:pt x="113" y="74"/>
                    <a:pt x="109" y="83"/>
                  </a:cubicBezTo>
                  <a:cubicBezTo>
                    <a:pt x="108" y="90"/>
                    <a:pt x="112" y="91"/>
                    <a:pt x="115" y="94"/>
                  </a:cubicBezTo>
                  <a:cubicBezTo>
                    <a:pt x="122" y="93"/>
                    <a:pt x="120" y="82"/>
                    <a:pt x="120" y="74"/>
                  </a:cubicBezTo>
                  <a:cubicBezTo>
                    <a:pt x="138" y="76"/>
                    <a:pt x="129" y="107"/>
                    <a:pt x="129" y="117"/>
                  </a:cubicBezTo>
                  <a:cubicBezTo>
                    <a:pt x="115" y="115"/>
                    <a:pt x="110" y="106"/>
                    <a:pt x="104" y="96"/>
                  </a:cubicBezTo>
                  <a:cubicBezTo>
                    <a:pt x="96" y="101"/>
                    <a:pt x="91" y="108"/>
                    <a:pt x="81" y="111"/>
                  </a:cubicBezTo>
                  <a:cubicBezTo>
                    <a:pt x="99" y="123"/>
                    <a:pt x="129" y="123"/>
                    <a:pt x="150" y="133"/>
                  </a:cubicBezTo>
                  <a:cubicBezTo>
                    <a:pt x="138" y="144"/>
                    <a:pt x="111" y="136"/>
                    <a:pt x="92" y="137"/>
                  </a:cubicBezTo>
                  <a:cubicBezTo>
                    <a:pt x="83" y="117"/>
                    <a:pt x="52" y="119"/>
                    <a:pt x="31" y="109"/>
                  </a:cubicBezTo>
                  <a:cubicBezTo>
                    <a:pt x="24" y="119"/>
                    <a:pt x="22" y="134"/>
                    <a:pt x="0" y="129"/>
                  </a:cubicBezTo>
                  <a:cubicBezTo>
                    <a:pt x="10" y="115"/>
                    <a:pt x="24" y="105"/>
                    <a:pt x="26" y="83"/>
                  </a:cubicBezTo>
                  <a:cubicBezTo>
                    <a:pt x="16" y="84"/>
                    <a:pt x="7" y="84"/>
                    <a:pt x="7" y="74"/>
                  </a:cubicBezTo>
                  <a:cubicBezTo>
                    <a:pt x="17" y="68"/>
                    <a:pt x="42" y="76"/>
                    <a:pt x="41" y="59"/>
                  </a:cubicBezTo>
                  <a:cubicBezTo>
                    <a:pt x="39" y="55"/>
                    <a:pt x="33" y="63"/>
                    <a:pt x="26" y="61"/>
                  </a:cubicBezTo>
                  <a:cubicBezTo>
                    <a:pt x="26" y="55"/>
                    <a:pt x="21" y="55"/>
                    <a:pt x="22" y="48"/>
                  </a:cubicBezTo>
                  <a:cubicBezTo>
                    <a:pt x="29" y="49"/>
                    <a:pt x="31" y="45"/>
                    <a:pt x="39" y="46"/>
                  </a:cubicBezTo>
                  <a:cubicBezTo>
                    <a:pt x="47" y="36"/>
                    <a:pt x="34" y="0"/>
                    <a:pt x="57" y="11"/>
                  </a:cubicBezTo>
                  <a:close/>
                  <a:moveTo>
                    <a:pt x="81" y="65"/>
                  </a:moveTo>
                  <a:cubicBezTo>
                    <a:pt x="83" y="70"/>
                    <a:pt x="79" y="79"/>
                    <a:pt x="83" y="81"/>
                  </a:cubicBezTo>
                  <a:cubicBezTo>
                    <a:pt x="88" y="76"/>
                    <a:pt x="97" y="68"/>
                    <a:pt x="87" y="61"/>
                  </a:cubicBezTo>
                  <a:cubicBezTo>
                    <a:pt x="86" y="64"/>
                    <a:pt x="83" y="63"/>
                    <a:pt x="81" y="65"/>
                  </a:cubicBezTo>
                  <a:close/>
                  <a:moveTo>
                    <a:pt x="56" y="76"/>
                  </a:moveTo>
                  <a:cubicBezTo>
                    <a:pt x="55" y="79"/>
                    <a:pt x="56" y="82"/>
                    <a:pt x="57" y="83"/>
                  </a:cubicBezTo>
                  <a:cubicBezTo>
                    <a:pt x="63" y="84"/>
                    <a:pt x="65" y="77"/>
                    <a:pt x="68" y="81"/>
                  </a:cubicBezTo>
                  <a:cubicBezTo>
                    <a:pt x="68" y="79"/>
                    <a:pt x="69" y="77"/>
                    <a:pt x="70" y="76"/>
                  </a:cubicBezTo>
                  <a:cubicBezTo>
                    <a:pt x="66" y="71"/>
                    <a:pt x="62" y="77"/>
                    <a:pt x="56" y="76"/>
                  </a:cubicBezTo>
                  <a:close/>
                  <a:moveTo>
                    <a:pt x="31" y="80"/>
                  </a:moveTo>
                  <a:cubicBezTo>
                    <a:pt x="31" y="86"/>
                    <a:pt x="41" y="83"/>
                    <a:pt x="41" y="89"/>
                  </a:cubicBezTo>
                  <a:cubicBezTo>
                    <a:pt x="37" y="90"/>
                    <a:pt x="35" y="101"/>
                    <a:pt x="43" y="100"/>
                  </a:cubicBezTo>
                  <a:cubicBezTo>
                    <a:pt x="43" y="93"/>
                    <a:pt x="43" y="85"/>
                    <a:pt x="43" y="78"/>
                  </a:cubicBezTo>
                  <a:cubicBezTo>
                    <a:pt x="37" y="76"/>
                    <a:pt x="37" y="81"/>
                    <a:pt x="31" y="80"/>
                  </a:cubicBezTo>
                  <a:close/>
                  <a:moveTo>
                    <a:pt x="70" y="100"/>
                  </a:moveTo>
                  <a:cubicBezTo>
                    <a:pt x="66" y="101"/>
                    <a:pt x="71" y="91"/>
                    <a:pt x="65" y="94"/>
                  </a:cubicBezTo>
                  <a:cubicBezTo>
                    <a:pt x="60" y="94"/>
                    <a:pt x="61" y="98"/>
                    <a:pt x="56" y="96"/>
                  </a:cubicBezTo>
                  <a:cubicBezTo>
                    <a:pt x="56" y="99"/>
                    <a:pt x="56" y="102"/>
                    <a:pt x="56" y="105"/>
                  </a:cubicBezTo>
                  <a:cubicBezTo>
                    <a:pt x="63" y="106"/>
                    <a:pt x="75" y="112"/>
                    <a:pt x="80" y="109"/>
                  </a:cubicBezTo>
                  <a:cubicBezTo>
                    <a:pt x="74" y="99"/>
                    <a:pt x="102" y="89"/>
                    <a:pt x="92" y="81"/>
                  </a:cubicBezTo>
                  <a:cubicBezTo>
                    <a:pt x="87" y="89"/>
                    <a:pt x="83" y="99"/>
                    <a:pt x="70" y="10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4" name="Freeform 15"/>
            <p:cNvSpPr/>
            <p:nvPr/>
          </p:nvSpPr>
          <p:spPr bwMode="auto">
            <a:xfrm>
              <a:off x="4478432" y="5913870"/>
              <a:ext cx="39394" cy="42747"/>
            </a:xfrm>
            <a:custGeom>
              <a:avLst/>
              <a:gdLst>
                <a:gd name="T0" fmla="*/ 6 w 25"/>
                <a:gd name="T1" fmla="*/ 0 h 27"/>
                <a:gd name="T2" fmla="*/ 25 w 25"/>
                <a:gd name="T3" fmla="*/ 24 h 27"/>
                <a:gd name="T4" fmla="*/ 1 w 25"/>
                <a:gd name="T5" fmla="*/ 20 h 27"/>
                <a:gd name="T6" fmla="*/ 6 w 25"/>
                <a:gd name="T7" fmla="*/ 0 h 27"/>
              </a:gdLst>
              <a:ahLst/>
              <a:cxnLst>
                <a:cxn ang="0">
                  <a:pos x="T0" y="T1"/>
                </a:cxn>
                <a:cxn ang="0">
                  <a:pos x="T2" y="T3"/>
                </a:cxn>
                <a:cxn ang="0">
                  <a:pos x="T4" y="T5"/>
                </a:cxn>
                <a:cxn ang="0">
                  <a:pos x="T6" y="T7"/>
                </a:cxn>
              </a:cxnLst>
              <a:rect l="0" t="0" r="r" b="b"/>
              <a:pathLst>
                <a:path w="25" h="27">
                  <a:moveTo>
                    <a:pt x="6" y="0"/>
                  </a:moveTo>
                  <a:cubicBezTo>
                    <a:pt x="14" y="7"/>
                    <a:pt x="24" y="11"/>
                    <a:pt x="25" y="24"/>
                  </a:cubicBezTo>
                  <a:cubicBezTo>
                    <a:pt x="18" y="27"/>
                    <a:pt x="7" y="24"/>
                    <a:pt x="1" y="20"/>
                  </a:cubicBezTo>
                  <a:cubicBezTo>
                    <a:pt x="0" y="11"/>
                    <a:pt x="2" y="5"/>
                    <a:pt x="6"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5" name="Freeform 16"/>
            <p:cNvSpPr/>
            <p:nvPr/>
          </p:nvSpPr>
          <p:spPr bwMode="auto">
            <a:xfrm>
              <a:off x="4113831" y="5934824"/>
              <a:ext cx="42747" cy="47776"/>
            </a:xfrm>
            <a:custGeom>
              <a:avLst/>
              <a:gdLst>
                <a:gd name="T0" fmla="*/ 7 w 27"/>
                <a:gd name="T1" fmla="*/ 0 h 30"/>
                <a:gd name="T2" fmla="*/ 22 w 27"/>
                <a:gd name="T3" fmla="*/ 30 h 30"/>
                <a:gd name="T4" fmla="*/ 4 w 27"/>
                <a:gd name="T5" fmla="*/ 24 h 30"/>
                <a:gd name="T6" fmla="*/ 7 w 27"/>
                <a:gd name="T7" fmla="*/ 0 h 30"/>
              </a:gdLst>
              <a:ahLst/>
              <a:cxnLst>
                <a:cxn ang="0">
                  <a:pos x="T0" y="T1"/>
                </a:cxn>
                <a:cxn ang="0">
                  <a:pos x="T2" y="T3"/>
                </a:cxn>
                <a:cxn ang="0">
                  <a:pos x="T4" y="T5"/>
                </a:cxn>
                <a:cxn ang="0">
                  <a:pos x="T6" y="T7"/>
                </a:cxn>
              </a:cxnLst>
              <a:rect l="0" t="0" r="r" b="b"/>
              <a:pathLst>
                <a:path w="27" h="30">
                  <a:moveTo>
                    <a:pt x="7" y="0"/>
                  </a:moveTo>
                  <a:cubicBezTo>
                    <a:pt x="15" y="6"/>
                    <a:pt x="27" y="16"/>
                    <a:pt x="22" y="30"/>
                  </a:cubicBezTo>
                  <a:cubicBezTo>
                    <a:pt x="15" y="29"/>
                    <a:pt x="10" y="26"/>
                    <a:pt x="4" y="24"/>
                  </a:cubicBezTo>
                  <a:cubicBezTo>
                    <a:pt x="0" y="16"/>
                    <a:pt x="2" y="4"/>
                    <a:pt x="7"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6" name="Freeform 17"/>
            <p:cNvSpPr/>
            <p:nvPr/>
          </p:nvSpPr>
          <p:spPr bwMode="auto">
            <a:xfrm>
              <a:off x="3761803" y="5892916"/>
              <a:ext cx="34365" cy="49452"/>
            </a:xfrm>
            <a:custGeom>
              <a:avLst/>
              <a:gdLst>
                <a:gd name="T0" fmla="*/ 8 w 22"/>
                <a:gd name="T1" fmla="*/ 0 h 31"/>
                <a:gd name="T2" fmla="*/ 22 w 22"/>
                <a:gd name="T3" fmla="*/ 26 h 31"/>
                <a:gd name="T4" fmla="*/ 4 w 22"/>
                <a:gd name="T5" fmla="*/ 24 h 31"/>
                <a:gd name="T6" fmla="*/ 8 w 22"/>
                <a:gd name="T7" fmla="*/ 0 h 31"/>
              </a:gdLst>
              <a:ahLst/>
              <a:cxnLst>
                <a:cxn ang="0">
                  <a:pos x="T0" y="T1"/>
                </a:cxn>
                <a:cxn ang="0">
                  <a:pos x="T2" y="T3"/>
                </a:cxn>
                <a:cxn ang="0">
                  <a:pos x="T4" y="T5"/>
                </a:cxn>
                <a:cxn ang="0">
                  <a:pos x="T6" y="T7"/>
                </a:cxn>
              </a:cxnLst>
              <a:rect l="0" t="0" r="r" b="b"/>
              <a:pathLst>
                <a:path w="22" h="31">
                  <a:moveTo>
                    <a:pt x="8" y="0"/>
                  </a:moveTo>
                  <a:cubicBezTo>
                    <a:pt x="16" y="6"/>
                    <a:pt x="21" y="14"/>
                    <a:pt x="22" y="26"/>
                  </a:cubicBezTo>
                  <a:cubicBezTo>
                    <a:pt x="17" y="31"/>
                    <a:pt x="10" y="25"/>
                    <a:pt x="4" y="24"/>
                  </a:cubicBezTo>
                  <a:cubicBezTo>
                    <a:pt x="0" y="16"/>
                    <a:pt x="2" y="4"/>
                    <a:pt x="8"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7" name="Freeform 18"/>
            <p:cNvSpPr>
              <a:spLocks noEditPoints="1"/>
            </p:cNvSpPr>
            <p:nvPr/>
          </p:nvSpPr>
          <p:spPr bwMode="auto">
            <a:xfrm>
              <a:off x="2973930" y="5898783"/>
              <a:ext cx="181043" cy="226305"/>
            </a:xfrm>
            <a:custGeom>
              <a:avLst/>
              <a:gdLst>
                <a:gd name="T0" fmla="*/ 71 w 115"/>
                <a:gd name="T1" fmla="*/ 7 h 141"/>
                <a:gd name="T2" fmla="*/ 48 w 115"/>
                <a:gd name="T3" fmla="*/ 40 h 141"/>
                <a:gd name="T4" fmla="*/ 102 w 115"/>
                <a:gd name="T5" fmla="*/ 35 h 141"/>
                <a:gd name="T6" fmla="*/ 104 w 115"/>
                <a:gd name="T7" fmla="*/ 39 h 141"/>
                <a:gd name="T8" fmla="*/ 82 w 115"/>
                <a:gd name="T9" fmla="*/ 53 h 141"/>
                <a:gd name="T10" fmla="*/ 98 w 115"/>
                <a:gd name="T11" fmla="*/ 61 h 141"/>
                <a:gd name="T12" fmla="*/ 80 w 115"/>
                <a:gd name="T13" fmla="*/ 72 h 141"/>
                <a:gd name="T14" fmla="*/ 98 w 115"/>
                <a:gd name="T15" fmla="*/ 79 h 141"/>
                <a:gd name="T16" fmla="*/ 80 w 115"/>
                <a:gd name="T17" fmla="*/ 90 h 141"/>
                <a:gd name="T18" fmla="*/ 109 w 115"/>
                <a:gd name="T19" fmla="*/ 94 h 141"/>
                <a:gd name="T20" fmla="*/ 113 w 115"/>
                <a:gd name="T21" fmla="*/ 111 h 141"/>
                <a:gd name="T22" fmla="*/ 47 w 115"/>
                <a:gd name="T23" fmla="*/ 113 h 141"/>
                <a:gd name="T24" fmla="*/ 47 w 115"/>
                <a:gd name="T25" fmla="*/ 138 h 141"/>
                <a:gd name="T26" fmla="*/ 32 w 115"/>
                <a:gd name="T27" fmla="*/ 138 h 141"/>
                <a:gd name="T28" fmla="*/ 32 w 115"/>
                <a:gd name="T29" fmla="*/ 72 h 141"/>
                <a:gd name="T30" fmla="*/ 15 w 115"/>
                <a:gd name="T31" fmla="*/ 76 h 141"/>
                <a:gd name="T32" fmla="*/ 15 w 115"/>
                <a:gd name="T33" fmla="*/ 129 h 141"/>
                <a:gd name="T34" fmla="*/ 0 w 115"/>
                <a:gd name="T35" fmla="*/ 127 h 141"/>
                <a:gd name="T36" fmla="*/ 2 w 115"/>
                <a:gd name="T37" fmla="*/ 11 h 141"/>
                <a:gd name="T38" fmla="*/ 21 w 115"/>
                <a:gd name="T39" fmla="*/ 13 h 141"/>
                <a:gd name="T40" fmla="*/ 17 w 115"/>
                <a:gd name="T41" fmla="*/ 35 h 141"/>
                <a:gd name="T42" fmla="*/ 30 w 115"/>
                <a:gd name="T43" fmla="*/ 37 h 141"/>
                <a:gd name="T44" fmla="*/ 15 w 115"/>
                <a:gd name="T45" fmla="*/ 64 h 141"/>
                <a:gd name="T46" fmla="*/ 54 w 115"/>
                <a:gd name="T47" fmla="*/ 2 h 141"/>
                <a:gd name="T48" fmla="*/ 71 w 115"/>
                <a:gd name="T49" fmla="*/ 7 h 141"/>
                <a:gd name="T50" fmla="*/ 48 w 115"/>
                <a:gd name="T51" fmla="*/ 63 h 141"/>
                <a:gd name="T52" fmla="*/ 63 w 115"/>
                <a:gd name="T53" fmla="*/ 63 h 141"/>
                <a:gd name="T54" fmla="*/ 63 w 115"/>
                <a:gd name="T55" fmla="*/ 53 h 141"/>
                <a:gd name="T56" fmla="*/ 48 w 115"/>
                <a:gd name="T57" fmla="*/ 63 h 141"/>
                <a:gd name="T58" fmla="*/ 47 w 115"/>
                <a:gd name="T59" fmla="*/ 77 h 141"/>
                <a:gd name="T60" fmla="*/ 63 w 115"/>
                <a:gd name="T61" fmla="*/ 79 h 141"/>
                <a:gd name="T62" fmla="*/ 61 w 115"/>
                <a:gd name="T63" fmla="*/ 72 h 141"/>
                <a:gd name="T64" fmla="*/ 47 w 115"/>
                <a:gd name="T65" fmla="*/ 77 h 141"/>
                <a:gd name="T66" fmla="*/ 47 w 115"/>
                <a:gd name="T67" fmla="*/ 98 h 141"/>
                <a:gd name="T68" fmla="*/ 63 w 115"/>
                <a:gd name="T69" fmla="*/ 90 h 141"/>
                <a:gd name="T70" fmla="*/ 47 w 115"/>
                <a:gd name="T71" fmla="*/ 90 h 141"/>
                <a:gd name="T72" fmla="*/ 47 w 115"/>
                <a:gd name="T73" fmla="*/ 9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5" h="141">
                  <a:moveTo>
                    <a:pt x="71" y="7"/>
                  </a:moveTo>
                  <a:cubicBezTo>
                    <a:pt x="64" y="19"/>
                    <a:pt x="55" y="29"/>
                    <a:pt x="48" y="40"/>
                  </a:cubicBezTo>
                  <a:cubicBezTo>
                    <a:pt x="65" y="45"/>
                    <a:pt x="88" y="33"/>
                    <a:pt x="102" y="35"/>
                  </a:cubicBezTo>
                  <a:cubicBezTo>
                    <a:pt x="102" y="37"/>
                    <a:pt x="102" y="38"/>
                    <a:pt x="104" y="39"/>
                  </a:cubicBezTo>
                  <a:cubicBezTo>
                    <a:pt x="106" y="53"/>
                    <a:pt x="85" y="44"/>
                    <a:pt x="82" y="53"/>
                  </a:cubicBezTo>
                  <a:cubicBezTo>
                    <a:pt x="84" y="63"/>
                    <a:pt x="98" y="50"/>
                    <a:pt x="98" y="61"/>
                  </a:cubicBezTo>
                  <a:cubicBezTo>
                    <a:pt x="99" y="71"/>
                    <a:pt x="85" y="67"/>
                    <a:pt x="80" y="72"/>
                  </a:cubicBezTo>
                  <a:cubicBezTo>
                    <a:pt x="82" y="82"/>
                    <a:pt x="97" y="67"/>
                    <a:pt x="98" y="79"/>
                  </a:cubicBezTo>
                  <a:cubicBezTo>
                    <a:pt x="99" y="90"/>
                    <a:pt x="84" y="84"/>
                    <a:pt x="80" y="90"/>
                  </a:cubicBezTo>
                  <a:cubicBezTo>
                    <a:pt x="83" y="99"/>
                    <a:pt x="100" y="92"/>
                    <a:pt x="109" y="94"/>
                  </a:cubicBezTo>
                  <a:cubicBezTo>
                    <a:pt x="110" y="100"/>
                    <a:pt x="115" y="102"/>
                    <a:pt x="113" y="111"/>
                  </a:cubicBezTo>
                  <a:cubicBezTo>
                    <a:pt x="93" y="105"/>
                    <a:pt x="67" y="108"/>
                    <a:pt x="47" y="113"/>
                  </a:cubicBezTo>
                  <a:cubicBezTo>
                    <a:pt x="47" y="121"/>
                    <a:pt x="47" y="130"/>
                    <a:pt x="47" y="138"/>
                  </a:cubicBezTo>
                  <a:cubicBezTo>
                    <a:pt x="41" y="141"/>
                    <a:pt x="37" y="141"/>
                    <a:pt x="32" y="138"/>
                  </a:cubicBezTo>
                  <a:cubicBezTo>
                    <a:pt x="32" y="116"/>
                    <a:pt x="32" y="94"/>
                    <a:pt x="32" y="72"/>
                  </a:cubicBezTo>
                  <a:cubicBezTo>
                    <a:pt x="30" y="69"/>
                    <a:pt x="21" y="76"/>
                    <a:pt x="15" y="76"/>
                  </a:cubicBezTo>
                  <a:cubicBezTo>
                    <a:pt x="15" y="93"/>
                    <a:pt x="15" y="111"/>
                    <a:pt x="15" y="129"/>
                  </a:cubicBezTo>
                  <a:cubicBezTo>
                    <a:pt x="10" y="129"/>
                    <a:pt x="3" y="130"/>
                    <a:pt x="0" y="127"/>
                  </a:cubicBezTo>
                  <a:cubicBezTo>
                    <a:pt x="5" y="93"/>
                    <a:pt x="1" y="42"/>
                    <a:pt x="2" y="11"/>
                  </a:cubicBezTo>
                  <a:cubicBezTo>
                    <a:pt x="9" y="8"/>
                    <a:pt x="15" y="10"/>
                    <a:pt x="21" y="13"/>
                  </a:cubicBezTo>
                  <a:cubicBezTo>
                    <a:pt x="19" y="20"/>
                    <a:pt x="16" y="25"/>
                    <a:pt x="17" y="35"/>
                  </a:cubicBezTo>
                  <a:cubicBezTo>
                    <a:pt x="19" y="42"/>
                    <a:pt x="28" y="30"/>
                    <a:pt x="30" y="37"/>
                  </a:cubicBezTo>
                  <a:cubicBezTo>
                    <a:pt x="36" y="51"/>
                    <a:pt x="12" y="47"/>
                    <a:pt x="15" y="64"/>
                  </a:cubicBezTo>
                  <a:cubicBezTo>
                    <a:pt x="31" y="54"/>
                    <a:pt x="45" y="25"/>
                    <a:pt x="54" y="2"/>
                  </a:cubicBezTo>
                  <a:cubicBezTo>
                    <a:pt x="63" y="0"/>
                    <a:pt x="66" y="4"/>
                    <a:pt x="71" y="7"/>
                  </a:cubicBezTo>
                  <a:close/>
                  <a:moveTo>
                    <a:pt x="48" y="63"/>
                  </a:moveTo>
                  <a:cubicBezTo>
                    <a:pt x="53" y="63"/>
                    <a:pt x="58" y="63"/>
                    <a:pt x="63" y="63"/>
                  </a:cubicBezTo>
                  <a:cubicBezTo>
                    <a:pt x="63" y="60"/>
                    <a:pt x="63" y="56"/>
                    <a:pt x="63" y="53"/>
                  </a:cubicBezTo>
                  <a:cubicBezTo>
                    <a:pt x="56" y="54"/>
                    <a:pt x="46" y="53"/>
                    <a:pt x="48" y="63"/>
                  </a:cubicBezTo>
                  <a:close/>
                  <a:moveTo>
                    <a:pt x="47" y="77"/>
                  </a:moveTo>
                  <a:cubicBezTo>
                    <a:pt x="48" y="86"/>
                    <a:pt x="57" y="77"/>
                    <a:pt x="63" y="79"/>
                  </a:cubicBezTo>
                  <a:cubicBezTo>
                    <a:pt x="63" y="77"/>
                    <a:pt x="64" y="72"/>
                    <a:pt x="61" y="72"/>
                  </a:cubicBezTo>
                  <a:cubicBezTo>
                    <a:pt x="60" y="78"/>
                    <a:pt x="45" y="69"/>
                    <a:pt x="47" y="77"/>
                  </a:cubicBezTo>
                  <a:close/>
                  <a:moveTo>
                    <a:pt x="47" y="98"/>
                  </a:moveTo>
                  <a:cubicBezTo>
                    <a:pt x="53" y="97"/>
                    <a:pt x="67" y="102"/>
                    <a:pt x="63" y="90"/>
                  </a:cubicBezTo>
                  <a:cubicBezTo>
                    <a:pt x="57" y="90"/>
                    <a:pt x="51" y="95"/>
                    <a:pt x="47" y="90"/>
                  </a:cubicBezTo>
                  <a:cubicBezTo>
                    <a:pt x="47" y="93"/>
                    <a:pt x="47" y="95"/>
                    <a:pt x="47" y="9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8" name="Freeform 19"/>
            <p:cNvSpPr>
              <a:spLocks noEditPoints="1"/>
            </p:cNvSpPr>
            <p:nvPr/>
          </p:nvSpPr>
          <p:spPr bwMode="auto">
            <a:xfrm>
              <a:off x="3187661" y="5898783"/>
              <a:ext cx="207864" cy="233010"/>
            </a:xfrm>
            <a:custGeom>
              <a:avLst/>
              <a:gdLst>
                <a:gd name="T0" fmla="*/ 58 w 132"/>
                <a:gd name="T1" fmla="*/ 2 h 145"/>
                <a:gd name="T2" fmla="*/ 77 w 132"/>
                <a:gd name="T3" fmla="*/ 7 h 145"/>
                <a:gd name="T4" fmla="*/ 73 w 132"/>
                <a:gd name="T5" fmla="*/ 18 h 145"/>
                <a:gd name="T6" fmla="*/ 97 w 132"/>
                <a:gd name="T7" fmla="*/ 16 h 145"/>
                <a:gd name="T8" fmla="*/ 101 w 132"/>
                <a:gd name="T9" fmla="*/ 29 h 145"/>
                <a:gd name="T10" fmla="*/ 64 w 132"/>
                <a:gd name="T11" fmla="*/ 37 h 145"/>
                <a:gd name="T12" fmla="*/ 94 w 132"/>
                <a:gd name="T13" fmla="*/ 44 h 145"/>
                <a:gd name="T14" fmla="*/ 90 w 132"/>
                <a:gd name="T15" fmla="*/ 92 h 145"/>
                <a:gd name="T16" fmla="*/ 123 w 132"/>
                <a:gd name="T17" fmla="*/ 90 h 145"/>
                <a:gd name="T18" fmla="*/ 129 w 132"/>
                <a:gd name="T19" fmla="*/ 109 h 145"/>
                <a:gd name="T20" fmla="*/ 60 w 132"/>
                <a:gd name="T21" fmla="*/ 109 h 145"/>
                <a:gd name="T22" fmla="*/ 10 w 132"/>
                <a:gd name="T23" fmla="*/ 138 h 145"/>
                <a:gd name="T24" fmla="*/ 42 w 132"/>
                <a:gd name="T25" fmla="*/ 111 h 145"/>
                <a:gd name="T26" fmla="*/ 5 w 132"/>
                <a:gd name="T27" fmla="*/ 116 h 145"/>
                <a:gd name="T28" fmla="*/ 1 w 132"/>
                <a:gd name="T29" fmla="*/ 103 h 145"/>
                <a:gd name="T30" fmla="*/ 36 w 132"/>
                <a:gd name="T31" fmla="*/ 100 h 145"/>
                <a:gd name="T32" fmla="*/ 33 w 132"/>
                <a:gd name="T33" fmla="*/ 44 h 145"/>
                <a:gd name="T34" fmla="*/ 51 w 132"/>
                <a:gd name="T35" fmla="*/ 42 h 145"/>
                <a:gd name="T36" fmla="*/ 53 w 132"/>
                <a:gd name="T37" fmla="*/ 35 h 145"/>
                <a:gd name="T38" fmla="*/ 31 w 132"/>
                <a:gd name="T39" fmla="*/ 39 h 145"/>
                <a:gd name="T40" fmla="*/ 25 w 132"/>
                <a:gd name="T41" fmla="*/ 26 h 145"/>
                <a:gd name="T42" fmla="*/ 55 w 132"/>
                <a:gd name="T43" fmla="*/ 22 h 145"/>
                <a:gd name="T44" fmla="*/ 58 w 132"/>
                <a:gd name="T45" fmla="*/ 2 h 145"/>
                <a:gd name="T46" fmla="*/ 49 w 132"/>
                <a:gd name="T47" fmla="*/ 55 h 145"/>
                <a:gd name="T48" fmla="*/ 69 w 132"/>
                <a:gd name="T49" fmla="*/ 52 h 145"/>
                <a:gd name="T50" fmla="*/ 71 w 132"/>
                <a:gd name="T51" fmla="*/ 63 h 145"/>
                <a:gd name="T52" fmla="*/ 49 w 132"/>
                <a:gd name="T53" fmla="*/ 68 h 145"/>
                <a:gd name="T54" fmla="*/ 73 w 132"/>
                <a:gd name="T55" fmla="*/ 68 h 145"/>
                <a:gd name="T56" fmla="*/ 71 w 132"/>
                <a:gd name="T57" fmla="*/ 48 h 145"/>
                <a:gd name="T58" fmla="*/ 49 w 132"/>
                <a:gd name="T59" fmla="*/ 55 h 145"/>
                <a:gd name="T60" fmla="*/ 55 w 132"/>
                <a:gd name="T61" fmla="*/ 83 h 145"/>
                <a:gd name="T62" fmla="*/ 73 w 132"/>
                <a:gd name="T63" fmla="*/ 77 h 145"/>
                <a:gd name="T64" fmla="*/ 55 w 132"/>
                <a:gd name="T65" fmla="*/ 83 h 145"/>
                <a:gd name="T66" fmla="*/ 51 w 132"/>
                <a:gd name="T67" fmla="*/ 98 h 145"/>
                <a:gd name="T68" fmla="*/ 75 w 132"/>
                <a:gd name="T69" fmla="*/ 92 h 145"/>
                <a:gd name="T70" fmla="*/ 51 w 132"/>
                <a:gd name="T71" fmla="*/ 9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2" h="145">
                  <a:moveTo>
                    <a:pt x="58" y="2"/>
                  </a:moveTo>
                  <a:cubicBezTo>
                    <a:pt x="68" y="0"/>
                    <a:pt x="71" y="5"/>
                    <a:pt x="77" y="7"/>
                  </a:cubicBezTo>
                  <a:cubicBezTo>
                    <a:pt x="78" y="13"/>
                    <a:pt x="71" y="11"/>
                    <a:pt x="73" y="18"/>
                  </a:cubicBezTo>
                  <a:cubicBezTo>
                    <a:pt x="83" y="19"/>
                    <a:pt x="87" y="15"/>
                    <a:pt x="97" y="16"/>
                  </a:cubicBezTo>
                  <a:cubicBezTo>
                    <a:pt x="97" y="22"/>
                    <a:pt x="102" y="23"/>
                    <a:pt x="101" y="29"/>
                  </a:cubicBezTo>
                  <a:cubicBezTo>
                    <a:pt x="91" y="35"/>
                    <a:pt x="71" y="25"/>
                    <a:pt x="64" y="37"/>
                  </a:cubicBezTo>
                  <a:cubicBezTo>
                    <a:pt x="73" y="40"/>
                    <a:pt x="88" y="38"/>
                    <a:pt x="94" y="44"/>
                  </a:cubicBezTo>
                  <a:cubicBezTo>
                    <a:pt x="91" y="59"/>
                    <a:pt x="89" y="74"/>
                    <a:pt x="90" y="92"/>
                  </a:cubicBezTo>
                  <a:cubicBezTo>
                    <a:pt x="102" y="93"/>
                    <a:pt x="112" y="91"/>
                    <a:pt x="123" y="90"/>
                  </a:cubicBezTo>
                  <a:cubicBezTo>
                    <a:pt x="125" y="96"/>
                    <a:pt x="132" y="104"/>
                    <a:pt x="129" y="109"/>
                  </a:cubicBezTo>
                  <a:cubicBezTo>
                    <a:pt x="114" y="108"/>
                    <a:pt x="81" y="105"/>
                    <a:pt x="60" y="109"/>
                  </a:cubicBezTo>
                  <a:cubicBezTo>
                    <a:pt x="49" y="124"/>
                    <a:pt x="43" y="145"/>
                    <a:pt x="10" y="138"/>
                  </a:cubicBezTo>
                  <a:cubicBezTo>
                    <a:pt x="19" y="127"/>
                    <a:pt x="38" y="127"/>
                    <a:pt x="42" y="111"/>
                  </a:cubicBezTo>
                  <a:cubicBezTo>
                    <a:pt x="28" y="111"/>
                    <a:pt x="18" y="115"/>
                    <a:pt x="5" y="116"/>
                  </a:cubicBezTo>
                  <a:cubicBezTo>
                    <a:pt x="5" y="110"/>
                    <a:pt x="0" y="110"/>
                    <a:pt x="1" y="103"/>
                  </a:cubicBezTo>
                  <a:cubicBezTo>
                    <a:pt x="15" y="104"/>
                    <a:pt x="25" y="101"/>
                    <a:pt x="36" y="100"/>
                  </a:cubicBezTo>
                  <a:cubicBezTo>
                    <a:pt x="36" y="80"/>
                    <a:pt x="33" y="63"/>
                    <a:pt x="33" y="44"/>
                  </a:cubicBezTo>
                  <a:cubicBezTo>
                    <a:pt x="36" y="41"/>
                    <a:pt x="45" y="43"/>
                    <a:pt x="51" y="42"/>
                  </a:cubicBezTo>
                  <a:cubicBezTo>
                    <a:pt x="50" y="38"/>
                    <a:pt x="52" y="37"/>
                    <a:pt x="53" y="35"/>
                  </a:cubicBezTo>
                  <a:cubicBezTo>
                    <a:pt x="48" y="32"/>
                    <a:pt x="39" y="40"/>
                    <a:pt x="31" y="39"/>
                  </a:cubicBezTo>
                  <a:cubicBezTo>
                    <a:pt x="29" y="34"/>
                    <a:pt x="26" y="31"/>
                    <a:pt x="25" y="26"/>
                  </a:cubicBezTo>
                  <a:cubicBezTo>
                    <a:pt x="34" y="24"/>
                    <a:pt x="44" y="22"/>
                    <a:pt x="55" y="22"/>
                  </a:cubicBezTo>
                  <a:cubicBezTo>
                    <a:pt x="58" y="17"/>
                    <a:pt x="56" y="8"/>
                    <a:pt x="58" y="2"/>
                  </a:cubicBezTo>
                  <a:close/>
                  <a:moveTo>
                    <a:pt x="49" y="55"/>
                  </a:moveTo>
                  <a:cubicBezTo>
                    <a:pt x="56" y="54"/>
                    <a:pt x="62" y="52"/>
                    <a:pt x="69" y="52"/>
                  </a:cubicBezTo>
                  <a:cubicBezTo>
                    <a:pt x="72" y="54"/>
                    <a:pt x="72" y="58"/>
                    <a:pt x="71" y="63"/>
                  </a:cubicBezTo>
                  <a:cubicBezTo>
                    <a:pt x="65" y="65"/>
                    <a:pt x="55" y="65"/>
                    <a:pt x="49" y="68"/>
                  </a:cubicBezTo>
                  <a:cubicBezTo>
                    <a:pt x="59" y="70"/>
                    <a:pt x="66" y="63"/>
                    <a:pt x="73" y="68"/>
                  </a:cubicBezTo>
                  <a:cubicBezTo>
                    <a:pt x="73" y="61"/>
                    <a:pt x="75" y="52"/>
                    <a:pt x="71" y="48"/>
                  </a:cubicBezTo>
                  <a:cubicBezTo>
                    <a:pt x="62" y="48"/>
                    <a:pt x="52" y="48"/>
                    <a:pt x="49" y="55"/>
                  </a:cubicBezTo>
                  <a:close/>
                  <a:moveTo>
                    <a:pt x="55" y="83"/>
                  </a:moveTo>
                  <a:cubicBezTo>
                    <a:pt x="61" y="78"/>
                    <a:pt x="73" y="85"/>
                    <a:pt x="73" y="77"/>
                  </a:cubicBezTo>
                  <a:cubicBezTo>
                    <a:pt x="74" y="77"/>
                    <a:pt x="41" y="82"/>
                    <a:pt x="55" y="83"/>
                  </a:cubicBezTo>
                  <a:close/>
                  <a:moveTo>
                    <a:pt x="51" y="98"/>
                  </a:moveTo>
                  <a:cubicBezTo>
                    <a:pt x="59" y="96"/>
                    <a:pt x="72" y="99"/>
                    <a:pt x="75" y="92"/>
                  </a:cubicBezTo>
                  <a:cubicBezTo>
                    <a:pt x="71" y="91"/>
                    <a:pt x="54" y="92"/>
                    <a:pt x="51" y="9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89" name="Freeform 20"/>
            <p:cNvSpPr>
              <a:spLocks noEditPoints="1"/>
            </p:cNvSpPr>
            <p:nvPr/>
          </p:nvSpPr>
          <p:spPr bwMode="auto">
            <a:xfrm>
              <a:off x="3463417" y="5898783"/>
              <a:ext cx="178529" cy="226305"/>
            </a:xfrm>
            <a:custGeom>
              <a:avLst/>
              <a:gdLst>
                <a:gd name="T0" fmla="*/ 70 w 114"/>
                <a:gd name="T1" fmla="*/ 7 h 141"/>
                <a:gd name="T2" fmla="*/ 48 w 114"/>
                <a:gd name="T3" fmla="*/ 40 h 141"/>
                <a:gd name="T4" fmla="*/ 101 w 114"/>
                <a:gd name="T5" fmla="*/ 35 h 141"/>
                <a:gd name="T6" fmla="*/ 103 w 114"/>
                <a:gd name="T7" fmla="*/ 39 h 141"/>
                <a:gd name="T8" fmla="*/ 81 w 114"/>
                <a:gd name="T9" fmla="*/ 53 h 141"/>
                <a:gd name="T10" fmla="*/ 98 w 114"/>
                <a:gd name="T11" fmla="*/ 61 h 141"/>
                <a:gd name="T12" fmla="*/ 79 w 114"/>
                <a:gd name="T13" fmla="*/ 72 h 141"/>
                <a:gd name="T14" fmla="*/ 98 w 114"/>
                <a:gd name="T15" fmla="*/ 79 h 141"/>
                <a:gd name="T16" fmla="*/ 79 w 114"/>
                <a:gd name="T17" fmla="*/ 90 h 141"/>
                <a:gd name="T18" fmla="*/ 109 w 114"/>
                <a:gd name="T19" fmla="*/ 94 h 141"/>
                <a:gd name="T20" fmla="*/ 113 w 114"/>
                <a:gd name="T21" fmla="*/ 111 h 141"/>
                <a:gd name="T22" fmla="*/ 46 w 114"/>
                <a:gd name="T23" fmla="*/ 113 h 141"/>
                <a:gd name="T24" fmla="*/ 46 w 114"/>
                <a:gd name="T25" fmla="*/ 138 h 141"/>
                <a:gd name="T26" fmla="*/ 31 w 114"/>
                <a:gd name="T27" fmla="*/ 138 h 141"/>
                <a:gd name="T28" fmla="*/ 31 w 114"/>
                <a:gd name="T29" fmla="*/ 72 h 141"/>
                <a:gd name="T30" fmla="*/ 15 w 114"/>
                <a:gd name="T31" fmla="*/ 76 h 141"/>
                <a:gd name="T32" fmla="*/ 15 w 114"/>
                <a:gd name="T33" fmla="*/ 129 h 141"/>
                <a:gd name="T34" fmla="*/ 0 w 114"/>
                <a:gd name="T35" fmla="*/ 127 h 141"/>
                <a:gd name="T36" fmla="*/ 2 w 114"/>
                <a:gd name="T37" fmla="*/ 11 h 141"/>
                <a:gd name="T38" fmla="*/ 20 w 114"/>
                <a:gd name="T39" fmla="*/ 13 h 141"/>
                <a:gd name="T40" fmla="*/ 16 w 114"/>
                <a:gd name="T41" fmla="*/ 35 h 141"/>
                <a:gd name="T42" fmla="*/ 29 w 114"/>
                <a:gd name="T43" fmla="*/ 37 h 141"/>
                <a:gd name="T44" fmla="*/ 15 w 114"/>
                <a:gd name="T45" fmla="*/ 64 h 141"/>
                <a:gd name="T46" fmla="*/ 53 w 114"/>
                <a:gd name="T47" fmla="*/ 2 h 141"/>
                <a:gd name="T48" fmla="*/ 70 w 114"/>
                <a:gd name="T49" fmla="*/ 7 h 141"/>
                <a:gd name="T50" fmla="*/ 48 w 114"/>
                <a:gd name="T51" fmla="*/ 63 h 141"/>
                <a:gd name="T52" fmla="*/ 63 w 114"/>
                <a:gd name="T53" fmla="*/ 63 h 141"/>
                <a:gd name="T54" fmla="*/ 63 w 114"/>
                <a:gd name="T55" fmla="*/ 53 h 141"/>
                <a:gd name="T56" fmla="*/ 48 w 114"/>
                <a:gd name="T57" fmla="*/ 63 h 141"/>
                <a:gd name="T58" fmla="*/ 46 w 114"/>
                <a:gd name="T59" fmla="*/ 77 h 141"/>
                <a:gd name="T60" fmla="*/ 63 w 114"/>
                <a:gd name="T61" fmla="*/ 79 h 141"/>
                <a:gd name="T62" fmla="*/ 61 w 114"/>
                <a:gd name="T63" fmla="*/ 72 h 141"/>
                <a:gd name="T64" fmla="*/ 46 w 114"/>
                <a:gd name="T65" fmla="*/ 77 h 141"/>
                <a:gd name="T66" fmla="*/ 46 w 114"/>
                <a:gd name="T67" fmla="*/ 98 h 141"/>
                <a:gd name="T68" fmla="*/ 63 w 114"/>
                <a:gd name="T69" fmla="*/ 90 h 141"/>
                <a:gd name="T70" fmla="*/ 46 w 114"/>
                <a:gd name="T71" fmla="*/ 90 h 141"/>
                <a:gd name="T72" fmla="*/ 46 w 114"/>
                <a:gd name="T73" fmla="*/ 9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4" h="141">
                  <a:moveTo>
                    <a:pt x="70" y="7"/>
                  </a:moveTo>
                  <a:cubicBezTo>
                    <a:pt x="64" y="19"/>
                    <a:pt x="55" y="29"/>
                    <a:pt x="48" y="40"/>
                  </a:cubicBezTo>
                  <a:cubicBezTo>
                    <a:pt x="64" y="45"/>
                    <a:pt x="88" y="33"/>
                    <a:pt x="101" y="35"/>
                  </a:cubicBezTo>
                  <a:cubicBezTo>
                    <a:pt x="101" y="37"/>
                    <a:pt x="102" y="38"/>
                    <a:pt x="103" y="39"/>
                  </a:cubicBezTo>
                  <a:cubicBezTo>
                    <a:pt x="106" y="53"/>
                    <a:pt x="84" y="44"/>
                    <a:pt x="81" y="53"/>
                  </a:cubicBezTo>
                  <a:cubicBezTo>
                    <a:pt x="83" y="63"/>
                    <a:pt x="97" y="50"/>
                    <a:pt x="98" y="61"/>
                  </a:cubicBezTo>
                  <a:cubicBezTo>
                    <a:pt x="98" y="71"/>
                    <a:pt x="84" y="67"/>
                    <a:pt x="79" y="72"/>
                  </a:cubicBezTo>
                  <a:cubicBezTo>
                    <a:pt x="81" y="82"/>
                    <a:pt x="97" y="67"/>
                    <a:pt x="98" y="79"/>
                  </a:cubicBezTo>
                  <a:cubicBezTo>
                    <a:pt x="99" y="90"/>
                    <a:pt x="83" y="84"/>
                    <a:pt x="79" y="90"/>
                  </a:cubicBezTo>
                  <a:cubicBezTo>
                    <a:pt x="82" y="99"/>
                    <a:pt x="100" y="92"/>
                    <a:pt x="109" y="94"/>
                  </a:cubicBezTo>
                  <a:cubicBezTo>
                    <a:pt x="109" y="100"/>
                    <a:pt x="114" y="102"/>
                    <a:pt x="113" y="111"/>
                  </a:cubicBezTo>
                  <a:cubicBezTo>
                    <a:pt x="92" y="105"/>
                    <a:pt x="67" y="108"/>
                    <a:pt x="46" y="113"/>
                  </a:cubicBezTo>
                  <a:cubicBezTo>
                    <a:pt x="46" y="121"/>
                    <a:pt x="46" y="130"/>
                    <a:pt x="46" y="138"/>
                  </a:cubicBezTo>
                  <a:cubicBezTo>
                    <a:pt x="41" y="141"/>
                    <a:pt x="36" y="141"/>
                    <a:pt x="31" y="138"/>
                  </a:cubicBezTo>
                  <a:cubicBezTo>
                    <a:pt x="31" y="116"/>
                    <a:pt x="31" y="94"/>
                    <a:pt x="31" y="72"/>
                  </a:cubicBezTo>
                  <a:cubicBezTo>
                    <a:pt x="29" y="69"/>
                    <a:pt x="20" y="76"/>
                    <a:pt x="15" y="76"/>
                  </a:cubicBezTo>
                  <a:cubicBezTo>
                    <a:pt x="15" y="93"/>
                    <a:pt x="15" y="111"/>
                    <a:pt x="15" y="129"/>
                  </a:cubicBezTo>
                  <a:cubicBezTo>
                    <a:pt x="9" y="129"/>
                    <a:pt x="3" y="130"/>
                    <a:pt x="0" y="127"/>
                  </a:cubicBezTo>
                  <a:cubicBezTo>
                    <a:pt x="4" y="93"/>
                    <a:pt x="0" y="42"/>
                    <a:pt x="2" y="11"/>
                  </a:cubicBezTo>
                  <a:cubicBezTo>
                    <a:pt x="8" y="8"/>
                    <a:pt x="15" y="10"/>
                    <a:pt x="20" y="13"/>
                  </a:cubicBezTo>
                  <a:cubicBezTo>
                    <a:pt x="19" y="20"/>
                    <a:pt x="15" y="25"/>
                    <a:pt x="16" y="35"/>
                  </a:cubicBezTo>
                  <a:cubicBezTo>
                    <a:pt x="19" y="42"/>
                    <a:pt x="28" y="30"/>
                    <a:pt x="29" y="37"/>
                  </a:cubicBezTo>
                  <a:cubicBezTo>
                    <a:pt x="36" y="51"/>
                    <a:pt x="11" y="47"/>
                    <a:pt x="15" y="64"/>
                  </a:cubicBezTo>
                  <a:cubicBezTo>
                    <a:pt x="31" y="54"/>
                    <a:pt x="44" y="25"/>
                    <a:pt x="53" y="2"/>
                  </a:cubicBezTo>
                  <a:cubicBezTo>
                    <a:pt x="62" y="0"/>
                    <a:pt x="66" y="4"/>
                    <a:pt x="70" y="7"/>
                  </a:cubicBezTo>
                  <a:close/>
                  <a:moveTo>
                    <a:pt x="48" y="63"/>
                  </a:moveTo>
                  <a:cubicBezTo>
                    <a:pt x="53" y="63"/>
                    <a:pt x="58" y="63"/>
                    <a:pt x="63" y="63"/>
                  </a:cubicBezTo>
                  <a:cubicBezTo>
                    <a:pt x="63" y="60"/>
                    <a:pt x="63" y="56"/>
                    <a:pt x="63" y="53"/>
                  </a:cubicBezTo>
                  <a:cubicBezTo>
                    <a:pt x="55" y="54"/>
                    <a:pt x="46" y="53"/>
                    <a:pt x="48" y="63"/>
                  </a:cubicBezTo>
                  <a:close/>
                  <a:moveTo>
                    <a:pt x="46" y="77"/>
                  </a:moveTo>
                  <a:cubicBezTo>
                    <a:pt x="47" y="86"/>
                    <a:pt x="57" y="77"/>
                    <a:pt x="63" y="79"/>
                  </a:cubicBezTo>
                  <a:cubicBezTo>
                    <a:pt x="62" y="77"/>
                    <a:pt x="63" y="72"/>
                    <a:pt x="61" y="72"/>
                  </a:cubicBezTo>
                  <a:cubicBezTo>
                    <a:pt x="60" y="78"/>
                    <a:pt x="44" y="69"/>
                    <a:pt x="46" y="77"/>
                  </a:cubicBezTo>
                  <a:close/>
                  <a:moveTo>
                    <a:pt x="46" y="98"/>
                  </a:moveTo>
                  <a:cubicBezTo>
                    <a:pt x="53" y="97"/>
                    <a:pt x="66" y="102"/>
                    <a:pt x="63" y="90"/>
                  </a:cubicBezTo>
                  <a:cubicBezTo>
                    <a:pt x="57" y="90"/>
                    <a:pt x="51" y="95"/>
                    <a:pt x="46" y="90"/>
                  </a:cubicBezTo>
                  <a:cubicBezTo>
                    <a:pt x="46" y="93"/>
                    <a:pt x="46" y="95"/>
                    <a:pt x="46" y="9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0" name="Freeform 21"/>
            <p:cNvSpPr/>
            <p:nvPr/>
          </p:nvSpPr>
          <p:spPr bwMode="auto">
            <a:xfrm>
              <a:off x="3076186" y="5917223"/>
              <a:ext cx="37718" cy="39394"/>
            </a:xfrm>
            <a:custGeom>
              <a:avLst/>
              <a:gdLst>
                <a:gd name="T0" fmla="*/ 17 w 24"/>
                <a:gd name="T1" fmla="*/ 2 h 25"/>
                <a:gd name="T2" fmla="*/ 22 w 24"/>
                <a:gd name="T3" fmla="*/ 24 h 25"/>
                <a:gd name="T4" fmla="*/ 0 w 24"/>
                <a:gd name="T5" fmla="*/ 15 h 25"/>
                <a:gd name="T6" fmla="*/ 17 w 24"/>
                <a:gd name="T7" fmla="*/ 2 h 25"/>
              </a:gdLst>
              <a:ahLst/>
              <a:cxnLst>
                <a:cxn ang="0">
                  <a:pos x="T0" y="T1"/>
                </a:cxn>
                <a:cxn ang="0">
                  <a:pos x="T2" y="T3"/>
                </a:cxn>
                <a:cxn ang="0">
                  <a:pos x="T4" y="T5"/>
                </a:cxn>
                <a:cxn ang="0">
                  <a:pos x="T6" y="T7"/>
                </a:cxn>
              </a:cxnLst>
              <a:rect l="0" t="0" r="r" b="b"/>
              <a:pathLst>
                <a:path w="24" h="25">
                  <a:moveTo>
                    <a:pt x="17" y="2"/>
                  </a:moveTo>
                  <a:cubicBezTo>
                    <a:pt x="16" y="12"/>
                    <a:pt x="24" y="13"/>
                    <a:pt x="22" y="24"/>
                  </a:cubicBezTo>
                  <a:cubicBezTo>
                    <a:pt x="10" y="25"/>
                    <a:pt x="4" y="22"/>
                    <a:pt x="0" y="15"/>
                  </a:cubicBezTo>
                  <a:cubicBezTo>
                    <a:pt x="2" y="7"/>
                    <a:pt x="5" y="0"/>
                    <a:pt x="17" y="2"/>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1" name="Freeform 22"/>
            <p:cNvSpPr/>
            <p:nvPr/>
          </p:nvSpPr>
          <p:spPr bwMode="auto">
            <a:xfrm>
              <a:off x="3563996" y="5917223"/>
              <a:ext cx="37718" cy="39394"/>
            </a:xfrm>
            <a:custGeom>
              <a:avLst/>
              <a:gdLst>
                <a:gd name="T0" fmla="*/ 17 w 24"/>
                <a:gd name="T1" fmla="*/ 2 h 25"/>
                <a:gd name="T2" fmla="*/ 23 w 24"/>
                <a:gd name="T3" fmla="*/ 24 h 25"/>
                <a:gd name="T4" fmla="*/ 0 w 24"/>
                <a:gd name="T5" fmla="*/ 15 h 25"/>
                <a:gd name="T6" fmla="*/ 17 w 24"/>
                <a:gd name="T7" fmla="*/ 2 h 25"/>
              </a:gdLst>
              <a:ahLst/>
              <a:cxnLst>
                <a:cxn ang="0">
                  <a:pos x="T0" y="T1"/>
                </a:cxn>
                <a:cxn ang="0">
                  <a:pos x="T2" y="T3"/>
                </a:cxn>
                <a:cxn ang="0">
                  <a:pos x="T4" y="T5"/>
                </a:cxn>
                <a:cxn ang="0">
                  <a:pos x="T6" y="T7"/>
                </a:cxn>
              </a:cxnLst>
              <a:rect l="0" t="0" r="r" b="b"/>
              <a:pathLst>
                <a:path w="24" h="25">
                  <a:moveTo>
                    <a:pt x="17" y="2"/>
                  </a:moveTo>
                  <a:cubicBezTo>
                    <a:pt x="16" y="12"/>
                    <a:pt x="24" y="13"/>
                    <a:pt x="23" y="24"/>
                  </a:cubicBezTo>
                  <a:cubicBezTo>
                    <a:pt x="11" y="25"/>
                    <a:pt x="4" y="22"/>
                    <a:pt x="0" y="15"/>
                  </a:cubicBezTo>
                  <a:cubicBezTo>
                    <a:pt x="2" y="7"/>
                    <a:pt x="6" y="0"/>
                    <a:pt x="17" y="2"/>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2" name="Freeform 23"/>
            <p:cNvSpPr/>
            <p:nvPr/>
          </p:nvSpPr>
          <p:spPr bwMode="auto">
            <a:xfrm>
              <a:off x="2936213" y="5975894"/>
              <a:ext cx="36041" cy="48614"/>
            </a:xfrm>
            <a:custGeom>
              <a:avLst/>
              <a:gdLst>
                <a:gd name="T0" fmla="*/ 23 w 23"/>
                <a:gd name="T1" fmla="*/ 0 h 30"/>
                <a:gd name="T2" fmla="*/ 19 w 23"/>
                <a:gd name="T3" fmla="*/ 29 h 30"/>
                <a:gd name="T4" fmla="*/ 0 w 23"/>
                <a:gd name="T5" fmla="*/ 22 h 30"/>
                <a:gd name="T6" fmla="*/ 23 w 23"/>
                <a:gd name="T7" fmla="*/ 0 h 30"/>
              </a:gdLst>
              <a:ahLst/>
              <a:cxnLst>
                <a:cxn ang="0">
                  <a:pos x="T0" y="T1"/>
                </a:cxn>
                <a:cxn ang="0">
                  <a:pos x="T2" y="T3"/>
                </a:cxn>
                <a:cxn ang="0">
                  <a:pos x="T4" y="T5"/>
                </a:cxn>
                <a:cxn ang="0">
                  <a:pos x="T6" y="T7"/>
                </a:cxn>
              </a:cxnLst>
              <a:rect l="0" t="0" r="r" b="b"/>
              <a:pathLst>
                <a:path w="23" h="30">
                  <a:moveTo>
                    <a:pt x="23" y="0"/>
                  </a:moveTo>
                  <a:cubicBezTo>
                    <a:pt x="22" y="11"/>
                    <a:pt x="18" y="18"/>
                    <a:pt x="19" y="29"/>
                  </a:cubicBezTo>
                  <a:cubicBezTo>
                    <a:pt x="10" y="30"/>
                    <a:pt x="4" y="27"/>
                    <a:pt x="0" y="22"/>
                  </a:cubicBezTo>
                  <a:cubicBezTo>
                    <a:pt x="5" y="11"/>
                    <a:pt x="11" y="3"/>
                    <a:pt x="23"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3" name="Freeform 24"/>
            <p:cNvSpPr/>
            <p:nvPr/>
          </p:nvSpPr>
          <p:spPr bwMode="auto">
            <a:xfrm>
              <a:off x="3425700" y="5975894"/>
              <a:ext cx="34365" cy="48614"/>
            </a:xfrm>
            <a:custGeom>
              <a:avLst/>
              <a:gdLst>
                <a:gd name="T0" fmla="*/ 22 w 22"/>
                <a:gd name="T1" fmla="*/ 0 h 30"/>
                <a:gd name="T2" fmla="*/ 18 w 22"/>
                <a:gd name="T3" fmla="*/ 29 h 30"/>
                <a:gd name="T4" fmla="*/ 0 w 22"/>
                <a:gd name="T5" fmla="*/ 22 h 30"/>
                <a:gd name="T6" fmla="*/ 22 w 22"/>
                <a:gd name="T7" fmla="*/ 0 h 30"/>
              </a:gdLst>
              <a:ahLst/>
              <a:cxnLst>
                <a:cxn ang="0">
                  <a:pos x="T0" y="T1"/>
                </a:cxn>
                <a:cxn ang="0">
                  <a:pos x="T2" y="T3"/>
                </a:cxn>
                <a:cxn ang="0">
                  <a:pos x="T4" y="T5"/>
                </a:cxn>
                <a:cxn ang="0">
                  <a:pos x="T6" y="T7"/>
                </a:cxn>
              </a:cxnLst>
              <a:rect l="0" t="0" r="r" b="b"/>
              <a:pathLst>
                <a:path w="22" h="30">
                  <a:moveTo>
                    <a:pt x="22" y="0"/>
                  </a:moveTo>
                  <a:cubicBezTo>
                    <a:pt x="22" y="11"/>
                    <a:pt x="18" y="18"/>
                    <a:pt x="18" y="29"/>
                  </a:cubicBezTo>
                  <a:cubicBezTo>
                    <a:pt x="9" y="30"/>
                    <a:pt x="3" y="27"/>
                    <a:pt x="0" y="22"/>
                  </a:cubicBezTo>
                  <a:cubicBezTo>
                    <a:pt x="4" y="11"/>
                    <a:pt x="10" y="3"/>
                    <a:pt x="22"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4" name="Freeform 25"/>
            <p:cNvSpPr/>
            <p:nvPr/>
          </p:nvSpPr>
          <p:spPr bwMode="auto">
            <a:xfrm>
              <a:off x="3796168" y="6061387"/>
              <a:ext cx="58671" cy="58672"/>
            </a:xfrm>
            <a:custGeom>
              <a:avLst/>
              <a:gdLst>
                <a:gd name="T0" fmla="*/ 35 w 37"/>
                <a:gd name="T1" fmla="*/ 17 h 37"/>
                <a:gd name="T2" fmla="*/ 32 w 37"/>
                <a:gd name="T3" fmla="*/ 37 h 37"/>
                <a:gd name="T4" fmla="*/ 0 w 37"/>
                <a:gd name="T5" fmla="*/ 2 h 37"/>
                <a:gd name="T6" fmla="*/ 35 w 37"/>
                <a:gd name="T7" fmla="*/ 17 h 37"/>
              </a:gdLst>
              <a:ahLst/>
              <a:cxnLst>
                <a:cxn ang="0">
                  <a:pos x="T0" y="T1"/>
                </a:cxn>
                <a:cxn ang="0">
                  <a:pos x="T2" y="T3"/>
                </a:cxn>
                <a:cxn ang="0">
                  <a:pos x="T4" y="T5"/>
                </a:cxn>
                <a:cxn ang="0">
                  <a:pos x="T6" y="T7"/>
                </a:cxn>
              </a:cxnLst>
              <a:rect l="0" t="0" r="r" b="b"/>
              <a:pathLst>
                <a:path w="37" h="37">
                  <a:moveTo>
                    <a:pt x="35" y="17"/>
                  </a:moveTo>
                  <a:cubicBezTo>
                    <a:pt x="37" y="27"/>
                    <a:pt x="33" y="31"/>
                    <a:pt x="32" y="37"/>
                  </a:cubicBezTo>
                  <a:cubicBezTo>
                    <a:pt x="18" y="30"/>
                    <a:pt x="3" y="15"/>
                    <a:pt x="0" y="2"/>
                  </a:cubicBezTo>
                  <a:cubicBezTo>
                    <a:pt x="13" y="0"/>
                    <a:pt x="24" y="13"/>
                    <a:pt x="35" y="17"/>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5" name="Freeform 26"/>
            <p:cNvSpPr/>
            <p:nvPr/>
          </p:nvSpPr>
          <p:spPr bwMode="auto">
            <a:xfrm>
              <a:off x="3296623" y="6072283"/>
              <a:ext cx="57833" cy="51128"/>
            </a:xfrm>
            <a:custGeom>
              <a:avLst/>
              <a:gdLst>
                <a:gd name="T0" fmla="*/ 0 w 37"/>
                <a:gd name="T1" fmla="*/ 5 h 32"/>
                <a:gd name="T2" fmla="*/ 37 w 37"/>
                <a:gd name="T3" fmla="*/ 17 h 32"/>
                <a:gd name="T4" fmla="*/ 30 w 37"/>
                <a:gd name="T5" fmla="*/ 32 h 32"/>
                <a:gd name="T6" fmla="*/ 0 w 37"/>
                <a:gd name="T7" fmla="*/ 5 h 32"/>
              </a:gdLst>
              <a:ahLst/>
              <a:cxnLst>
                <a:cxn ang="0">
                  <a:pos x="T0" y="T1"/>
                </a:cxn>
                <a:cxn ang="0">
                  <a:pos x="T2" y="T3"/>
                </a:cxn>
                <a:cxn ang="0">
                  <a:pos x="T4" y="T5"/>
                </a:cxn>
                <a:cxn ang="0">
                  <a:pos x="T6" y="T7"/>
                </a:cxn>
              </a:cxnLst>
              <a:rect l="0" t="0" r="r" b="b"/>
              <a:pathLst>
                <a:path w="37" h="32">
                  <a:moveTo>
                    <a:pt x="0" y="5"/>
                  </a:moveTo>
                  <a:cubicBezTo>
                    <a:pt x="14" y="0"/>
                    <a:pt x="31" y="8"/>
                    <a:pt x="37" y="17"/>
                  </a:cubicBezTo>
                  <a:cubicBezTo>
                    <a:pt x="36" y="23"/>
                    <a:pt x="35" y="30"/>
                    <a:pt x="30" y="32"/>
                  </a:cubicBezTo>
                  <a:cubicBezTo>
                    <a:pt x="15" y="29"/>
                    <a:pt x="14" y="10"/>
                    <a:pt x="0" y="5"/>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6" name="Freeform 27"/>
            <p:cNvSpPr/>
            <p:nvPr/>
          </p:nvSpPr>
          <p:spPr bwMode="auto">
            <a:xfrm>
              <a:off x="3692236" y="5919737"/>
              <a:ext cx="181043" cy="201998"/>
            </a:xfrm>
            <a:custGeom>
              <a:avLst/>
              <a:gdLst>
                <a:gd name="T0" fmla="*/ 77 w 115"/>
                <a:gd name="T1" fmla="*/ 39 h 126"/>
                <a:gd name="T2" fmla="*/ 72 w 115"/>
                <a:gd name="T3" fmla="*/ 68 h 126"/>
                <a:gd name="T4" fmla="*/ 109 w 115"/>
                <a:gd name="T5" fmla="*/ 68 h 126"/>
                <a:gd name="T6" fmla="*/ 114 w 115"/>
                <a:gd name="T7" fmla="*/ 85 h 126"/>
                <a:gd name="T8" fmla="*/ 44 w 115"/>
                <a:gd name="T9" fmla="*/ 114 h 126"/>
                <a:gd name="T10" fmla="*/ 5 w 115"/>
                <a:gd name="T11" fmla="*/ 122 h 126"/>
                <a:gd name="T12" fmla="*/ 48 w 115"/>
                <a:gd name="T13" fmla="*/ 87 h 126"/>
                <a:gd name="T14" fmla="*/ 5 w 115"/>
                <a:gd name="T15" fmla="*/ 92 h 126"/>
                <a:gd name="T16" fmla="*/ 2 w 115"/>
                <a:gd name="T17" fmla="*/ 81 h 126"/>
                <a:gd name="T18" fmla="*/ 35 w 115"/>
                <a:gd name="T19" fmla="*/ 77 h 126"/>
                <a:gd name="T20" fmla="*/ 22 w 115"/>
                <a:gd name="T21" fmla="*/ 68 h 126"/>
                <a:gd name="T22" fmla="*/ 26 w 115"/>
                <a:gd name="T23" fmla="*/ 53 h 126"/>
                <a:gd name="T24" fmla="*/ 53 w 115"/>
                <a:gd name="T25" fmla="*/ 74 h 126"/>
                <a:gd name="T26" fmla="*/ 64 w 115"/>
                <a:gd name="T27" fmla="*/ 29 h 126"/>
                <a:gd name="T28" fmla="*/ 77 w 115"/>
                <a:gd name="T29" fmla="*/ 39 h 126"/>
                <a:gd name="T30" fmla="*/ 88 w 115"/>
                <a:gd name="T31" fmla="*/ 26 h 126"/>
                <a:gd name="T32" fmla="*/ 40 w 115"/>
                <a:gd name="T33" fmla="*/ 31 h 126"/>
                <a:gd name="T34" fmla="*/ 53 w 115"/>
                <a:gd name="T35" fmla="*/ 59 h 126"/>
                <a:gd name="T36" fmla="*/ 37 w 115"/>
                <a:gd name="T37" fmla="*/ 35 h 126"/>
                <a:gd name="T38" fmla="*/ 24 w 115"/>
                <a:gd name="T39" fmla="*/ 27 h 126"/>
                <a:gd name="T40" fmla="*/ 16 w 115"/>
                <a:gd name="T41" fmla="*/ 50 h 126"/>
                <a:gd name="T42" fmla="*/ 0 w 115"/>
                <a:gd name="T43" fmla="*/ 39 h 126"/>
                <a:gd name="T44" fmla="*/ 113 w 115"/>
                <a:gd name="T45" fmla="*/ 35 h 126"/>
                <a:gd name="T46" fmla="*/ 77 w 115"/>
                <a:gd name="T47" fmla="*/ 39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126">
                  <a:moveTo>
                    <a:pt x="77" y="39"/>
                  </a:moveTo>
                  <a:cubicBezTo>
                    <a:pt x="73" y="46"/>
                    <a:pt x="74" y="59"/>
                    <a:pt x="72" y="68"/>
                  </a:cubicBezTo>
                  <a:cubicBezTo>
                    <a:pt x="82" y="73"/>
                    <a:pt x="98" y="68"/>
                    <a:pt x="109" y="68"/>
                  </a:cubicBezTo>
                  <a:cubicBezTo>
                    <a:pt x="109" y="75"/>
                    <a:pt x="115" y="77"/>
                    <a:pt x="114" y="85"/>
                  </a:cubicBezTo>
                  <a:cubicBezTo>
                    <a:pt x="85" y="79"/>
                    <a:pt x="49" y="85"/>
                    <a:pt x="44" y="114"/>
                  </a:cubicBezTo>
                  <a:cubicBezTo>
                    <a:pt x="34" y="118"/>
                    <a:pt x="18" y="126"/>
                    <a:pt x="5" y="122"/>
                  </a:cubicBezTo>
                  <a:cubicBezTo>
                    <a:pt x="20" y="110"/>
                    <a:pt x="37" y="102"/>
                    <a:pt x="48" y="87"/>
                  </a:cubicBezTo>
                  <a:cubicBezTo>
                    <a:pt x="31" y="86"/>
                    <a:pt x="21" y="92"/>
                    <a:pt x="5" y="92"/>
                  </a:cubicBezTo>
                  <a:cubicBezTo>
                    <a:pt x="6" y="87"/>
                    <a:pt x="1" y="86"/>
                    <a:pt x="2" y="81"/>
                  </a:cubicBezTo>
                  <a:cubicBezTo>
                    <a:pt x="11" y="79"/>
                    <a:pt x="23" y="78"/>
                    <a:pt x="35" y="77"/>
                  </a:cubicBezTo>
                  <a:cubicBezTo>
                    <a:pt x="32" y="73"/>
                    <a:pt x="24" y="74"/>
                    <a:pt x="22" y="68"/>
                  </a:cubicBezTo>
                  <a:cubicBezTo>
                    <a:pt x="21" y="61"/>
                    <a:pt x="24" y="57"/>
                    <a:pt x="26" y="53"/>
                  </a:cubicBezTo>
                  <a:cubicBezTo>
                    <a:pt x="39" y="56"/>
                    <a:pt x="38" y="73"/>
                    <a:pt x="53" y="74"/>
                  </a:cubicBezTo>
                  <a:cubicBezTo>
                    <a:pt x="61" y="63"/>
                    <a:pt x="57" y="40"/>
                    <a:pt x="64" y="29"/>
                  </a:cubicBezTo>
                  <a:cubicBezTo>
                    <a:pt x="72" y="29"/>
                    <a:pt x="77" y="31"/>
                    <a:pt x="77" y="39"/>
                  </a:cubicBezTo>
                  <a:cubicBezTo>
                    <a:pt x="84" y="37"/>
                    <a:pt x="88" y="33"/>
                    <a:pt x="88" y="26"/>
                  </a:cubicBezTo>
                  <a:cubicBezTo>
                    <a:pt x="76" y="18"/>
                    <a:pt x="55" y="29"/>
                    <a:pt x="40" y="31"/>
                  </a:cubicBezTo>
                  <a:cubicBezTo>
                    <a:pt x="43" y="43"/>
                    <a:pt x="54" y="45"/>
                    <a:pt x="53" y="59"/>
                  </a:cubicBezTo>
                  <a:cubicBezTo>
                    <a:pt x="38" y="61"/>
                    <a:pt x="27" y="46"/>
                    <a:pt x="37" y="35"/>
                  </a:cubicBezTo>
                  <a:cubicBezTo>
                    <a:pt x="34" y="32"/>
                    <a:pt x="23" y="38"/>
                    <a:pt x="24" y="27"/>
                  </a:cubicBezTo>
                  <a:cubicBezTo>
                    <a:pt x="18" y="32"/>
                    <a:pt x="21" y="44"/>
                    <a:pt x="16" y="50"/>
                  </a:cubicBezTo>
                  <a:cubicBezTo>
                    <a:pt x="8" y="49"/>
                    <a:pt x="1" y="47"/>
                    <a:pt x="0" y="39"/>
                  </a:cubicBezTo>
                  <a:cubicBezTo>
                    <a:pt x="23" y="18"/>
                    <a:pt x="93" y="0"/>
                    <a:pt x="113" y="35"/>
                  </a:cubicBezTo>
                  <a:cubicBezTo>
                    <a:pt x="108" y="44"/>
                    <a:pt x="84" y="49"/>
                    <a:pt x="77" y="39"/>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grpSp>
      <p:grpSp>
        <p:nvGrpSpPr>
          <p:cNvPr id="4" name="组合 3"/>
          <p:cNvGrpSpPr/>
          <p:nvPr userDrawn="1"/>
        </p:nvGrpSpPr>
        <p:grpSpPr>
          <a:xfrm>
            <a:off x="1652908" y="4804956"/>
            <a:ext cx="2107141" cy="243069"/>
            <a:chOff x="596900" y="5875314"/>
            <a:chExt cx="2107141" cy="243069"/>
          </a:xfrm>
        </p:grpSpPr>
        <p:sp>
          <p:nvSpPr>
            <p:cNvPr id="74" name="Freeform 5"/>
            <p:cNvSpPr>
              <a:spLocks noEditPoints="1"/>
            </p:cNvSpPr>
            <p:nvPr/>
          </p:nvSpPr>
          <p:spPr bwMode="auto">
            <a:xfrm>
              <a:off x="2021777" y="5889563"/>
              <a:ext cx="202835" cy="219599"/>
            </a:xfrm>
            <a:custGeom>
              <a:avLst/>
              <a:gdLst>
                <a:gd name="T0" fmla="*/ 81 w 129"/>
                <a:gd name="T1" fmla="*/ 1 h 137"/>
                <a:gd name="T2" fmla="*/ 97 w 129"/>
                <a:gd name="T3" fmla="*/ 6 h 137"/>
                <a:gd name="T4" fmla="*/ 90 w 129"/>
                <a:gd name="T5" fmla="*/ 25 h 137"/>
                <a:gd name="T6" fmla="*/ 105 w 129"/>
                <a:gd name="T7" fmla="*/ 25 h 137"/>
                <a:gd name="T8" fmla="*/ 110 w 129"/>
                <a:gd name="T9" fmla="*/ 40 h 137"/>
                <a:gd name="T10" fmla="*/ 71 w 129"/>
                <a:gd name="T11" fmla="*/ 64 h 137"/>
                <a:gd name="T12" fmla="*/ 121 w 129"/>
                <a:gd name="T13" fmla="*/ 60 h 137"/>
                <a:gd name="T14" fmla="*/ 127 w 129"/>
                <a:gd name="T15" fmla="*/ 80 h 137"/>
                <a:gd name="T16" fmla="*/ 68 w 129"/>
                <a:gd name="T17" fmla="*/ 80 h 137"/>
                <a:gd name="T18" fmla="*/ 68 w 129"/>
                <a:gd name="T19" fmla="*/ 89 h 137"/>
                <a:gd name="T20" fmla="*/ 101 w 129"/>
                <a:gd name="T21" fmla="*/ 101 h 137"/>
                <a:gd name="T22" fmla="*/ 86 w 129"/>
                <a:gd name="T23" fmla="*/ 134 h 137"/>
                <a:gd name="T24" fmla="*/ 44 w 129"/>
                <a:gd name="T25" fmla="*/ 137 h 137"/>
                <a:gd name="T26" fmla="*/ 27 w 129"/>
                <a:gd name="T27" fmla="*/ 101 h 137"/>
                <a:gd name="T28" fmla="*/ 51 w 129"/>
                <a:gd name="T29" fmla="*/ 95 h 137"/>
                <a:gd name="T30" fmla="*/ 51 w 129"/>
                <a:gd name="T31" fmla="*/ 82 h 137"/>
                <a:gd name="T32" fmla="*/ 8 w 129"/>
                <a:gd name="T33" fmla="*/ 91 h 137"/>
                <a:gd name="T34" fmla="*/ 1 w 129"/>
                <a:gd name="T35" fmla="*/ 75 h 137"/>
                <a:gd name="T36" fmla="*/ 53 w 129"/>
                <a:gd name="T37" fmla="*/ 60 h 137"/>
                <a:gd name="T38" fmla="*/ 36 w 129"/>
                <a:gd name="T39" fmla="*/ 47 h 137"/>
                <a:gd name="T40" fmla="*/ 18 w 129"/>
                <a:gd name="T41" fmla="*/ 51 h 137"/>
                <a:gd name="T42" fmla="*/ 12 w 129"/>
                <a:gd name="T43" fmla="*/ 36 h 137"/>
                <a:gd name="T44" fmla="*/ 32 w 129"/>
                <a:gd name="T45" fmla="*/ 34 h 137"/>
                <a:gd name="T46" fmla="*/ 31 w 129"/>
                <a:gd name="T47" fmla="*/ 12 h 137"/>
                <a:gd name="T48" fmla="*/ 49 w 129"/>
                <a:gd name="T49" fmla="*/ 16 h 137"/>
                <a:gd name="T50" fmla="*/ 49 w 129"/>
                <a:gd name="T51" fmla="*/ 30 h 137"/>
                <a:gd name="T52" fmla="*/ 73 w 129"/>
                <a:gd name="T53" fmla="*/ 28 h 137"/>
                <a:gd name="T54" fmla="*/ 81 w 129"/>
                <a:gd name="T55" fmla="*/ 1 h 137"/>
                <a:gd name="T56" fmla="*/ 51 w 129"/>
                <a:gd name="T57" fmla="*/ 43 h 137"/>
                <a:gd name="T58" fmla="*/ 53 w 129"/>
                <a:gd name="T59" fmla="*/ 52 h 137"/>
                <a:gd name="T60" fmla="*/ 69 w 129"/>
                <a:gd name="T61" fmla="*/ 41 h 137"/>
                <a:gd name="T62" fmla="*/ 51 w 129"/>
                <a:gd name="T63" fmla="*/ 43 h 137"/>
                <a:gd name="T64" fmla="*/ 47 w 129"/>
                <a:gd name="T65" fmla="*/ 108 h 137"/>
                <a:gd name="T66" fmla="*/ 49 w 129"/>
                <a:gd name="T67" fmla="*/ 121 h 137"/>
                <a:gd name="T68" fmla="*/ 77 w 129"/>
                <a:gd name="T69" fmla="*/ 102 h 137"/>
                <a:gd name="T70" fmla="*/ 47 w 129"/>
                <a:gd name="T71" fmla="*/ 108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9" h="137">
                  <a:moveTo>
                    <a:pt x="81" y="1"/>
                  </a:moveTo>
                  <a:cubicBezTo>
                    <a:pt x="88" y="0"/>
                    <a:pt x="93" y="3"/>
                    <a:pt x="97" y="6"/>
                  </a:cubicBezTo>
                  <a:cubicBezTo>
                    <a:pt x="96" y="14"/>
                    <a:pt x="91" y="17"/>
                    <a:pt x="90" y="25"/>
                  </a:cubicBezTo>
                  <a:cubicBezTo>
                    <a:pt x="93" y="30"/>
                    <a:pt x="98" y="22"/>
                    <a:pt x="105" y="25"/>
                  </a:cubicBezTo>
                  <a:cubicBezTo>
                    <a:pt x="107" y="29"/>
                    <a:pt x="111" y="32"/>
                    <a:pt x="110" y="40"/>
                  </a:cubicBezTo>
                  <a:cubicBezTo>
                    <a:pt x="90" y="36"/>
                    <a:pt x="76" y="46"/>
                    <a:pt x="71" y="64"/>
                  </a:cubicBezTo>
                  <a:cubicBezTo>
                    <a:pt x="85" y="67"/>
                    <a:pt x="105" y="60"/>
                    <a:pt x="121" y="60"/>
                  </a:cubicBezTo>
                  <a:cubicBezTo>
                    <a:pt x="121" y="69"/>
                    <a:pt x="129" y="69"/>
                    <a:pt x="127" y="80"/>
                  </a:cubicBezTo>
                  <a:cubicBezTo>
                    <a:pt x="113" y="79"/>
                    <a:pt x="86" y="73"/>
                    <a:pt x="68" y="80"/>
                  </a:cubicBezTo>
                  <a:cubicBezTo>
                    <a:pt x="68" y="83"/>
                    <a:pt x="68" y="86"/>
                    <a:pt x="68" y="89"/>
                  </a:cubicBezTo>
                  <a:cubicBezTo>
                    <a:pt x="78" y="93"/>
                    <a:pt x="96" y="91"/>
                    <a:pt x="101" y="101"/>
                  </a:cubicBezTo>
                  <a:cubicBezTo>
                    <a:pt x="97" y="112"/>
                    <a:pt x="90" y="122"/>
                    <a:pt x="86" y="134"/>
                  </a:cubicBezTo>
                  <a:cubicBezTo>
                    <a:pt x="72" y="131"/>
                    <a:pt x="54" y="131"/>
                    <a:pt x="44" y="137"/>
                  </a:cubicBezTo>
                  <a:cubicBezTo>
                    <a:pt x="35" y="128"/>
                    <a:pt x="30" y="116"/>
                    <a:pt x="27" y="101"/>
                  </a:cubicBezTo>
                  <a:cubicBezTo>
                    <a:pt x="34" y="98"/>
                    <a:pt x="44" y="98"/>
                    <a:pt x="51" y="95"/>
                  </a:cubicBezTo>
                  <a:cubicBezTo>
                    <a:pt x="51" y="91"/>
                    <a:pt x="51" y="86"/>
                    <a:pt x="51" y="82"/>
                  </a:cubicBezTo>
                  <a:cubicBezTo>
                    <a:pt x="35" y="83"/>
                    <a:pt x="20" y="86"/>
                    <a:pt x="8" y="91"/>
                  </a:cubicBezTo>
                  <a:cubicBezTo>
                    <a:pt x="3" y="89"/>
                    <a:pt x="0" y="84"/>
                    <a:pt x="1" y="75"/>
                  </a:cubicBezTo>
                  <a:cubicBezTo>
                    <a:pt x="19" y="71"/>
                    <a:pt x="49" y="78"/>
                    <a:pt x="53" y="60"/>
                  </a:cubicBezTo>
                  <a:cubicBezTo>
                    <a:pt x="44" y="59"/>
                    <a:pt x="41" y="52"/>
                    <a:pt x="36" y="47"/>
                  </a:cubicBezTo>
                  <a:cubicBezTo>
                    <a:pt x="30" y="48"/>
                    <a:pt x="26" y="52"/>
                    <a:pt x="18" y="51"/>
                  </a:cubicBezTo>
                  <a:cubicBezTo>
                    <a:pt x="15" y="46"/>
                    <a:pt x="11" y="44"/>
                    <a:pt x="12" y="36"/>
                  </a:cubicBezTo>
                  <a:cubicBezTo>
                    <a:pt x="20" y="37"/>
                    <a:pt x="26" y="35"/>
                    <a:pt x="32" y="34"/>
                  </a:cubicBezTo>
                  <a:cubicBezTo>
                    <a:pt x="34" y="25"/>
                    <a:pt x="29" y="21"/>
                    <a:pt x="31" y="12"/>
                  </a:cubicBezTo>
                  <a:cubicBezTo>
                    <a:pt x="39" y="11"/>
                    <a:pt x="45" y="12"/>
                    <a:pt x="49" y="16"/>
                  </a:cubicBezTo>
                  <a:cubicBezTo>
                    <a:pt x="49" y="20"/>
                    <a:pt x="49" y="25"/>
                    <a:pt x="49" y="30"/>
                  </a:cubicBezTo>
                  <a:cubicBezTo>
                    <a:pt x="58" y="31"/>
                    <a:pt x="66" y="30"/>
                    <a:pt x="73" y="28"/>
                  </a:cubicBezTo>
                  <a:cubicBezTo>
                    <a:pt x="77" y="21"/>
                    <a:pt x="77" y="9"/>
                    <a:pt x="81" y="1"/>
                  </a:cubicBezTo>
                  <a:close/>
                  <a:moveTo>
                    <a:pt x="51" y="43"/>
                  </a:moveTo>
                  <a:cubicBezTo>
                    <a:pt x="50" y="48"/>
                    <a:pt x="54" y="47"/>
                    <a:pt x="53" y="52"/>
                  </a:cubicBezTo>
                  <a:cubicBezTo>
                    <a:pt x="65" y="55"/>
                    <a:pt x="67" y="48"/>
                    <a:pt x="69" y="41"/>
                  </a:cubicBezTo>
                  <a:cubicBezTo>
                    <a:pt x="63" y="42"/>
                    <a:pt x="59" y="44"/>
                    <a:pt x="51" y="43"/>
                  </a:cubicBezTo>
                  <a:close/>
                  <a:moveTo>
                    <a:pt x="47" y="108"/>
                  </a:moveTo>
                  <a:cubicBezTo>
                    <a:pt x="46" y="114"/>
                    <a:pt x="50" y="115"/>
                    <a:pt x="49" y="121"/>
                  </a:cubicBezTo>
                  <a:cubicBezTo>
                    <a:pt x="65" y="123"/>
                    <a:pt x="81" y="115"/>
                    <a:pt x="77" y="102"/>
                  </a:cubicBezTo>
                  <a:cubicBezTo>
                    <a:pt x="67" y="104"/>
                    <a:pt x="57" y="105"/>
                    <a:pt x="47" y="10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75" name="Freeform 6"/>
            <p:cNvSpPr>
              <a:spLocks noEditPoints="1"/>
            </p:cNvSpPr>
            <p:nvPr/>
          </p:nvSpPr>
          <p:spPr bwMode="auto">
            <a:xfrm>
              <a:off x="2258977" y="5875314"/>
              <a:ext cx="219599" cy="237201"/>
            </a:xfrm>
            <a:custGeom>
              <a:avLst/>
              <a:gdLst>
                <a:gd name="T0" fmla="*/ 74 w 140"/>
                <a:gd name="T1" fmla="*/ 19 h 148"/>
                <a:gd name="T2" fmla="*/ 70 w 140"/>
                <a:gd name="T3" fmla="*/ 41 h 148"/>
                <a:gd name="T4" fmla="*/ 96 w 140"/>
                <a:gd name="T5" fmla="*/ 34 h 148"/>
                <a:gd name="T6" fmla="*/ 105 w 140"/>
                <a:gd name="T7" fmla="*/ 49 h 148"/>
                <a:gd name="T8" fmla="*/ 81 w 140"/>
                <a:gd name="T9" fmla="*/ 56 h 148"/>
                <a:gd name="T10" fmla="*/ 140 w 140"/>
                <a:gd name="T11" fmla="*/ 104 h 148"/>
                <a:gd name="T12" fmla="*/ 100 w 140"/>
                <a:gd name="T13" fmla="*/ 104 h 148"/>
                <a:gd name="T14" fmla="*/ 90 w 140"/>
                <a:gd name="T15" fmla="*/ 148 h 148"/>
                <a:gd name="T16" fmla="*/ 42 w 140"/>
                <a:gd name="T17" fmla="*/ 146 h 148"/>
                <a:gd name="T18" fmla="*/ 29 w 140"/>
                <a:gd name="T19" fmla="*/ 108 h 148"/>
                <a:gd name="T20" fmla="*/ 0 w 140"/>
                <a:gd name="T21" fmla="*/ 111 h 148"/>
                <a:gd name="T22" fmla="*/ 50 w 140"/>
                <a:gd name="T23" fmla="*/ 61 h 148"/>
                <a:gd name="T24" fmla="*/ 33 w 140"/>
                <a:gd name="T25" fmla="*/ 65 h 148"/>
                <a:gd name="T26" fmla="*/ 26 w 140"/>
                <a:gd name="T27" fmla="*/ 49 h 148"/>
                <a:gd name="T28" fmla="*/ 51 w 140"/>
                <a:gd name="T29" fmla="*/ 45 h 148"/>
                <a:gd name="T30" fmla="*/ 74 w 140"/>
                <a:gd name="T31" fmla="*/ 19 h 148"/>
                <a:gd name="T32" fmla="*/ 44 w 140"/>
                <a:gd name="T33" fmla="*/ 93 h 148"/>
                <a:gd name="T34" fmla="*/ 90 w 140"/>
                <a:gd name="T35" fmla="*/ 86 h 148"/>
                <a:gd name="T36" fmla="*/ 64 w 140"/>
                <a:gd name="T37" fmla="*/ 63 h 148"/>
                <a:gd name="T38" fmla="*/ 44 w 140"/>
                <a:gd name="T39" fmla="*/ 93 h 148"/>
                <a:gd name="T40" fmla="*/ 68 w 140"/>
                <a:gd name="T41" fmla="*/ 106 h 148"/>
                <a:gd name="T42" fmla="*/ 79 w 140"/>
                <a:gd name="T43" fmla="*/ 104 h 148"/>
                <a:gd name="T44" fmla="*/ 81 w 140"/>
                <a:gd name="T45" fmla="*/ 111 h 148"/>
                <a:gd name="T46" fmla="*/ 68 w 140"/>
                <a:gd name="T47" fmla="*/ 119 h 148"/>
                <a:gd name="T48" fmla="*/ 68 w 140"/>
                <a:gd name="T49" fmla="*/ 126 h 148"/>
                <a:gd name="T50" fmla="*/ 79 w 140"/>
                <a:gd name="T51" fmla="*/ 132 h 148"/>
                <a:gd name="T52" fmla="*/ 83 w 140"/>
                <a:gd name="T53" fmla="*/ 98 h 148"/>
                <a:gd name="T54" fmla="*/ 70 w 140"/>
                <a:gd name="T55" fmla="*/ 97 h 148"/>
                <a:gd name="T56" fmla="*/ 68 w 140"/>
                <a:gd name="T57" fmla="*/ 106 h 148"/>
                <a:gd name="T58" fmla="*/ 44 w 140"/>
                <a:gd name="T59" fmla="*/ 110 h 148"/>
                <a:gd name="T60" fmla="*/ 53 w 140"/>
                <a:gd name="T61" fmla="*/ 111 h 148"/>
                <a:gd name="T62" fmla="*/ 53 w 140"/>
                <a:gd name="T63" fmla="*/ 100 h 148"/>
                <a:gd name="T64" fmla="*/ 44 w 140"/>
                <a:gd name="T65" fmla="*/ 110 h 148"/>
                <a:gd name="T66" fmla="*/ 46 w 140"/>
                <a:gd name="T67" fmla="*/ 122 h 148"/>
                <a:gd name="T68" fmla="*/ 46 w 140"/>
                <a:gd name="T69" fmla="*/ 130 h 148"/>
                <a:gd name="T70" fmla="*/ 55 w 140"/>
                <a:gd name="T71" fmla="*/ 130 h 148"/>
                <a:gd name="T72" fmla="*/ 53 w 140"/>
                <a:gd name="T73" fmla="*/ 121 h 148"/>
                <a:gd name="T74" fmla="*/ 46 w 140"/>
                <a:gd name="T75" fmla="*/ 1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0" h="148">
                  <a:moveTo>
                    <a:pt x="74" y="19"/>
                  </a:moveTo>
                  <a:cubicBezTo>
                    <a:pt x="70" y="24"/>
                    <a:pt x="69" y="32"/>
                    <a:pt x="70" y="41"/>
                  </a:cubicBezTo>
                  <a:cubicBezTo>
                    <a:pt x="81" y="41"/>
                    <a:pt x="90" y="39"/>
                    <a:pt x="96" y="34"/>
                  </a:cubicBezTo>
                  <a:cubicBezTo>
                    <a:pt x="101" y="36"/>
                    <a:pt x="103" y="42"/>
                    <a:pt x="105" y="49"/>
                  </a:cubicBezTo>
                  <a:cubicBezTo>
                    <a:pt x="99" y="53"/>
                    <a:pt x="89" y="54"/>
                    <a:pt x="81" y="56"/>
                  </a:cubicBezTo>
                  <a:cubicBezTo>
                    <a:pt x="90" y="75"/>
                    <a:pt x="116" y="93"/>
                    <a:pt x="140" y="104"/>
                  </a:cubicBezTo>
                  <a:cubicBezTo>
                    <a:pt x="133" y="111"/>
                    <a:pt x="107" y="109"/>
                    <a:pt x="100" y="104"/>
                  </a:cubicBezTo>
                  <a:cubicBezTo>
                    <a:pt x="100" y="122"/>
                    <a:pt x="93" y="133"/>
                    <a:pt x="90" y="148"/>
                  </a:cubicBezTo>
                  <a:cubicBezTo>
                    <a:pt x="74" y="142"/>
                    <a:pt x="59" y="135"/>
                    <a:pt x="42" y="146"/>
                  </a:cubicBezTo>
                  <a:cubicBezTo>
                    <a:pt x="37" y="135"/>
                    <a:pt x="31" y="123"/>
                    <a:pt x="29" y="108"/>
                  </a:cubicBezTo>
                  <a:cubicBezTo>
                    <a:pt x="19" y="108"/>
                    <a:pt x="9" y="116"/>
                    <a:pt x="0" y="111"/>
                  </a:cubicBezTo>
                  <a:cubicBezTo>
                    <a:pt x="16" y="94"/>
                    <a:pt x="41" y="86"/>
                    <a:pt x="50" y="61"/>
                  </a:cubicBezTo>
                  <a:cubicBezTo>
                    <a:pt x="43" y="61"/>
                    <a:pt x="37" y="62"/>
                    <a:pt x="33" y="65"/>
                  </a:cubicBezTo>
                  <a:cubicBezTo>
                    <a:pt x="28" y="63"/>
                    <a:pt x="25" y="57"/>
                    <a:pt x="26" y="49"/>
                  </a:cubicBezTo>
                  <a:cubicBezTo>
                    <a:pt x="32" y="45"/>
                    <a:pt x="45" y="48"/>
                    <a:pt x="51" y="45"/>
                  </a:cubicBezTo>
                  <a:cubicBezTo>
                    <a:pt x="56" y="33"/>
                    <a:pt x="55" y="0"/>
                    <a:pt x="74" y="19"/>
                  </a:cubicBezTo>
                  <a:close/>
                  <a:moveTo>
                    <a:pt x="44" y="93"/>
                  </a:moveTo>
                  <a:cubicBezTo>
                    <a:pt x="57" y="88"/>
                    <a:pt x="78" y="91"/>
                    <a:pt x="90" y="86"/>
                  </a:cubicBezTo>
                  <a:cubicBezTo>
                    <a:pt x="78" y="82"/>
                    <a:pt x="77" y="67"/>
                    <a:pt x="64" y="63"/>
                  </a:cubicBezTo>
                  <a:cubicBezTo>
                    <a:pt x="60" y="76"/>
                    <a:pt x="49" y="81"/>
                    <a:pt x="44" y="93"/>
                  </a:cubicBezTo>
                  <a:close/>
                  <a:moveTo>
                    <a:pt x="68" y="106"/>
                  </a:moveTo>
                  <a:cubicBezTo>
                    <a:pt x="74" y="107"/>
                    <a:pt x="75" y="104"/>
                    <a:pt x="79" y="104"/>
                  </a:cubicBezTo>
                  <a:cubicBezTo>
                    <a:pt x="79" y="107"/>
                    <a:pt x="81" y="108"/>
                    <a:pt x="81" y="111"/>
                  </a:cubicBezTo>
                  <a:cubicBezTo>
                    <a:pt x="79" y="116"/>
                    <a:pt x="75" y="119"/>
                    <a:pt x="68" y="119"/>
                  </a:cubicBezTo>
                  <a:cubicBezTo>
                    <a:pt x="68" y="121"/>
                    <a:pt x="68" y="124"/>
                    <a:pt x="68" y="126"/>
                  </a:cubicBezTo>
                  <a:cubicBezTo>
                    <a:pt x="72" y="128"/>
                    <a:pt x="75" y="131"/>
                    <a:pt x="79" y="132"/>
                  </a:cubicBezTo>
                  <a:cubicBezTo>
                    <a:pt x="81" y="121"/>
                    <a:pt x="86" y="108"/>
                    <a:pt x="83" y="98"/>
                  </a:cubicBezTo>
                  <a:cubicBezTo>
                    <a:pt x="76" y="100"/>
                    <a:pt x="76" y="96"/>
                    <a:pt x="70" y="97"/>
                  </a:cubicBezTo>
                  <a:cubicBezTo>
                    <a:pt x="71" y="102"/>
                    <a:pt x="67" y="101"/>
                    <a:pt x="68" y="106"/>
                  </a:cubicBezTo>
                  <a:close/>
                  <a:moveTo>
                    <a:pt x="44" y="110"/>
                  </a:moveTo>
                  <a:cubicBezTo>
                    <a:pt x="49" y="109"/>
                    <a:pt x="48" y="113"/>
                    <a:pt x="53" y="111"/>
                  </a:cubicBezTo>
                  <a:cubicBezTo>
                    <a:pt x="55" y="110"/>
                    <a:pt x="57" y="101"/>
                    <a:pt x="53" y="100"/>
                  </a:cubicBezTo>
                  <a:cubicBezTo>
                    <a:pt x="52" y="105"/>
                    <a:pt x="43" y="102"/>
                    <a:pt x="44" y="110"/>
                  </a:cubicBezTo>
                  <a:close/>
                  <a:moveTo>
                    <a:pt x="46" y="122"/>
                  </a:moveTo>
                  <a:cubicBezTo>
                    <a:pt x="46" y="125"/>
                    <a:pt x="46" y="127"/>
                    <a:pt x="46" y="130"/>
                  </a:cubicBezTo>
                  <a:cubicBezTo>
                    <a:pt x="49" y="130"/>
                    <a:pt x="52" y="130"/>
                    <a:pt x="55" y="130"/>
                  </a:cubicBezTo>
                  <a:cubicBezTo>
                    <a:pt x="54" y="127"/>
                    <a:pt x="57" y="120"/>
                    <a:pt x="53" y="121"/>
                  </a:cubicBezTo>
                  <a:cubicBezTo>
                    <a:pt x="53" y="123"/>
                    <a:pt x="49" y="122"/>
                    <a:pt x="46" y="122"/>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76" name="Freeform 7"/>
            <p:cNvSpPr/>
            <p:nvPr/>
          </p:nvSpPr>
          <p:spPr bwMode="auto">
            <a:xfrm>
              <a:off x="2519645" y="5898783"/>
              <a:ext cx="184396" cy="217923"/>
            </a:xfrm>
            <a:custGeom>
              <a:avLst/>
              <a:gdLst>
                <a:gd name="T0" fmla="*/ 81 w 117"/>
                <a:gd name="T1" fmla="*/ 4 h 136"/>
                <a:gd name="T2" fmla="*/ 78 w 117"/>
                <a:gd name="T3" fmla="*/ 65 h 136"/>
                <a:gd name="T4" fmla="*/ 109 w 117"/>
                <a:gd name="T5" fmla="*/ 59 h 136"/>
                <a:gd name="T6" fmla="*/ 116 w 117"/>
                <a:gd name="T7" fmla="*/ 78 h 136"/>
                <a:gd name="T8" fmla="*/ 78 w 117"/>
                <a:gd name="T9" fmla="*/ 80 h 136"/>
                <a:gd name="T10" fmla="*/ 76 w 117"/>
                <a:gd name="T11" fmla="*/ 135 h 136"/>
                <a:gd name="T12" fmla="*/ 61 w 117"/>
                <a:gd name="T13" fmla="*/ 133 h 136"/>
                <a:gd name="T14" fmla="*/ 63 w 117"/>
                <a:gd name="T15" fmla="*/ 83 h 136"/>
                <a:gd name="T16" fmla="*/ 11 w 117"/>
                <a:gd name="T17" fmla="*/ 96 h 136"/>
                <a:gd name="T18" fmla="*/ 0 w 117"/>
                <a:gd name="T19" fmla="*/ 82 h 136"/>
                <a:gd name="T20" fmla="*/ 61 w 117"/>
                <a:gd name="T21" fmla="*/ 71 h 136"/>
                <a:gd name="T22" fmla="*/ 61 w 117"/>
                <a:gd name="T23" fmla="*/ 2 h 136"/>
                <a:gd name="T24" fmla="*/ 81 w 117"/>
                <a:gd name="T25" fmla="*/ 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136">
                  <a:moveTo>
                    <a:pt x="81" y="4"/>
                  </a:moveTo>
                  <a:cubicBezTo>
                    <a:pt x="80" y="24"/>
                    <a:pt x="78" y="43"/>
                    <a:pt x="78" y="65"/>
                  </a:cubicBezTo>
                  <a:cubicBezTo>
                    <a:pt x="92" y="67"/>
                    <a:pt x="98" y="60"/>
                    <a:pt x="109" y="59"/>
                  </a:cubicBezTo>
                  <a:cubicBezTo>
                    <a:pt x="113" y="64"/>
                    <a:pt x="117" y="69"/>
                    <a:pt x="116" y="78"/>
                  </a:cubicBezTo>
                  <a:cubicBezTo>
                    <a:pt x="105" y="80"/>
                    <a:pt x="92" y="78"/>
                    <a:pt x="78" y="80"/>
                  </a:cubicBezTo>
                  <a:cubicBezTo>
                    <a:pt x="77" y="98"/>
                    <a:pt x="80" y="120"/>
                    <a:pt x="76" y="135"/>
                  </a:cubicBezTo>
                  <a:cubicBezTo>
                    <a:pt x="69" y="136"/>
                    <a:pt x="65" y="134"/>
                    <a:pt x="61" y="133"/>
                  </a:cubicBezTo>
                  <a:cubicBezTo>
                    <a:pt x="64" y="119"/>
                    <a:pt x="62" y="100"/>
                    <a:pt x="63" y="83"/>
                  </a:cubicBezTo>
                  <a:cubicBezTo>
                    <a:pt x="46" y="81"/>
                    <a:pt x="26" y="91"/>
                    <a:pt x="11" y="96"/>
                  </a:cubicBezTo>
                  <a:cubicBezTo>
                    <a:pt x="3" y="95"/>
                    <a:pt x="2" y="88"/>
                    <a:pt x="0" y="82"/>
                  </a:cubicBezTo>
                  <a:cubicBezTo>
                    <a:pt x="21" y="79"/>
                    <a:pt x="39" y="73"/>
                    <a:pt x="61" y="71"/>
                  </a:cubicBezTo>
                  <a:cubicBezTo>
                    <a:pt x="64" y="52"/>
                    <a:pt x="64" y="21"/>
                    <a:pt x="61" y="2"/>
                  </a:cubicBezTo>
                  <a:cubicBezTo>
                    <a:pt x="69" y="0"/>
                    <a:pt x="75" y="1"/>
                    <a:pt x="81" y="4"/>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77" name="Freeform 8"/>
            <p:cNvSpPr/>
            <p:nvPr/>
          </p:nvSpPr>
          <p:spPr bwMode="auto">
            <a:xfrm>
              <a:off x="2562392" y="5917223"/>
              <a:ext cx="43584" cy="56995"/>
            </a:xfrm>
            <a:custGeom>
              <a:avLst/>
              <a:gdLst>
                <a:gd name="T0" fmla="*/ 8 w 28"/>
                <a:gd name="T1" fmla="*/ 0 h 36"/>
                <a:gd name="T2" fmla="*/ 28 w 28"/>
                <a:gd name="T3" fmla="*/ 32 h 36"/>
                <a:gd name="T4" fmla="*/ 3 w 28"/>
                <a:gd name="T5" fmla="*/ 26 h 36"/>
                <a:gd name="T6" fmla="*/ 8 w 28"/>
                <a:gd name="T7" fmla="*/ 0 h 36"/>
              </a:gdLst>
              <a:ahLst/>
              <a:cxnLst>
                <a:cxn ang="0">
                  <a:pos x="T0" y="T1"/>
                </a:cxn>
                <a:cxn ang="0">
                  <a:pos x="T2" y="T3"/>
                </a:cxn>
                <a:cxn ang="0">
                  <a:pos x="T4" y="T5"/>
                </a:cxn>
                <a:cxn ang="0">
                  <a:pos x="T6" y="T7"/>
                </a:cxn>
              </a:cxnLst>
              <a:rect l="0" t="0" r="r" b="b"/>
              <a:pathLst>
                <a:path w="28" h="36">
                  <a:moveTo>
                    <a:pt x="8" y="0"/>
                  </a:moveTo>
                  <a:cubicBezTo>
                    <a:pt x="15" y="11"/>
                    <a:pt x="27" y="16"/>
                    <a:pt x="28" y="32"/>
                  </a:cubicBezTo>
                  <a:cubicBezTo>
                    <a:pt x="21" y="36"/>
                    <a:pt x="10" y="29"/>
                    <a:pt x="3" y="26"/>
                  </a:cubicBezTo>
                  <a:cubicBezTo>
                    <a:pt x="0" y="15"/>
                    <a:pt x="2" y="6"/>
                    <a:pt x="8"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78" name="Freeform 9"/>
            <p:cNvSpPr>
              <a:spLocks noEditPoints="1"/>
            </p:cNvSpPr>
            <p:nvPr/>
          </p:nvSpPr>
          <p:spPr bwMode="auto">
            <a:xfrm>
              <a:off x="1765299" y="5917223"/>
              <a:ext cx="226304" cy="191940"/>
            </a:xfrm>
            <a:custGeom>
              <a:avLst/>
              <a:gdLst>
                <a:gd name="T0" fmla="*/ 110 w 144"/>
                <a:gd name="T1" fmla="*/ 54 h 120"/>
                <a:gd name="T2" fmla="*/ 81 w 144"/>
                <a:gd name="T3" fmla="*/ 61 h 120"/>
                <a:gd name="T4" fmla="*/ 92 w 144"/>
                <a:gd name="T5" fmla="*/ 69 h 120"/>
                <a:gd name="T6" fmla="*/ 116 w 144"/>
                <a:gd name="T7" fmla="*/ 48 h 120"/>
                <a:gd name="T8" fmla="*/ 125 w 144"/>
                <a:gd name="T9" fmla="*/ 60 h 120"/>
                <a:gd name="T10" fmla="*/ 99 w 144"/>
                <a:gd name="T11" fmla="*/ 78 h 120"/>
                <a:gd name="T12" fmla="*/ 144 w 144"/>
                <a:gd name="T13" fmla="*/ 111 h 120"/>
                <a:gd name="T14" fmla="*/ 101 w 144"/>
                <a:gd name="T15" fmla="*/ 108 h 120"/>
                <a:gd name="T16" fmla="*/ 98 w 144"/>
                <a:gd name="T17" fmla="*/ 93 h 120"/>
                <a:gd name="T18" fmla="*/ 59 w 144"/>
                <a:gd name="T19" fmla="*/ 120 h 120"/>
                <a:gd name="T20" fmla="*/ 57 w 144"/>
                <a:gd name="T21" fmla="*/ 76 h 120"/>
                <a:gd name="T22" fmla="*/ 46 w 144"/>
                <a:gd name="T23" fmla="*/ 85 h 120"/>
                <a:gd name="T24" fmla="*/ 37 w 144"/>
                <a:gd name="T25" fmla="*/ 71 h 120"/>
                <a:gd name="T26" fmla="*/ 0 w 144"/>
                <a:gd name="T27" fmla="*/ 93 h 120"/>
                <a:gd name="T28" fmla="*/ 27 w 144"/>
                <a:gd name="T29" fmla="*/ 61 h 120"/>
                <a:gd name="T30" fmla="*/ 14 w 144"/>
                <a:gd name="T31" fmla="*/ 45 h 120"/>
                <a:gd name="T32" fmla="*/ 31 w 144"/>
                <a:gd name="T33" fmla="*/ 50 h 120"/>
                <a:gd name="T34" fmla="*/ 38 w 144"/>
                <a:gd name="T35" fmla="*/ 34 h 120"/>
                <a:gd name="T36" fmla="*/ 14 w 144"/>
                <a:gd name="T37" fmla="*/ 37 h 120"/>
                <a:gd name="T38" fmla="*/ 11 w 144"/>
                <a:gd name="T39" fmla="*/ 30 h 120"/>
                <a:gd name="T40" fmla="*/ 59 w 144"/>
                <a:gd name="T41" fmla="*/ 23 h 120"/>
                <a:gd name="T42" fmla="*/ 44 w 144"/>
                <a:gd name="T43" fmla="*/ 54 h 120"/>
                <a:gd name="T44" fmla="*/ 59 w 144"/>
                <a:gd name="T45" fmla="*/ 74 h 120"/>
                <a:gd name="T46" fmla="*/ 62 w 144"/>
                <a:gd name="T47" fmla="*/ 10 h 120"/>
                <a:gd name="T48" fmla="*/ 120 w 144"/>
                <a:gd name="T49" fmla="*/ 13 h 120"/>
                <a:gd name="T50" fmla="*/ 110 w 144"/>
                <a:gd name="T51" fmla="*/ 54 h 120"/>
                <a:gd name="T52" fmla="*/ 77 w 144"/>
                <a:gd name="T53" fmla="*/ 26 h 120"/>
                <a:gd name="T54" fmla="*/ 98 w 144"/>
                <a:gd name="T55" fmla="*/ 30 h 120"/>
                <a:gd name="T56" fmla="*/ 99 w 144"/>
                <a:gd name="T57" fmla="*/ 15 h 120"/>
                <a:gd name="T58" fmla="*/ 77 w 144"/>
                <a:gd name="T59" fmla="*/ 26 h 120"/>
                <a:gd name="T60" fmla="*/ 74 w 144"/>
                <a:gd name="T61" fmla="*/ 50 h 120"/>
                <a:gd name="T62" fmla="*/ 94 w 144"/>
                <a:gd name="T63" fmla="*/ 47 h 120"/>
                <a:gd name="T64" fmla="*/ 94 w 144"/>
                <a:gd name="T65" fmla="*/ 34 h 120"/>
                <a:gd name="T66" fmla="*/ 74 w 144"/>
                <a:gd name="T67" fmla="*/ 50 h 120"/>
                <a:gd name="T68" fmla="*/ 68 w 144"/>
                <a:gd name="T69" fmla="*/ 100 h 120"/>
                <a:gd name="T70" fmla="*/ 92 w 144"/>
                <a:gd name="T71" fmla="*/ 87 h 120"/>
                <a:gd name="T72" fmla="*/ 70 w 144"/>
                <a:gd name="T73" fmla="*/ 72 h 120"/>
                <a:gd name="T74" fmla="*/ 68 w 144"/>
                <a:gd name="T75"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120">
                  <a:moveTo>
                    <a:pt x="110" y="54"/>
                  </a:moveTo>
                  <a:cubicBezTo>
                    <a:pt x="101" y="57"/>
                    <a:pt x="91" y="59"/>
                    <a:pt x="81" y="61"/>
                  </a:cubicBezTo>
                  <a:cubicBezTo>
                    <a:pt x="83" y="65"/>
                    <a:pt x="87" y="68"/>
                    <a:pt x="92" y="69"/>
                  </a:cubicBezTo>
                  <a:cubicBezTo>
                    <a:pt x="104" y="66"/>
                    <a:pt x="108" y="56"/>
                    <a:pt x="116" y="48"/>
                  </a:cubicBezTo>
                  <a:cubicBezTo>
                    <a:pt x="124" y="47"/>
                    <a:pt x="122" y="56"/>
                    <a:pt x="125" y="60"/>
                  </a:cubicBezTo>
                  <a:cubicBezTo>
                    <a:pt x="120" y="69"/>
                    <a:pt x="108" y="71"/>
                    <a:pt x="99" y="78"/>
                  </a:cubicBezTo>
                  <a:cubicBezTo>
                    <a:pt x="109" y="94"/>
                    <a:pt x="137" y="92"/>
                    <a:pt x="144" y="111"/>
                  </a:cubicBezTo>
                  <a:cubicBezTo>
                    <a:pt x="128" y="112"/>
                    <a:pt x="114" y="110"/>
                    <a:pt x="101" y="108"/>
                  </a:cubicBezTo>
                  <a:cubicBezTo>
                    <a:pt x="100" y="102"/>
                    <a:pt x="99" y="98"/>
                    <a:pt x="98" y="93"/>
                  </a:cubicBezTo>
                  <a:cubicBezTo>
                    <a:pt x="85" y="102"/>
                    <a:pt x="80" y="120"/>
                    <a:pt x="59" y="120"/>
                  </a:cubicBezTo>
                  <a:cubicBezTo>
                    <a:pt x="52" y="111"/>
                    <a:pt x="56" y="89"/>
                    <a:pt x="57" y="76"/>
                  </a:cubicBezTo>
                  <a:cubicBezTo>
                    <a:pt x="52" y="78"/>
                    <a:pt x="55" y="87"/>
                    <a:pt x="46" y="85"/>
                  </a:cubicBezTo>
                  <a:cubicBezTo>
                    <a:pt x="41" y="82"/>
                    <a:pt x="39" y="76"/>
                    <a:pt x="37" y="71"/>
                  </a:cubicBezTo>
                  <a:cubicBezTo>
                    <a:pt x="28" y="81"/>
                    <a:pt x="23" y="96"/>
                    <a:pt x="0" y="93"/>
                  </a:cubicBezTo>
                  <a:cubicBezTo>
                    <a:pt x="6" y="79"/>
                    <a:pt x="21" y="75"/>
                    <a:pt x="27" y="61"/>
                  </a:cubicBezTo>
                  <a:cubicBezTo>
                    <a:pt x="25" y="54"/>
                    <a:pt x="16" y="53"/>
                    <a:pt x="14" y="45"/>
                  </a:cubicBezTo>
                  <a:cubicBezTo>
                    <a:pt x="22" y="45"/>
                    <a:pt x="27" y="46"/>
                    <a:pt x="31" y="50"/>
                  </a:cubicBezTo>
                  <a:cubicBezTo>
                    <a:pt x="35" y="46"/>
                    <a:pt x="38" y="41"/>
                    <a:pt x="38" y="34"/>
                  </a:cubicBezTo>
                  <a:cubicBezTo>
                    <a:pt x="32" y="30"/>
                    <a:pt x="25" y="40"/>
                    <a:pt x="14" y="37"/>
                  </a:cubicBezTo>
                  <a:cubicBezTo>
                    <a:pt x="14" y="34"/>
                    <a:pt x="13" y="31"/>
                    <a:pt x="11" y="30"/>
                  </a:cubicBezTo>
                  <a:cubicBezTo>
                    <a:pt x="22" y="24"/>
                    <a:pt x="45" y="14"/>
                    <a:pt x="59" y="23"/>
                  </a:cubicBezTo>
                  <a:cubicBezTo>
                    <a:pt x="55" y="34"/>
                    <a:pt x="50" y="45"/>
                    <a:pt x="44" y="54"/>
                  </a:cubicBezTo>
                  <a:cubicBezTo>
                    <a:pt x="48" y="62"/>
                    <a:pt x="52" y="69"/>
                    <a:pt x="59" y="74"/>
                  </a:cubicBezTo>
                  <a:cubicBezTo>
                    <a:pt x="60" y="53"/>
                    <a:pt x="64" y="34"/>
                    <a:pt x="62" y="10"/>
                  </a:cubicBezTo>
                  <a:cubicBezTo>
                    <a:pt x="82" y="9"/>
                    <a:pt x="107" y="0"/>
                    <a:pt x="120" y="13"/>
                  </a:cubicBezTo>
                  <a:cubicBezTo>
                    <a:pt x="115" y="25"/>
                    <a:pt x="110" y="37"/>
                    <a:pt x="110" y="54"/>
                  </a:cubicBezTo>
                  <a:close/>
                  <a:moveTo>
                    <a:pt x="77" y="26"/>
                  </a:moveTo>
                  <a:cubicBezTo>
                    <a:pt x="87" y="26"/>
                    <a:pt x="94" y="21"/>
                    <a:pt x="98" y="30"/>
                  </a:cubicBezTo>
                  <a:cubicBezTo>
                    <a:pt x="96" y="23"/>
                    <a:pt x="100" y="21"/>
                    <a:pt x="99" y="15"/>
                  </a:cubicBezTo>
                  <a:cubicBezTo>
                    <a:pt x="90" y="16"/>
                    <a:pt x="77" y="15"/>
                    <a:pt x="77" y="26"/>
                  </a:cubicBezTo>
                  <a:close/>
                  <a:moveTo>
                    <a:pt x="74" y="50"/>
                  </a:moveTo>
                  <a:cubicBezTo>
                    <a:pt x="81" y="50"/>
                    <a:pt x="86" y="47"/>
                    <a:pt x="94" y="47"/>
                  </a:cubicBezTo>
                  <a:cubicBezTo>
                    <a:pt x="94" y="43"/>
                    <a:pt x="99" y="36"/>
                    <a:pt x="94" y="34"/>
                  </a:cubicBezTo>
                  <a:cubicBezTo>
                    <a:pt x="89" y="41"/>
                    <a:pt x="71" y="35"/>
                    <a:pt x="74" y="50"/>
                  </a:cubicBezTo>
                  <a:close/>
                  <a:moveTo>
                    <a:pt x="68" y="100"/>
                  </a:moveTo>
                  <a:cubicBezTo>
                    <a:pt x="81" y="101"/>
                    <a:pt x="85" y="93"/>
                    <a:pt x="92" y="87"/>
                  </a:cubicBezTo>
                  <a:cubicBezTo>
                    <a:pt x="84" y="83"/>
                    <a:pt x="80" y="75"/>
                    <a:pt x="70" y="72"/>
                  </a:cubicBezTo>
                  <a:cubicBezTo>
                    <a:pt x="70" y="83"/>
                    <a:pt x="67" y="89"/>
                    <a:pt x="68" y="10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79" name="Freeform 10"/>
            <p:cNvSpPr/>
            <p:nvPr/>
          </p:nvSpPr>
          <p:spPr bwMode="auto">
            <a:xfrm>
              <a:off x="2544790" y="5971703"/>
              <a:ext cx="53642" cy="46099"/>
            </a:xfrm>
            <a:custGeom>
              <a:avLst/>
              <a:gdLst>
                <a:gd name="T0" fmla="*/ 3 w 34"/>
                <a:gd name="T1" fmla="*/ 0 h 29"/>
                <a:gd name="T2" fmla="*/ 34 w 34"/>
                <a:gd name="T3" fmla="*/ 14 h 29"/>
                <a:gd name="T4" fmla="*/ 1 w 34"/>
                <a:gd name="T5" fmla="*/ 16 h 29"/>
                <a:gd name="T6" fmla="*/ 3 w 34"/>
                <a:gd name="T7" fmla="*/ 0 h 29"/>
              </a:gdLst>
              <a:ahLst/>
              <a:cxnLst>
                <a:cxn ang="0">
                  <a:pos x="T0" y="T1"/>
                </a:cxn>
                <a:cxn ang="0">
                  <a:pos x="T2" y="T3"/>
                </a:cxn>
                <a:cxn ang="0">
                  <a:pos x="T4" y="T5"/>
                </a:cxn>
                <a:cxn ang="0">
                  <a:pos x="T6" y="T7"/>
                </a:cxn>
              </a:cxnLst>
              <a:rect l="0" t="0" r="r" b="b"/>
              <a:pathLst>
                <a:path w="34" h="29">
                  <a:moveTo>
                    <a:pt x="3" y="0"/>
                  </a:moveTo>
                  <a:cubicBezTo>
                    <a:pt x="18" y="0"/>
                    <a:pt x="20" y="13"/>
                    <a:pt x="34" y="14"/>
                  </a:cubicBezTo>
                  <a:cubicBezTo>
                    <a:pt x="33" y="29"/>
                    <a:pt x="6" y="24"/>
                    <a:pt x="1" y="16"/>
                  </a:cubicBezTo>
                  <a:cubicBezTo>
                    <a:pt x="0" y="10"/>
                    <a:pt x="1" y="4"/>
                    <a:pt x="3"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7" name="Freeform 28"/>
            <p:cNvSpPr>
              <a:spLocks noEditPoints="1"/>
            </p:cNvSpPr>
            <p:nvPr/>
          </p:nvSpPr>
          <p:spPr bwMode="auto">
            <a:xfrm>
              <a:off x="850025" y="5910517"/>
              <a:ext cx="160927" cy="205351"/>
            </a:xfrm>
            <a:custGeom>
              <a:avLst/>
              <a:gdLst>
                <a:gd name="T0" fmla="*/ 102 w 102"/>
                <a:gd name="T1" fmla="*/ 14 h 128"/>
                <a:gd name="T2" fmla="*/ 98 w 102"/>
                <a:gd name="T3" fmla="*/ 124 h 128"/>
                <a:gd name="T4" fmla="*/ 65 w 102"/>
                <a:gd name="T5" fmla="*/ 110 h 128"/>
                <a:gd name="T6" fmla="*/ 4 w 102"/>
                <a:gd name="T7" fmla="*/ 117 h 128"/>
                <a:gd name="T8" fmla="*/ 4 w 102"/>
                <a:gd name="T9" fmla="*/ 19 h 128"/>
                <a:gd name="T10" fmla="*/ 102 w 102"/>
                <a:gd name="T11" fmla="*/ 14 h 128"/>
                <a:gd name="T12" fmla="*/ 18 w 102"/>
                <a:gd name="T13" fmla="*/ 28 h 128"/>
                <a:gd name="T14" fmla="*/ 15 w 102"/>
                <a:gd name="T15" fmla="*/ 82 h 128"/>
                <a:gd name="T16" fmla="*/ 39 w 102"/>
                <a:gd name="T17" fmla="*/ 80 h 128"/>
                <a:gd name="T18" fmla="*/ 37 w 102"/>
                <a:gd name="T19" fmla="*/ 65 h 128"/>
                <a:gd name="T20" fmla="*/ 22 w 102"/>
                <a:gd name="T21" fmla="*/ 58 h 128"/>
                <a:gd name="T22" fmla="*/ 41 w 102"/>
                <a:gd name="T23" fmla="*/ 49 h 128"/>
                <a:gd name="T24" fmla="*/ 22 w 102"/>
                <a:gd name="T25" fmla="*/ 36 h 128"/>
                <a:gd name="T26" fmla="*/ 70 w 102"/>
                <a:gd name="T27" fmla="*/ 30 h 128"/>
                <a:gd name="T28" fmla="*/ 72 w 102"/>
                <a:gd name="T29" fmla="*/ 36 h 128"/>
                <a:gd name="T30" fmla="*/ 55 w 102"/>
                <a:gd name="T31" fmla="*/ 49 h 128"/>
                <a:gd name="T32" fmla="*/ 72 w 102"/>
                <a:gd name="T33" fmla="*/ 52 h 128"/>
                <a:gd name="T34" fmla="*/ 68 w 102"/>
                <a:gd name="T35" fmla="*/ 64 h 128"/>
                <a:gd name="T36" fmla="*/ 79 w 102"/>
                <a:gd name="T37" fmla="*/ 89 h 128"/>
                <a:gd name="T38" fmla="*/ 24 w 102"/>
                <a:gd name="T39" fmla="*/ 95 h 128"/>
                <a:gd name="T40" fmla="*/ 15 w 102"/>
                <a:gd name="T41" fmla="*/ 91 h 128"/>
                <a:gd name="T42" fmla="*/ 17 w 102"/>
                <a:gd name="T43" fmla="*/ 100 h 128"/>
                <a:gd name="T44" fmla="*/ 66 w 102"/>
                <a:gd name="T45" fmla="*/ 97 h 128"/>
                <a:gd name="T46" fmla="*/ 81 w 102"/>
                <a:gd name="T47" fmla="*/ 108 h 128"/>
                <a:gd name="T48" fmla="*/ 79 w 102"/>
                <a:gd name="T49" fmla="*/ 17 h 128"/>
                <a:gd name="T50" fmla="*/ 18 w 102"/>
                <a:gd name="T51" fmla="*/ 28 h 128"/>
                <a:gd name="T52" fmla="*/ 54 w 102"/>
                <a:gd name="T53" fmla="*/ 78 h 128"/>
                <a:gd name="T54" fmla="*/ 65 w 102"/>
                <a:gd name="T55" fmla="*/ 76 h 128"/>
                <a:gd name="T56" fmla="*/ 55 w 102"/>
                <a:gd name="T57" fmla="*/ 64 h 128"/>
                <a:gd name="T58" fmla="*/ 54 w 102"/>
                <a:gd name="T59" fmla="*/ 7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2" h="128">
                  <a:moveTo>
                    <a:pt x="102" y="14"/>
                  </a:moveTo>
                  <a:cubicBezTo>
                    <a:pt x="94" y="43"/>
                    <a:pt x="100" y="95"/>
                    <a:pt x="98" y="124"/>
                  </a:cubicBezTo>
                  <a:cubicBezTo>
                    <a:pt x="86" y="128"/>
                    <a:pt x="73" y="117"/>
                    <a:pt x="65" y="110"/>
                  </a:cubicBezTo>
                  <a:cubicBezTo>
                    <a:pt x="45" y="112"/>
                    <a:pt x="18" y="116"/>
                    <a:pt x="4" y="117"/>
                  </a:cubicBezTo>
                  <a:cubicBezTo>
                    <a:pt x="0" y="89"/>
                    <a:pt x="1" y="48"/>
                    <a:pt x="4" y="19"/>
                  </a:cubicBezTo>
                  <a:cubicBezTo>
                    <a:pt x="31" y="13"/>
                    <a:pt x="72" y="0"/>
                    <a:pt x="102" y="14"/>
                  </a:cubicBezTo>
                  <a:close/>
                  <a:moveTo>
                    <a:pt x="18" y="28"/>
                  </a:moveTo>
                  <a:cubicBezTo>
                    <a:pt x="15" y="44"/>
                    <a:pt x="18" y="66"/>
                    <a:pt x="15" y="82"/>
                  </a:cubicBezTo>
                  <a:cubicBezTo>
                    <a:pt x="18" y="83"/>
                    <a:pt x="32" y="82"/>
                    <a:pt x="39" y="80"/>
                  </a:cubicBezTo>
                  <a:cubicBezTo>
                    <a:pt x="38" y="76"/>
                    <a:pt x="41" y="67"/>
                    <a:pt x="37" y="65"/>
                  </a:cubicBezTo>
                  <a:cubicBezTo>
                    <a:pt x="31" y="71"/>
                    <a:pt x="21" y="66"/>
                    <a:pt x="22" y="58"/>
                  </a:cubicBezTo>
                  <a:cubicBezTo>
                    <a:pt x="27" y="53"/>
                    <a:pt x="42" y="60"/>
                    <a:pt x="41" y="49"/>
                  </a:cubicBezTo>
                  <a:cubicBezTo>
                    <a:pt x="35" y="42"/>
                    <a:pt x="21" y="54"/>
                    <a:pt x="22" y="36"/>
                  </a:cubicBezTo>
                  <a:cubicBezTo>
                    <a:pt x="37" y="34"/>
                    <a:pt x="56" y="26"/>
                    <a:pt x="70" y="30"/>
                  </a:cubicBezTo>
                  <a:cubicBezTo>
                    <a:pt x="70" y="33"/>
                    <a:pt x="73" y="33"/>
                    <a:pt x="72" y="36"/>
                  </a:cubicBezTo>
                  <a:cubicBezTo>
                    <a:pt x="71" y="44"/>
                    <a:pt x="54" y="38"/>
                    <a:pt x="55" y="49"/>
                  </a:cubicBezTo>
                  <a:cubicBezTo>
                    <a:pt x="59" y="56"/>
                    <a:pt x="71" y="44"/>
                    <a:pt x="72" y="52"/>
                  </a:cubicBezTo>
                  <a:cubicBezTo>
                    <a:pt x="75" y="60"/>
                    <a:pt x="68" y="58"/>
                    <a:pt x="68" y="64"/>
                  </a:cubicBezTo>
                  <a:cubicBezTo>
                    <a:pt x="74" y="70"/>
                    <a:pt x="79" y="78"/>
                    <a:pt x="79" y="89"/>
                  </a:cubicBezTo>
                  <a:cubicBezTo>
                    <a:pt x="58" y="89"/>
                    <a:pt x="39" y="90"/>
                    <a:pt x="24" y="95"/>
                  </a:cubicBezTo>
                  <a:cubicBezTo>
                    <a:pt x="20" y="95"/>
                    <a:pt x="15" y="82"/>
                    <a:pt x="15" y="91"/>
                  </a:cubicBezTo>
                  <a:cubicBezTo>
                    <a:pt x="14" y="96"/>
                    <a:pt x="15" y="98"/>
                    <a:pt x="17" y="100"/>
                  </a:cubicBezTo>
                  <a:cubicBezTo>
                    <a:pt x="29" y="102"/>
                    <a:pt x="51" y="99"/>
                    <a:pt x="66" y="97"/>
                  </a:cubicBezTo>
                  <a:cubicBezTo>
                    <a:pt x="72" y="99"/>
                    <a:pt x="73" y="107"/>
                    <a:pt x="81" y="108"/>
                  </a:cubicBezTo>
                  <a:cubicBezTo>
                    <a:pt x="83" y="82"/>
                    <a:pt x="86" y="41"/>
                    <a:pt x="79" y="17"/>
                  </a:cubicBezTo>
                  <a:cubicBezTo>
                    <a:pt x="59" y="14"/>
                    <a:pt x="35" y="22"/>
                    <a:pt x="18" y="28"/>
                  </a:cubicBezTo>
                  <a:close/>
                  <a:moveTo>
                    <a:pt x="54" y="78"/>
                  </a:moveTo>
                  <a:cubicBezTo>
                    <a:pt x="57" y="77"/>
                    <a:pt x="64" y="81"/>
                    <a:pt x="65" y="76"/>
                  </a:cubicBezTo>
                  <a:cubicBezTo>
                    <a:pt x="54" y="79"/>
                    <a:pt x="64" y="62"/>
                    <a:pt x="55" y="64"/>
                  </a:cubicBezTo>
                  <a:cubicBezTo>
                    <a:pt x="56" y="69"/>
                    <a:pt x="52" y="71"/>
                    <a:pt x="54" y="7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98" name="Freeform 29"/>
            <p:cNvSpPr/>
            <p:nvPr/>
          </p:nvSpPr>
          <p:spPr bwMode="auto">
            <a:xfrm>
              <a:off x="1097283" y="5913870"/>
              <a:ext cx="156737" cy="201998"/>
            </a:xfrm>
            <a:custGeom>
              <a:avLst/>
              <a:gdLst>
                <a:gd name="T0" fmla="*/ 100 w 100"/>
                <a:gd name="T1" fmla="*/ 15 h 126"/>
                <a:gd name="T2" fmla="*/ 94 w 100"/>
                <a:gd name="T3" fmla="*/ 126 h 126"/>
                <a:gd name="T4" fmla="*/ 54 w 100"/>
                <a:gd name="T5" fmla="*/ 100 h 126"/>
                <a:gd name="T6" fmla="*/ 76 w 100"/>
                <a:gd name="T7" fmla="*/ 106 h 126"/>
                <a:gd name="T8" fmla="*/ 76 w 100"/>
                <a:gd name="T9" fmla="*/ 21 h 126"/>
                <a:gd name="T10" fmla="*/ 18 w 100"/>
                <a:gd name="T11" fmla="*/ 30 h 126"/>
                <a:gd name="T12" fmla="*/ 15 w 100"/>
                <a:gd name="T13" fmla="*/ 87 h 126"/>
                <a:gd name="T14" fmla="*/ 4 w 100"/>
                <a:gd name="T15" fmla="*/ 113 h 126"/>
                <a:gd name="T16" fmla="*/ 6 w 100"/>
                <a:gd name="T17" fmla="*/ 13 h 126"/>
                <a:gd name="T18" fmla="*/ 100 w 100"/>
                <a:gd name="T19" fmla="*/ 1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26">
                  <a:moveTo>
                    <a:pt x="100" y="15"/>
                  </a:moveTo>
                  <a:cubicBezTo>
                    <a:pt x="90" y="43"/>
                    <a:pt x="100" y="96"/>
                    <a:pt x="94" y="126"/>
                  </a:cubicBezTo>
                  <a:cubicBezTo>
                    <a:pt x="76" y="124"/>
                    <a:pt x="57" y="112"/>
                    <a:pt x="54" y="100"/>
                  </a:cubicBezTo>
                  <a:cubicBezTo>
                    <a:pt x="61" y="102"/>
                    <a:pt x="67" y="105"/>
                    <a:pt x="76" y="106"/>
                  </a:cubicBezTo>
                  <a:cubicBezTo>
                    <a:pt x="79" y="82"/>
                    <a:pt x="79" y="45"/>
                    <a:pt x="76" y="21"/>
                  </a:cubicBezTo>
                  <a:cubicBezTo>
                    <a:pt x="55" y="15"/>
                    <a:pt x="34" y="25"/>
                    <a:pt x="18" y="30"/>
                  </a:cubicBezTo>
                  <a:cubicBezTo>
                    <a:pt x="18" y="47"/>
                    <a:pt x="15" y="69"/>
                    <a:pt x="15" y="87"/>
                  </a:cubicBezTo>
                  <a:cubicBezTo>
                    <a:pt x="14" y="98"/>
                    <a:pt x="21" y="115"/>
                    <a:pt x="4" y="113"/>
                  </a:cubicBezTo>
                  <a:cubicBezTo>
                    <a:pt x="0" y="83"/>
                    <a:pt x="1" y="42"/>
                    <a:pt x="6" y="13"/>
                  </a:cubicBezTo>
                  <a:cubicBezTo>
                    <a:pt x="35" y="16"/>
                    <a:pt x="72" y="0"/>
                    <a:pt x="100" y="15"/>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0" name="Freeform 30"/>
            <p:cNvSpPr/>
            <p:nvPr/>
          </p:nvSpPr>
          <p:spPr bwMode="auto">
            <a:xfrm>
              <a:off x="1395669" y="5954940"/>
              <a:ext cx="67891" cy="77111"/>
            </a:xfrm>
            <a:custGeom>
              <a:avLst/>
              <a:gdLst>
                <a:gd name="T0" fmla="*/ 43 w 43"/>
                <a:gd name="T1" fmla="*/ 0 h 48"/>
                <a:gd name="T2" fmla="*/ 0 w 43"/>
                <a:gd name="T3" fmla="*/ 13 h 48"/>
                <a:gd name="T4" fmla="*/ 43 w 43"/>
                <a:gd name="T5" fmla="*/ 0 h 48"/>
              </a:gdLst>
              <a:ahLst/>
              <a:cxnLst>
                <a:cxn ang="0">
                  <a:pos x="T0" y="T1"/>
                </a:cxn>
                <a:cxn ang="0">
                  <a:pos x="T2" y="T3"/>
                </a:cxn>
                <a:cxn ang="0">
                  <a:pos x="T4" y="T5"/>
                </a:cxn>
              </a:cxnLst>
              <a:rect l="0" t="0" r="r" b="b"/>
              <a:pathLst>
                <a:path w="43" h="48">
                  <a:moveTo>
                    <a:pt x="43" y="0"/>
                  </a:moveTo>
                  <a:cubicBezTo>
                    <a:pt x="39" y="17"/>
                    <a:pt x="7" y="48"/>
                    <a:pt x="0" y="13"/>
                  </a:cubicBezTo>
                  <a:cubicBezTo>
                    <a:pt x="23" y="21"/>
                    <a:pt x="23" y="1"/>
                    <a:pt x="43"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1" name="Freeform 31"/>
            <p:cNvSpPr/>
            <p:nvPr/>
          </p:nvSpPr>
          <p:spPr bwMode="auto">
            <a:xfrm>
              <a:off x="1478647" y="5961645"/>
              <a:ext cx="56995" cy="56157"/>
            </a:xfrm>
            <a:custGeom>
              <a:avLst/>
              <a:gdLst>
                <a:gd name="T0" fmla="*/ 8 w 36"/>
                <a:gd name="T1" fmla="*/ 0 h 35"/>
                <a:gd name="T2" fmla="*/ 30 w 36"/>
                <a:gd name="T3" fmla="*/ 35 h 35"/>
                <a:gd name="T4" fmla="*/ 6 w 36"/>
                <a:gd name="T5" fmla="*/ 28 h 35"/>
                <a:gd name="T6" fmla="*/ 8 w 36"/>
                <a:gd name="T7" fmla="*/ 0 h 35"/>
              </a:gdLst>
              <a:ahLst/>
              <a:cxnLst>
                <a:cxn ang="0">
                  <a:pos x="T0" y="T1"/>
                </a:cxn>
                <a:cxn ang="0">
                  <a:pos x="T2" y="T3"/>
                </a:cxn>
                <a:cxn ang="0">
                  <a:pos x="T4" y="T5"/>
                </a:cxn>
                <a:cxn ang="0">
                  <a:pos x="T6" y="T7"/>
                </a:cxn>
              </a:cxnLst>
              <a:rect l="0" t="0" r="r" b="b"/>
              <a:pathLst>
                <a:path w="36" h="35">
                  <a:moveTo>
                    <a:pt x="8" y="0"/>
                  </a:moveTo>
                  <a:cubicBezTo>
                    <a:pt x="16" y="11"/>
                    <a:pt x="36" y="18"/>
                    <a:pt x="30" y="35"/>
                  </a:cubicBezTo>
                  <a:cubicBezTo>
                    <a:pt x="21" y="34"/>
                    <a:pt x="15" y="30"/>
                    <a:pt x="6" y="28"/>
                  </a:cubicBezTo>
                  <a:cubicBezTo>
                    <a:pt x="1" y="22"/>
                    <a:pt x="0" y="3"/>
                    <a:pt x="8"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2" name="Freeform 32"/>
            <p:cNvSpPr/>
            <p:nvPr/>
          </p:nvSpPr>
          <p:spPr bwMode="auto">
            <a:xfrm>
              <a:off x="1129972" y="5954940"/>
              <a:ext cx="80464" cy="41908"/>
            </a:xfrm>
            <a:custGeom>
              <a:avLst/>
              <a:gdLst>
                <a:gd name="T0" fmla="*/ 51 w 51"/>
                <a:gd name="T1" fmla="*/ 11 h 26"/>
                <a:gd name="T2" fmla="*/ 3 w 51"/>
                <a:gd name="T3" fmla="*/ 24 h 26"/>
                <a:gd name="T4" fmla="*/ 1 w 51"/>
                <a:gd name="T5" fmla="*/ 11 h 26"/>
                <a:gd name="T6" fmla="*/ 51 w 51"/>
                <a:gd name="T7" fmla="*/ 11 h 26"/>
              </a:gdLst>
              <a:ahLst/>
              <a:cxnLst>
                <a:cxn ang="0">
                  <a:pos x="T0" y="T1"/>
                </a:cxn>
                <a:cxn ang="0">
                  <a:pos x="T2" y="T3"/>
                </a:cxn>
                <a:cxn ang="0">
                  <a:pos x="T4" y="T5"/>
                </a:cxn>
                <a:cxn ang="0">
                  <a:pos x="T6" y="T7"/>
                </a:cxn>
              </a:cxnLst>
              <a:rect l="0" t="0" r="r" b="b"/>
              <a:pathLst>
                <a:path w="51" h="26">
                  <a:moveTo>
                    <a:pt x="51" y="11"/>
                  </a:moveTo>
                  <a:cubicBezTo>
                    <a:pt x="45" y="26"/>
                    <a:pt x="20" y="21"/>
                    <a:pt x="3" y="24"/>
                  </a:cubicBezTo>
                  <a:cubicBezTo>
                    <a:pt x="2" y="20"/>
                    <a:pt x="0" y="17"/>
                    <a:pt x="1" y="11"/>
                  </a:cubicBezTo>
                  <a:cubicBezTo>
                    <a:pt x="19" y="15"/>
                    <a:pt x="43" y="0"/>
                    <a:pt x="51" y="11"/>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3" name="Freeform 33"/>
            <p:cNvSpPr/>
            <p:nvPr/>
          </p:nvSpPr>
          <p:spPr bwMode="auto">
            <a:xfrm>
              <a:off x="1354599" y="5972542"/>
              <a:ext cx="136621" cy="112314"/>
            </a:xfrm>
            <a:custGeom>
              <a:avLst/>
              <a:gdLst>
                <a:gd name="T0" fmla="*/ 8 w 87"/>
                <a:gd name="T1" fmla="*/ 0 h 70"/>
                <a:gd name="T2" fmla="*/ 23 w 87"/>
                <a:gd name="T3" fmla="*/ 4 h 70"/>
                <a:gd name="T4" fmla="*/ 69 w 87"/>
                <a:gd name="T5" fmla="*/ 43 h 70"/>
                <a:gd name="T6" fmla="*/ 61 w 87"/>
                <a:gd name="T7" fmla="*/ 10 h 70"/>
                <a:gd name="T8" fmla="*/ 87 w 87"/>
                <a:gd name="T9" fmla="*/ 65 h 70"/>
                <a:gd name="T10" fmla="*/ 6 w 87"/>
                <a:gd name="T11" fmla="*/ 6 h 70"/>
                <a:gd name="T12" fmla="*/ 8 w 87"/>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87" h="70">
                  <a:moveTo>
                    <a:pt x="8" y="0"/>
                  </a:moveTo>
                  <a:cubicBezTo>
                    <a:pt x="14" y="0"/>
                    <a:pt x="17" y="4"/>
                    <a:pt x="23" y="4"/>
                  </a:cubicBezTo>
                  <a:cubicBezTo>
                    <a:pt x="8" y="40"/>
                    <a:pt x="40" y="57"/>
                    <a:pt x="69" y="43"/>
                  </a:cubicBezTo>
                  <a:cubicBezTo>
                    <a:pt x="70" y="29"/>
                    <a:pt x="64" y="21"/>
                    <a:pt x="61" y="10"/>
                  </a:cubicBezTo>
                  <a:cubicBezTo>
                    <a:pt x="84" y="14"/>
                    <a:pt x="85" y="40"/>
                    <a:pt x="87" y="65"/>
                  </a:cubicBezTo>
                  <a:cubicBezTo>
                    <a:pt x="39" y="70"/>
                    <a:pt x="0" y="61"/>
                    <a:pt x="6" y="6"/>
                  </a:cubicBezTo>
                  <a:cubicBezTo>
                    <a:pt x="5" y="3"/>
                    <a:pt x="8" y="3"/>
                    <a:pt x="8"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4" name="Freeform 34"/>
            <p:cNvSpPr/>
            <p:nvPr/>
          </p:nvSpPr>
          <p:spPr bwMode="auto">
            <a:xfrm>
              <a:off x="1315206" y="5982600"/>
              <a:ext cx="42747" cy="65377"/>
            </a:xfrm>
            <a:custGeom>
              <a:avLst/>
              <a:gdLst>
                <a:gd name="T0" fmla="*/ 27 w 27"/>
                <a:gd name="T1" fmla="*/ 0 h 41"/>
                <a:gd name="T2" fmla="*/ 20 w 27"/>
                <a:gd name="T3" fmla="*/ 41 h 41"/>
                <a:gd name="T4" fmla="*/ 0 w 27"/>
                <a:gd name="T5" fmla="*/ 31 h 41"/>
                <a:gd name="T6" fmla="*/ 27 w 27"/>
                <a:gd name="T7" fmla="*/ 0 h 41"/>
              </a:gdLst>
              <a:ahLst/>
              <a:cxnLst>
                <a:cxn ang="0">
                  <a:pos x="T0" y="T1"/>
                </a:cxn>
                <a:cxn ang="0">
                  <a:pos x="T2" y="T3"/>
                </a:cxn>
                <a:cxn ang="0">
                  <a:pos x="T4" y="T5"/>
                </a:cxn>
                <a:cxn ang="0">
                  <a:pos x="T6" y="T7"/>
                </a:cxn>
              </a:cxnLst>
              <a:rect l="0" t="0" r="r" b="b"/>
              <a:pathLst>
                <a:path w="27" h="41">
                  <a:moveTo>
                    <a:pt x="27" y="0"/>
                  </a:moveTo>
                  <a:cubicBezTo>
                    <a:pt x="25" y="14"/>
                    <a:pt x="23" y="28"/>
                    <a:pt x="20" y="41"/>
                  </a:cubicBezTo>
                  <a:cubicBezTo>
                    <a:pt x="10" y="40"/>
                    <a:pt x="4" y="37"/>
                    <a:pt x="0" y="31"/>
                  </a:cubicBezTo>
                  <a:cubicBezTo>
                    <a:pt x="7" y="19"/>
                    <a:pt x="13" y="5"/>
                    <a:pt x="27" y="0"/>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5" name="Freeform 35"/>
            <p:cNvSpPr>
              <a:spLocks noEditPoints="1"/>
            </p:cNvSpPr>
            <p:nvPr/>
          </p:nvSpPr>
          <p:spPr bwMode="auto">
            <a:xfrm>
              <a:off x="1128295" y="5993496"/>
              <a:ext cx="88007" cy="64539"/>
            </a:xfrm>
            <a:custGeom>
              <a:avLst/>
              <a:gdLst>
                <a:gd name="T0" fmla="*/ 56 w 56"/>
                <a:gd name="T1" fmla="*/ 12 h 40"/>
                <a:gd name="T2" fmla="*/ 43 w 56"/>
                <a:gd name="T3" fmla="*/ 37 h 40"/>
                <a:gd name="T4" fmla="*/ 10 w 56"/>
                <a:gd name="T5" fmla="*/ 39 h 40"/>
                <a:gd name="T6" fmla="*/ 2 w 56"/>
                <a:gd name="T7" fmla="*/ 10 h 40"/>
                <a:gd name="T8" fmla="*/ 56 w 56"/>
                <a:gd name="T9" fmla="*/ 12 h 40"/>
                <a:gd name="T10" fmla="*/ 17 w 56"/>
                <a:gd name="T11" fmla="*/ 17 h 40"/>
                <a:gd name="T12" fmla="*/ 17 w 56"/>
                <a:gd name="T13" fmla="*/ 28 h 40"/>
                <a:gd name="T14" fmla="*/ 34 w 56"/>
                <a:gd name="T15" fmla="*/ 26 h 40"/>
                <a:gd name="T16" fmla="*/ 34 w 56"/>
                <a:gd name="T17" fmla="*/ 15 h 40"/>
                <a:gd name="T18" fmla="*/ 17 w 56"/>
                <a:gd name="T19"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40">
                  <a:moveTo>
                    <a:pt x="56" y="12"/>
                  </a:moveTo>
                  <a:cubicBezTo>
                    <a:pt x="52" y="21"/>
                    <a:pt x="47" y="28"/>
                    <a:pt x="43" y="37"/>
                  </a:cubicBezTo>
                  <a:cubicBezTo>
                    <a:pt x="33" y="32"/>
                    <a:pt x="21" y="40"/>
                    <a:pt x="10" y="39"/>
                  </a:cubicBezTo>
                  <a:cubicBezTo>
                    <a:pt x="7" y="29"/>
                    <a:pt x="0" y="24"/>
                    <a:pt x="2" y="10"/>
                  </a:cubicBezTo>
                  <a:cubicBezTo>
                    <a:pt x="19" y="7"/>
                    <a:pt x="46" y="0"/>
                    <a:pt x="56" y="12"/>
                  </a:cubicBezTo>
                  <a:close/>
                  <a:moveTo>
                    <a:pt x="17" y="17"/>
                  </a:moveTo>
                  <a:cubicBezTo>
                    <a:pt x="18" y="23"/>
                    <a:pt x="14" y="25"/>
                    <a:pt x="17" y="28"/>
                  </a:cubicBezTo>
                  <a:cubicBezTo>
                    <a:pt x="25" y="30"/>
                    <a:pt x="26" y="25"/>
                    <a:pt x="34" y="26"/>
                  </a:cubicBezTo>
                  <a:cubicBezTo>
                    <a:pt x="34" y="23"/>
                    <a:pt x="34" y="19"/>
                    <a:pt x="34" y="15"/>
                  </a:cubicBezTo>
                  <a:cubicBezTo>
                    <a:pt x="26" y="14"/>
                    <a:pt x="25" y="19"/>
                    <a:pt x="17" y="17"/>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sp>
          <p:nvSpPr>
            <p:cNvPr id="116" name="Freeform 36"/>
            <p:cNvSpPr/>
            <p:nvPr/>
          </p:nvSpPr>
          <p:spPr bwMode="auto">
            <a:xfrm>
              <a:off x="596900" y="5887887"/>
              <a:ext cx="195292" cy="230496"/>
            </a:xfrm>
            <a:custGeom>
              <a:avLst/>
              <a:gdLst>
                <a:gd name="T0" fmla="*/ 46 w 124"/>
                <a:gd name="T1" fmla="*/ 78 h 144"/>
                <a:gd name="T2" fmla="*/ 11 w 124"/>
                <a:gd name="T3" fmla="*/ 89 h 144"/>
                <a:gd name="T4" fmla="*/ 39 w 124"/>
                <a:gd name="T5" fmla="*/ 70 h 144"/>
                <a:gd name="T6" fmla="*/ 26 w 124"/>
                <a:gd name="T7" fmla="*/ 57 h 144"/>
                <a:gd name="T8" fmla="*/ 96 w 124"/>
                <a:gd name="T9" fmla="*/ 42 h 144"/>
                <a:gd name="T10" fmla="*/ 21 w 124"/>
                <a:gd name="T11" fmla="*/ 48 h 144"/>
                <a:gd name="T12" fmla="*/ 17 w 124"/>
                <a:gd name="T13" fmla="*/ 68 h 144"/>
                <a:gd name="T14" fmla="*/ 0 w 124"/>
                <a:gd name="T15" fmla="*/ 61 h 144"/>
                <a:gd name="T16" fmla="*/ 61 w 124"/>
                <a:gd name="T17" fmla="*/ 31 h 144"/>
                <a:gd name="T18" fmla="*/ 48 w 124"/>
                <a:gd name="T19" fmla="*/ 24 h 144"/>
                <a:gd name="T20" fmla="*/ 57 w 124"/>
                <a:gd name="T21" fmla="*/ 0 h 144"/>
                <a:gd name="T22" fmla="*/ 67 w 124"/>
                <a:gd name="T23" fmla="*/ 29 h 144"/>
                <a:gd name="T24" fmla="*/ 113 w 124"/>
                <a:gd name="T25" fmla="*/ 59 h 144"/>
                <a:gd name="T26" fmla="*/ 63 w 124"/>
                <a:gd name="T27" fmla="*/ 65 h 144"/>
                <a:gd name="T28" fmla="*/ 67 w 124"/>
                <a:gd name="T29" fmla="*/ 81 h 144"/>
                <a:gd name="T30" fmla="*/ 83 w 124"/>
                <a:gd name="T31" fmla="*/ 63 h 144"/>
                <a:gd name="T32" fmla="*/ 98 w 124"/>
                <a:gd name="T33" fmla="*/ 72 h 144"/>
                <a:gd name="T34" fmla="*/ 74 w 124"/>
                <a:gd name="T35" fmla="*/ 90 h 144"/>
                <a:gd name="T36" fmla="*/ 124 w 124"/>
                <a:gd name="T37" fmla="*/ 122 h 144"/>
                <a:gd name="T38" fmla="*/ 91 w 124"/>
                <a:gd name="T39" fmla="*/ 126 h 144"/>
                <a:gd name="T40" fmla="*/ 69 w 124"/>
                <a:gd name="T41" fmla="*/ 103 h 144"/>
                <a:gd name="T42" fmla="*/ 63 w 124"/>
                <a:gd name="T43" fmla="*/ 144 h 144"/>
                <a:gd name="T44" fmla="*/ 35 w 124"/>
                <a:gd name="T45" fmla="*/ 122 h 144"/>
                <a:gd name="T46" fmla="*/ 46 w 124"/>
                <a:gd name="T47" fmla="*/ 127 h 144"/>
                <a:gd name="T48" fmla="*/ 54 w 124"/>
                <a:gd name="T49" fmla="*/ 109 h 144"/>
                <a:gd name="T50" fmla="*/ 4 w 124"/>
                <a:gd name="T51" fmla="*/ 120 h 144"/>
                <a:gd name="T52" fmla="*/ 54 w 124"/>
                <a:gd name="T53" fmla="*/ 90 h 144"/>
                <a:gd name="T54" fmla="*/ 8 w 124"/>
                <a:gd name="T55" fmla="*/ 107 h 144"/>
                <a:gd name="T56" fmla="*/ 46 w 124"/>
                <a:gd name="T57" fmla="*/ 7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4" h="144">
                  <a:moveTo>
                    <a:pt x="46" y="78"/>
                  </a:moveTo>
                  <a:cubicBezTo>
                    <a:pt x="35" y="80"/>
                    <a:pt x="28" y="96"/>
                    <a:pt x="11" y="89"/>
                  </a:cubicBezTo>
                  <a:cubicBezTo>
                    <a:pt x="19" y="81"/>
                    <a:pt x="31" y="77"/>
                    <a:pt x="39" y="70"/>
                  </a:cubicBezTo>
                  <a:cubicBezTo>
                    <a:pt x="35" y="71"/>
                    <a:pt x="23" y="69"/>
                    <a:pt x="26" y="57"/>
                  </a:cubicBezTo>
                  <a:cubicBezTo>
                    <a:pt x="49" y="49"/>
                    <a:pt x="84" y="57"/>
                    <a:pt x="96" y="42"/>
                  </a:cubicBezTo>
                  <a:cubicBezTo>
                    <a:pt x="72" y="29"/>
                    <a:pt x="38" y="54"/>
                    <a:pt x="21" y="48"/>
                  </a:cubicBezTo>
                  <a:cubicBezTo>
                    <a:pt x="19" y="54"/>
                    <a:pt x="20" y="63"/>
                    <a:pt x="17" y="68"/>
                  </a:cubicBezTo>
                  <a:cubicBezTo>
                    <a:pt x="8" y="69"/>
                    <a:pt x="3" y="66"/>
                    <a:pt x="0" y="61"/>
                  </a:cubicBezTo>
                  <a:cubicBezTo>
                    <a:pt x="11" y="41"/>
                    <a:pt x="34" y="35"/>
                    <a:pt x="61" y="31"/>
                  </a:cubicBezTo>
                  <a:cubicBezTo>
                    <a:pt x="59" y="27"/>
                    <a:pt x="51" y="28"/>
                    <a:pt x="48" y="24"/>
                  </a:cubicBezTo>
                  <a:cubicBezTo>
                    <a:pt x="48" y="13"/>
                    <a:pt x="47" y="1"/>
                    <a:pt x="57" y="0"/>
                  </a:cubicBezTo>
                  <a:cubicBezTo>
                    <a:pt x="60" y="10"/>
                    <a:pt x="73" y="17"/>
                    <a:pt x="67" y="29"/>
                  </a:cubicBezTo>
                  <a:cubicBezTo>
                    <a:pt x="94" y="27"/>
                    <a:pt x="114" y="32"/>
                    <a:pt x="113" y="59"/>
                  </a:cubicBezTo>
                  <a:cubicBezTo>
                    <a:pt x="89" y="54"/>
                    <a:pt x="84" y="61"/>
                    <a:pt x="63" y="65"/>
                  </a:cubicBezTo>
                  <a:cubicBezTo>
                    <a:pt x="64" y="71"/>
                    <a:pt x="68" y="73"/>
                    <a:pt x="67" y="81"/>
                  </a:cubicBezTo>
                  <a:cubicBezTo>
                    <a:pt x="75" y="78"/>
                    <a:pt x="80" y="71"/>
                    <a:pt x="83" y="63"/>
                  </a:cubicBezTo>
                  <a:cubicBezTo>
                    <a:pt x="91" y="63"/>
                    <a:pt x="95" y="67"/>
                    <a:pt x="98" y="72"/>
                  </a:cubicBezTo>
                  <a:cubicBezTo>
                    <a:pt x="93" y="81"/>
                    <a:pt x="83" y="86"/>
                    <a:pt x="74" y="90"/>
                  </a:cubicBezTo>
                  <a:cubicBezTo>
                    <a:pt x="86" y="105"/>
                    <a:pt x="105" y="114"/>
                    <a:pt x="124" y="122"/>
                  </a:cubicBezTo>
                  <a:cubicBezTo>
                    <a:pt x="119" y="130"/>
                    <a:pt x="101" y="124"/>
                    <a:pt x="91" y="126"/>
                  </a:cubicBezTo>
                  <a:cubicBezTo>
                    <a:pt x="86" y="116"/>
                    <a:pt x="76" y="110"/>
                    <a:pt x="69" y="103"/>
                  </a:cubicBezTo>
                  <a:cubicBezTo>
                    <a:pt x="69" y="119"/>
                    <a:pt x="68" y="134"/>
                    <a:pt x="63" y="144"/>
                  </a:cubicBezTo>
                  <a:cubicBezTo>
                    <a:pt x="51" y="140"/>
                    <a:pt x="38" y="136"/>
                    <a:pt x="35" y="122"/>
                  </a:cubicBezTo>
                  <a:cubicBezTo>
                    <a:pt x="40" y="123"/>
                    <a:pt x="44" y="124"/>
                    <a:pt x="46" y="127"/>
                  </a:cubicBezTo>
                  <a:cubicBezTo>
                    <a:pt x="52" y="125"/>
                    <a:pt x="55" y="118"/>
                    <a:pt x="54" y="109"/>
                  </a:cubicBezTo>
                  <a:cubicBezTo>
                    <a:pt x="41" y="107"/>
                    <a:pt x="22" y="139"/>
                    <a:pt x="4" y="120"/>
                  </a:cubicBezTo>
                  <a:cubicBezTo>
                    <a:pt x="27" y="117"/>
                    <a:pt x="39" y="102"/>
                    <a:pt x="54" y="90"/>
                  </a:cubicBezTo>
                  <a:cubicBezTo>
                    <a:pt x="43" y="92"/>
                    <a:pt x="26" y="113"/>
                    <a:pt x="8" y="107"/>
                  </a:cubicBezTo>
                  <a:cubicBezTo>
                    <a:pt x="20" y="97"/>
                    <a:pt x="38" y="92"/>
                    <a:pt x="46" y="78"/>
                  </a:cubicBezTo>
                  <a:close/>
                </a:path>
              </a:pathLst>
            </a:custGeom>
            <a:solidFill>
              <a:schemeClr val="bg2">
                <a:lumMod val="90000"/>
              </a:schemeClr>
            </a:solidFill>
            <a:ln>
              <a:noFill/>
            </a:ln>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橙">
    <p:spTree>
      <p:nvGrpSpPr>
        <p:cNvPr id="1" name=""/>
        <p:cNvGrpSpPr/>
        <p:nvPr/>
      </p:nvGrpSpPr>
      <p:grpSpPr>
        <a:xfrm>
          <a:off x="0" y="0"/>
          <a:ext cx="0" cy="0"/>
          <a:chOff x="0" y="0"/>
          <a:chExt cx="0" cy="0"/>
        </a:xfrm>
      </p:grpSpPr>
      <p:sp>
        <p:nvSpPr>
          <p:cNvPr id="21" name="任意多边形: 形状 20"/>
          <p:cNvSpPr/>
          <p:nvPr userDrawn="1"/>
        </p:nvSpPr>
        <p:spPr>
          <a:xfrm>
            <a:off x="0" y="0"/>
            <a:ext cx="12192000" cy="6858000"/>
          </a:xfrm>
          <a:custGeom>
            <a:avLst/>
            <a:gdLst>
              <a:gd name="connsiteX0" fmla="*/ 6223018 w 12192000"/>
              <a:gd name="connsiteY0" fmla="*/ 902473 h 6858000"/>
              <a:gd name="connsiteX1" fmla="*/ 5314950 w 12192000"/>
              <a:gd name="connsiteY1" fmla="*/ 1810541 h 6858000"/>
              <a:gd name="connsiteX2" fmla="*/ 5314950 w 12192000"/>
              <a:gd name="connsiteY2" fmla="*/ 3902848 h 6858000"/>
              <a:gd name="connsiteX3" fmla="*/ 5314950 w 12192000"/>
              <a:gd name="connsiteY3" fmla="*/ 5442705 h 6858000"/>
              <a:gd name="connsiteX4" fmla="*/ 5314950 w 12192000"/>
              <a:gd name="connsiteY4" fmla="*/ 6350773 h 6858000"/>
              <a:gd name="connsiteX5" fmla="*/ 6223018 w 12192000"/>
              <a:gd name="connsiteY5" fmla="*/ 6350773 h 6858000"/>
              <a:gd name="connsiteX6" fmla="*/ 7296150 w 12192000"/>
              <a:gd name="connsiteY6" fmla="*/ 6350773 h 6858000"/>
              <a:gd name="connsiteX7" fmla="*/ 10696557 w 12192000"/>
              <a:gd name="connsiteY7" fmla="*/ 6350773 h 6858000"/>
              <a:gd name="connsiteX8" fmla="*/ 11604625 w 12192000"/>
              <a:gd name="connsiteY8" fmla="*/ 5442705 h 6858000"/>
              <a:gd name="connsiteX9" fmla="*/ 11604625 w 12192000"/>
              <a:gd name="connsiteY9" fmla="*/ 2352675 h 6858000"/>
              <a:gd name="connsiteX10" fmla="*/ 11604625 w 12192000"/>
              <a:gd name="connsiteY10" fmla="*/ 1810541 h 6858000"/>
              <a:gd name="connsiteX11" fmla="*/ 11604625 w 12192000"/>
              <a:gd name="connsiteY11" fmla="*/ 902473 h 6858000"/>
              <a:gd name="connsiteX12" fmla="*/ 10696557 w 12192000"/>
              <a:gd name="connsiteY12" fmla="*/ 902473 h 6858000"/>
              <a:gd name="connsiteX13" fmla="*/ 7600950 w 12192000"/>
              <a:gd name="connsiteY13" fmla="*/ 902473 h 6858000"/>
              <a:gd name="connsiteX14" fmla="*/ 0 w 12192000"/>
              <a:gd name="connsiteY14" fmla="*/ 0 h 6858000"/>
              <a:gd name="connsiteX15" fmla="*/ 12192000 w 12192000"/>
              <a:gd name="connsiteY15" fmla="*/ 0 h 6858000"/>
              <a:gd name="connsiteX16" fmla="*/ 12192000 w 12192000"/>
              <a:gd name="connsiteY16" fmla="*/ 6858000 h 6858000"/>
              <a:gd name="connsiteX17" fmla="*/ 0 w 12192000"/>
              <a:gd name="connsiteY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6223018" y="902473"/>
                </a:moveTo>
                <a:cubicBezTo>
                  <a:pt x="5721506" y="902473"/>
                  <a:pt x="5314950" y="1309029"/>
                  <a:pt x="5314950" y="1810541"/>
                </a:cubicBezTo>
                <a:lnTo>
                  <a:pt x="5314950" y="3902848"/>
                </a:lnTo>
                <a:lnTo>
                  <a:pt x="5314950" y="5442705"/>
                </a:lnTo>
                <a:lnTo>
                  <a:pt x="5314950" y="6350773"/>
                </a:lnTo>
                <a:lnTo>
                  <a:pt x="6223018" y="6350773"/>
                </a:lnTo>
                <a:lnTo>
                  <a:pt x="7296150" y="6350773"/>
                </a:lnTo>
                <a:lnTo>
                  <a:pt x="10696557" y="6350773"/>
                </a:lnTo>
                <a:cubicBezTo>
                  <a:pt x="11198069" y="6350773"/>
                  <a:pt x="11604625" y="5944217"/>
                  <a:pt x="11604625" y="5442705"/>
                </a:cubicBezTo>
                <a:lnTo>
                  <a:pt x="11604625" y="2352675"/>
                </a:lnTo>
                <a:lnTo>
                  <a:pt x="11604625" y="1810541"/>
                </a:lnTo>
                <a:lnTo>
                  <a:pt x="11604625" y="902473"/>
                </a:lnTo>
                <a:lnTo>
                  <a:pt x="10696557" y="902473"/>
                </a:lnTo>
                <a:lnTo>
                  <a:pt x="7600950" y="902473"/>
                </a:lnTo>
                <a:close/>
                <a:moveTo>
                  <a:pt x="0" y="0"/>
                </a:moveTo>
                <a:lnTo>
                  <a:pt x="12192000" y="0"/>
                </a:lnTo>
                <a:lnTo>
                  <a:pt x="12192000" y="6858000"/>
                </a:lnTo>
                <a:lnTo>
                  <a:pt x="0" y="6858000"/>
                </a:ln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菱形 36"/>
          <p:cNvSpPr/>
          <p:nvPr userDrawn="1"/>
        </p:nvSpPr>
        <p:spPr>
          <a:xfrm>
            <a:off x="0" y="0"/>
            <a:ext cx="5275616" cy="6858000"/>
          </a:xfrm>
          <a:prstGeom prst="diamond">
            <a:avLst/>
          </a:prstGeom>
          <a:solidFill>
            <a:schemeClr val="accent2">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菱形 37"/>
          <p:cNvSpPr/>
          <p:nvPr userDrawn="1"/>
        </p:nvSpPr>
        <p:spPr>
          <a:xfrm>
            <a:off x="356394" y="728406"/>
            <a:ext cx="4562829" cy="5401188"/>
          </a:xfrm>
          <a:prstGeom prst="diamond">
            <a:avLst/>
          </a:prstGeom>
          <a:solidFill>
            <a:schemeClr val="accent2">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userDrawn="1"/>
        </p:nvSpPr>
        <p:spPr>
          <a:xfrm>
            <a:off x="4077042" y="39237"/>
            <a:ext cx="1770966" cy="830997"/>
          </a:xfrm>
          <a:prstGeom prst="rect">
            <a:avLst/>
          </a:prstGeom>
          <a:noFill/>
        </p:spPr>
        <p:txBody>
          <a:bodyPr wrap="square" rtlCol="0">
            <a:spAutoFit/>
          </a:bodyPr>
          <a:lstStyle/>
          <a:p>
            <a:pPr algn="dist"/>
            <a:r>
              <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rPr>
              <a:t>目录</a:t>
            </a:r>
            <a:endParaRPr lang="zh-CN" altLang="en-US" sz="4800" b="1" dirty="0">
              <a:solidFill>
                <a:schemeClr val="bg2"/>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endParaRPr>
          </a:p>
        </p:txBody>
      </p:sp>
      <p:sp>
        <p:nvSpPr>
          <p:cNvPr id="16" name="文本框 15"/>
          <p:cNvSpPr txBox="1"/>
          <p:nvPr userDrawn="1"/>
        </p:nvSpPr>
        <p:spPr>
          <a:xfrm>
            <a:off x="5988404" y="261719"/>
            <a:ext cx="3031599" cy="646331"/>
          </a:xfrm>
          <a:prstGeom prst="rect">
            <a:avLst/>
          </a:prstGeom>
          <a:noFill/>
        </p:spPr>
        <p:txBody>
          <a:bodyPr wrap="none" rtlCol="0">
            <a:spAutoFit/>
          </a:bodyPr>
          <a:lstStyle/>
          <a:p>
            <a:r>
              <a:rPr lang="en-US" altLang="zh-CN"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rPr>
              <a:t>CONTENTS</a:t>
            </a:r>
            <a:endParaRPr lang="zh-CN" altLang="en-US" sz="3600" i="1" dirty="0">
              <a:ln>
                <a:solidFill>
                  <a:schemeClr val="bg2"/>
                </a:solidFill>
              </a:ln>
              <a:noFill/>
              <a:effectLst>
                <a:outerShdw blurRad="50800" dist="38100" dir="2700000" algn="tl" rotWithShape="0">
                  <a:prstClr val="black">
                    <a:alpha val="40000"/>
                  </a:prstClr>
                </a:outerShdw>
              </a:effectLst>
              <a:latin typeface="Microsoft YaHei" panose="020B0A04020102020204" pitchFamily="34" charset="0"/>
            </a:endParaRPr>
          </a:p>
        </p:txBody>
      </p:sp>
      <p:sp>
        <p:nvSpPr>
          <p:cNvPr id="10" name="矩形: 圆角 9"/>
          <p:cNvSpPr/>
          <p:nvPr userDrawn="1"/>
        </p:nvSpPr>
        <p:spPr>
          <a:xfrm>
            <a:off x="5848007" y="1504666"/>
            <a:ext cx="676617" cy="365125"/>
          </a:xfrm>
          <a:prstGeom prst="roundRect">
            <a:avLst/>
          </a:prstGeom>
          <a:gradFill flip="none" rotWithShape="1">
            <a:gsLst>
              <a:gs pos="0">
                <a:schemeClr val="bg1">
                  <a:lumMod val="65000"/>
                </a:schemeClr>
              </a:gs>
              <a:gs pos="70000">
                <a:srgbClr val="F5A01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01</a:t>
            </a:r>
            <a:endParaRPr lang="zh-CN" altLang="en-US" sz="2800" dirty="0">
              <a:latin typeface="Microsoft YaHei" panose="020B0806030902050204" pitchFamily="34" charset="0"/>
            </a:endParaRPr>
          </a:p>
        </p:txBody>
      </p:sp>
      <p:sp>
        <p:nvSpPr>
          <p:cNvPr id="12" name="文本占位符 11"/>
          <p:cNvSpPr>
            <a:spLocks noGrp="1"/>
          </p:cNvSpPr>
          <p:nvPr>
            <p:ph type="body" sz="quarter" idx="13" hasCustomPrompt="1"/>
          </p:nvPr>
        </p:nvSpPr>
        <p:spPr>
          <a:xfrm>
            <a:off x="6648450" y="1504950"/>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2" name="矩形: 圆角 21"/>
          <p:cNvSpPr/>
          <p:nvPr userDrawn="1"/>
        </p:nvSpPr>
        <p:spPr>
          <a:xfrm>
            <a:off x="5848007" y="3094934"/>
            <a:ext cx="676617" cy="365125"/>
          </a:xfrm>
          <a:prstGeom prst="roundRect">
            <a:avLst/>
          </a:prstGeom>
          <a:gradFill flip="none" rotWithShape="1">
            <a:gsLst>
              <a:gs pos="0">
                <a:schemeClr val="bg1">
                  <a:lumMod val="65000"/>
                </a:schemeClr>
              </a:gs>
              <a:gs pos="70000">
                <a:srgbClr val="F5A01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03</a:t>
            </a:r>
            <a:endParaRPr lang="zh-CN" altLang="en-US" sz="2800" dirty="0">
              <a:latin typeface="Microsoft YaHei" panose="020B0806030902050204" pitchFamily="34" charset="0"/>
            </a:endParaRPr>
          </a:p>
        </p:txBody>
      </p:sp>
      <p:sp>
        <p:nvSpPr>
          <p:cNvPr id="23" name="文本占位符 11"/>
          <p:cNvSpPr>
            <a:spLocks noGrp="1"/>
          </p:cNvSpPr>
          <p:nvPr>
            <p:ph type="body" sz="quarter" idx="14" hasCustomPrompt="1"/>
          </p:nvPr>
        </p:nvSpPr>
        <p:spPr>
          <a:xfrm>
            <a:off x="6648450" y="3097304"/>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4" name="矩形: 圆角 23"/>
          <p:cNvSpPr/>
          <p:nvPr userDrawn="1"/>
        </p:nvSpPr>
        <p:spPr>
          <a:xfrm>
            <a:off x="5848007" y="2299800"/>
            <a:ext cx="676617" cy="365125"/>
          </a:xfrm>
          <a:prstGeom prst="roundRect">
            <a:avLst/>
          </a:prstGeom>
          <a:gradFill flip="none" rotWithShape="1">
            <a:gsLst>
              <a:gs pos="0">
                <a:schemeClr val="bg1">
                  <a:lumMod val="65000"/>
                </a:schemeClr>
              </a:gs>
              <a:gs pos="70000">
                <a:srgbClr val="F5A01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02</a:t>
            </a:r>
            <a:endParaRPr lang="zh-CN" altLang="en-US" sz="2800" dirty="0">
              <a:latin typeface="Microsoft YaHei" panose="020B0806030902050204" pitchFamily="34" charset="0"/>
            </a:endParaRPr>
          </a:p>
        </p:txBody>
      </p:sp>
      <p:sp>
        <p:nvSpPr>
          <p:cNvPr id="25" name="文本占位符 11"/>
          <p:cNvSpPr>
            <a:spLocks noGrp="1"/>
          </p:cNvSpPr>
          <p:nvPr>
            <p:ph type="body" sz="quarter" idx="15" hasCustomPrompt="1"/>
          </p:nvPr>
        </p:nvSpPr>
        <p:spPr>
          <a:xfrm>
            <a:off x="6648450" y="2301127"/>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6" name="矩形: 圆角 25"/>
          <p:cNvSpPr/>
          <p:nvPr userDrawn="1"/>
        </p:nvSpPr>
        <p:spPr>
          <a:xfrm>
            <a:off x="5848007" y="3890068"/>
            <a:ext cx="676617" cy="365125"/>
          </a:xfrm>
          <a:prstGeom prst="roundRect">
            <a:avLst/>
          </a:prstGeom>
          <a:gradFill flip="none" rotWithShape="1">
            <a:gsLst>
              <a:gs pos="0">
                <a:schemeClr val="bg1">
                  <a:lumMod val="65000"/>
                </a:schemeClr>
              </a:gs>
              <a:gs pos="70000">
                <a:srgbClr val="F5A01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04</a:t>
            </a:r>
            <a:endParaRPr lang="zh-CN" altLang="en-US" sz="2800" dirty="0">
              <a:latin typeface="Microsoft YaHei" panose="020B0806030902050204" pitchFamily="34" charset="0"/>
            </a:endParaRPr>
          </a:p>
        </p:txBody>
      </p:sp>
      <p:sp>
        <p:nvSpPr>
          <p:cNvPr id="27" name="文本占位符 11"/>
          <p:cNvSpPr>
            <a:spLocks noGrp="1"/>
          </p:cNvSpPr>
          <p:nvPr>
            <p:ph type="body" sz="quarter" idx="16" hasCustomPrompt="1"/>
          </p:nvPr>
        </p:nvSpPr>
        <p:spPr>
          <a:xfrm>
            <a:off x="6648450" y="3893481"/>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28" name="矩形: 圆角 27"/>
          <p:cNvSpPr/>
          <p:nvPr userDrawn="1"/>
        </p:nvSpPr>
        <p:spPr>
          <a:xfrm>
            <a:off x="5848007" y="5480335"/>
            <a:ext cx="676617" cy="365125"/>
          </a:xfrm>
          <a:prstGeom prst="roundRect">
            <a:avLst/>
          </a:prstGeom>
          <a:gradFill flip="none" rotWithShape="1">
            <a:gsLst>
              <a:gs pos="0">
                <a:schemeClr val="bg1">
                  <a:lumMod val="65000"/>
                </a:schemeClr>
              </a:gs>
              <a:gs pos="70000">
                <a:srgbClr val="F5A01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06</a:t>
            </a:r>
            <a:endParaRPr lang="zh-CN" altLang="en-US" sz="2800" dirty="0">
              <a:latin typeface="Microsoft YaHei" panose="020B0806030902050204" pitchFamily="34" charset="0"/>
            </a:endParaRPr>
          </a:p>
        </p:txBody>
      </p:sp>
      <p:sp>
        <p:nvSpPr>
          <p:cNvPr id="29" name="文本占位符 11"/>
          <p:cNvSpPr>
            <a:spLocks noGrp="1"/>
          </p:cNvSpPr>
          <p:nvPr>
            <p:ph type="body" sz="quarter" idx="17" hasCustomPrompt="1"/>
          </p:nvPr>
        </p:nvSpPr>
        <p:spPr>
          <a:xfrm>
            <a:off x="6648450" y="5485833"/>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0" name="矩形: 圆角 29"/>
          <p:cNvSpPr/>
          <p:nvPr userDrawn="1"/>
        </p:nvSpPr>
        <p:spPr>
          <a:xfrm>
            <a:off x="5848007" y="4685202"/>
            <a:ext cx="676617" cy="365125"/>
          </a:xfrm>
          <a:prstGeom prst="roundRect">
            <a:avLst/>
          </a:prstGeom>
          <a:gradFill flip="none" rotWithShape="1">
            <a:gsLst>
              <a:gs pos="0">
                <a:schemeClr val="bg1">
                  <a:lumMod val="65000"/>
                </a:schemeClr>
              </a:gs>
              <a:gs pos="70000">
                <a:srgbClr val="F5A01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Microsoft YaHei" panose="020B0806030902050204" pitchFamily="34" charset="0"/>
              </a:rPr>
              <a:t>05</a:t>
            </a:r>
            <a:endParaRPr lang="zh-CN" altLang="en-US" sz="2800" dirty="0">
              <a:latin typeface="Microsoft YaHei" panose="020B0806030902050204" pitchFamily="34" charset="0"/>
            </a:endParaRPr>
          </a:p>
        </p:txBody>
      </p:sp>
      <p:sp>
        <p:nvSpPr>
          <p:cNvPr id="31" name="文本占位符 11"/>
          <p:cNvSpPr>
            <a:spLocks noGrp="1"/>
          </p:cNvSpPr>
          <p:nvPr>
            <p:ph type="body" sz="quarter" idx="18" hasCustomPrompt="1"/>
          </p:nvPr>
        </p:nvSpPr>
        <p:spPr>
          <a:xfrm>
            <a:off x="6648450" y="4689658"/>
            <a:ext cx="4705350" cy="365125"/>
          </a:xfrm>
        </p:spPr>
        <p:txBody>
          <a:bodyPr>
            <a:noAutofit/>
          </a:bodyPr>
          <a:lstStyle>
            <a:lvl1pPr marL="0" indent="0">
              <a:buNone/>
              <a:defRPr sz="24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32" name="矩形 31"/>
          <p:cNvSpPr/>
          <p:nvPr userDrawn="1"/>
        </p:nvSpPr>
        <p:spPr>
          <a:xfrm>
            <a:off x="2162175" y="908050"/>
            <a:ext cx="3600000" cy="36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userDrawn="1"/>
        </p:nvSpPr>
        <p:spPr>
          <a:xfrm>
            <a:off x="4142175" y="834234"/>
            <a:ext cx="1620000" cy="36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userDrawn="1"/>
        </p:nvSpPr>
        <p:spPr>
          <a:xfrm>
            <a:off x="876639" y="1344240"/>
            <a:ext cx="3522338" cy="4169521"/>
          </a:xfrm>
          <a:prstGeom prst="diamond">
            <a:avLst/>
          </a:prstGeom>
          <a:solidFill>
            <a:schemeClr val="accent2">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菱形 39"/>
          <p:cNvSpPr/>
          <p:nvPr userDrawn="1"/>
        </p:nvSpPr>
        <p:spPr>
          <a:xfrm>
            <a:off x="1326733" y="1877033"/>
            <a:ext cx="2622150" cy="3103935"/>
          </a:xfrm>
          <a:prstGeom prst="diamond">
            <a:avLst/>
          </a:prstGeom>
          <a:solidFill>
            <a:schemeClr val="accent2">
              <a:lumMod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0" name="表格 69"/>
          <p:cNvGraphicFramePr>
            <a:graphicFrameLocks noGrp="1"/>
          </p:cNvGraphicFramePr>
          <p:nvPr userDrawn="1"/>
        </p:nvGraphicFramePr>
        <p:xfrm>
          <a:off x="596900" y="4679487"/>
          <a:ext cx="4365624" cy="873588"/>
        </p:xfrm>
        <a:graphic>
          <a:graphicData uri="http://schemas.openxmlformats.org/drawingml/2006/table">
            <a:tbl>
              <a:tblPr firstRow="1" bandRow="1">
                <a:tableStyleId>{5C22544A-7EE6-4342-B048-85BDC9FD1C3A}</a:tableStyleId>
              </a:tblPr>
              <a:tblGrid>
                <a:gridCol w="545703"/>
                <a:gridCol w="545703"/>
                <a:gridCol w="545703"/>
                <a:gridCol w="545703"/>
                <a:gridCol w="545703"/>
                <a:gridCol w="545703"/>
                <a:gridCol w="545703"/>
                <a:gridCol w="545703"/>
              </a:tblGrid>
              <a:tr h="436794">
                <a:tc>
                  <a:txBody>
                    <a:bodyPr/>
                    <a:lstStyle/>
                    <a:p>
                      <a:endParaRPr lang="zh-CN" altLang="en-US" dirty="0"/>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r>
              <a:tr h="436794">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c>
                  <a:txBody>
                    <a:bodyPr/>
                    <a:lstStyle/>
                    <a:p>
                      <a:endParaRPr lang="zh-CN" altLang="en-US" dirty="0"/>
                    </a:p>
                  </a:txBody>
                  <a:tcPr>
                    <a:lnL w="6350" cap="flat" cmpd="sng" algn="ctr">
                      <a:solidFill>
                        <a:schemeClr val="bg2">
                          <a:lumMod val="90000"/>
                        </a:schemeClr>
                      </a:solidFill>
                      <a:prstDash val="sysDashDot"/>
                      <a:round/>
                      <a:headEnd type="none" w="med" len="med"/>
                      <a:tailEnd type="none" w="med" len="med"/>
                    </a:lnL>
                    <a:lnR w="6350" cap="flat" cmpd="sng" algn="ctr">
                      <a:solidFill>
                        <a:schemeClr val="bg2">
                          <a:lumMod val="90000"/>
                        </a:schemeClr>
                      </a:solidFill>
                      <a:prstDash val="sysDashDot"/>
                      <a:round/>
                      <a:headEnd type="none" w="med" len="med"/>
                      <a:tailEnd type="none" w="med" len="med"/>
                    </a:lnR>
                    <a:lnT w="6350" cap="flat" cmpd="sng" algn="ctr">
                      <a:solidFill>
                        <a:schemeClr val="bg2">
                          <a:lumMod val="90000"/>
                        </a:schemeClr>
                      </a:solidFill>
                      <a:prstDash val="sysDashDot"/>
                      <a:round/>
                      <a:headEnd type="none" w="med" len="med"/>
                      <a:tailEnd type="none" w="med" len="med"/>
                    </a:lnT>
                    <a:lnB w="6350" cap="flat" cmpd="sng" algn="ctr">
                      <a:solidFill>
                        <a:schemeClr val="bg2">
                          <a:lumMod val="90000"/>
                        </a:schemeClr>
                      </a:solidFill>
                      <a:prstDash val="sysDashDot"/>
                      <a:round/>
                      <a:headEnd type="none" w="med" len="med"/>
                      <a:tailEnd type="none" w="med" len="med"/>
                    </a:lnB>
                    <a:lnTlToBr w="6350" cap="flat" cmpd="sng" algn="ctr">
                      <a:solidFill>
                        <a:schemeClr val="bg2">
                          <a:lumMod val="90000"/>
                        </a:schemeClr>
                      </a:solidFill>
                      <a:prstDash val="sysDashDot"/>
                      <a:round/>
                      <a:headEnd type="none" w="med" len="med"/>
                      <a:tailEnd type="none" w="med" len="med"/>
                    </a:lnTlToBr>
                    <a:lnBlToTr w="6350" cap="flat" cmpd="sng" algn="ctr">
                      <a:solidFill>
                        <a:schemeClr val="bg2">
                          <a:lumMod val="90000"/>
                        </a:schemeClr>
                      </a:solidFill>
                      <a:prstDash val="sysDashDot"/>
                      <a:round/>
                      <a:headEnd type="none" w="med" len="med"/>
                      <a:tailEnd type="none" w="med" len="med"/>
                    </a:lnBlToTr>
                    <a:noFill/>
                  </a:tcPr>
                </a:tc>
              </a:tr>
            </a:tbl>
          </a:graphicData>
        </a:graphic>
      </p:graphicFrame>
      <p:grpSp>
        <p:nvGrpSpPr>
          <p:cNvPr id="4" name="组合 3"/>
          <p:cNvGrpSpPr/>
          <p:nvPr userDrawn="1"/>
        </p:nvGrpSpPr>
        <p:grpSpPr>
          <a:xfrm>
            <a:off x="1222944" y="4836572"/>
            <a:ext cx="3042100" cy="559418"/>
            <a:chOff x="1222944" y="4836572"/>
            <a:chExt cx="3042100" cy="559418"/>
          </a:xfrm>
        </p:grpSpPr>
        <p:sp>
          <p:nvSpPr>
            <p:cNvPr id="99" name="Freeform 6"/>
            <p:cNvSpPr/>
            <p:nvPr userDrawn="1"/>
          </p:nvSpPr>
          <p:spPr bwMode="auto">
            <a:xfrm>
              <a:off x="2079947" y="4854448"/>
              <a:ext cx="534181" cy="115669"/>
            </a:xfrm>
            <a:custGeom>
              <a:avLst/>
              <a:gdLst>
                <a:gd name="T0" fmla="*/ 98 w 214"/>
                <a:gd name="T1" fmla="*/ 0 h 46"/>
                <a:gd name="T2" fmla="*/ 108 w 214"/>
                <a:gd name="T3" fmla="*/ 3 h 46"/>
                <a:gd name="T4" fmla="*/ 127 w 214"/>
                <a:gd name="T5" fmla="*/ 17 h 46"/>
                <a:gd name="T6" fmla="*/ 137 w 214"/>
                <a:gd name="T7" fmla="*/ 19 h 46"/>
                <a:gd name="T8" fmla="*/ 139 w 214"/>
                <a:gd name="T9" fmla="*/ 19 h 46"/>
                <a:gd name="T10" fmla="*/ 162 w 214"/>
                <a:gd name="T11" fmla="*/ 19 h 46"/>
                <a:gd name="T12" fmla="*/ 176 w 214"/>
                <a:gd name="T13" fmla="*/ 19 h 46"/>
                <a:gd name="T14" fmla="*/ 188 w 214"/>
                <a:gd name="T15" fmla="*/ 19 h 46"/>
                <a:gd name="T16" fmla="*/ 202 w 214"/>
                <a:gd name="T17" fmla="*/ 18 h 46"/>
                <a:gd name="T18" fmla="*/ 210 w 214"/>
                <a:gd name="T19" fmla="*/ 31 h 46"/>
                <a:gd name="T20" fmla="*/ 200 w 214"/>
                <a:gd name="T21" fmla="*/ 34 h 46"/>
                <a:gd name="T22" fmla="*/ 193 w 214"/>
                <a:gd name="T23" fmla="*/ 35 h 46"/>
                <a:gd name="T24" fmla="*/ 183 w 214"/>
                <a:gd name="T25" fmla="*/ 35 h 46"/>
                <a:gd name="T26" fmla="*/ 165 w 214"/>
                <a:gd name="T27" fmla="*/ 36 h 46"/>
                <a:gd name="T28" fmla="*/ 129 w 214"/>
                <a:gd name="T29" fmla="*/ 36 h 46"/>
                <a:gd name="T30" fmla="*/ 121 w 214"/>
                <a:gd name="T31" fmla="*/ 36 h 46"/>
                <a:gd name="T32" fmla="*/ 118 w 214"/>
                <a:gd name="T33" fmla="*/ 38 h 46"/>
                <a:gd name="T34" fmla="*/ 114 w 214"/>
                <a:gd name="T35" fmla="*/ 38 h 46"/>
                <a:gd name="T36" fmla="*/ 94 w 214"/>
                <a:gd name="T37" fmla="*/ 36 h 46"/>
                <a:gd name="T38" fmla="*/ 80 w 214"/>
                <a:gd name="T39" fmla="*/ 36 h 46"/>
                <a:gd name="T40" fmla="*/ 71 w 214"/>
                <a:gd name="T41" fmla="*/ 37 h 46"/>
                <a:gd name="T42" fmla="*/ 41 w 214"/>
                <a:gd name="T43" fmla="*/ 39 h 46"/>
                <a:gd name="T44" fmla="*/ 34 w 214"/>
                <a:gd name="T45" fmla="*/ 39 h 46"/>
                <a:gd name="T46" fmla="*/ 3 w 214"/>
                <a:gd name="T47" fmla="*/ 39 h 46"/>
                <a:gd name="T48" fmla="*/ 0 w 214"/>
                <a:gd name="T49" fmla="*/ 30 h 46"/>
                <a:gd name="T50" fmla="*/ 5 w 214"/>
                <a:gd name="T51" fmla="*/ 25 h 46"/>
                <a:gd name="T52" fmla="*/ 17 w 214"/>
                <a:gd name="T53" fmla="*/ 23 h 46"/>
                <a:gd name="T54" fmla="*/ 46 w 214"/>
                <a:gd name="T55" fmla="*/ 25 h 46"/>
                <a:gd name="T56" fmla="*/ 61 w 214"/>
                <a:gd name="T57" fmla="*/ 23 h 46"/>
                <a:gd name="T58" fmla="*/ 74 w 214"/>
                <a:gd name="T59" fmla="*/ 21 h 46"/>
                <a:gd name="T60" fmla="*/ 84 w 214"/>
                <a:gd name="T61" fmla="*/ 20 h 46"/>
                <a:gd name="T62" fmla="*/ 88 w 214"/>
                <a:gd name="T63" fmla="*/ 19 h 46"/>
                <a:gd name="T64" fmla="*/ 88 w 214"/>
                <a:gd name="T65" fmla="*/ 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4" h="46">
                  <a:moveTo>
                    <a:pt x="93" y="0"/>
                  </a:moveTo>
                  <a:cubicBezTo>
                    <a:pt x="94" y="1"/>
                    <a:pt x="96" y="0"/>
                    <a:pt x="98" y="0"/>
                  </a:cubicBezTo>
                  <a:cubicBezTo>
                    <a:pt x="101" y="1"/>
                    <a:pt x="101" y="2"/>
                    <a:pt x="104" y="3"/>
                  </a:cubicBezTo>
                  <a:cubicBezTo>
                    <a:pt x="105" y="1"/>
                    <a:pt x="108" y="4"/>
                    <a:pt x="108" y="3"/>
                  </a:cubicBezTo>
                  <a:cubicBezTo>
                    <a:pt x="113" y="5"/>
                    <a:pt x="118" y="8"/>
                    <a:pt x="122" y="11"/>
                  </a:cubicBezTo>
                  <a:cubicBezTo>
                    <a:pt x="124" y="12"/>
                    <a:pt x="125" y="16"/>
                    <a:pt x="127" y="17"/>
                  </a:cubicBezTo>
                  <a:cubicBezTo>
                    <a:pt x="129" y="18"/>
                    <a:pt x="133" y="18"/>
                    <a:pt x="135" y="20"/>
                  </a:cubicBezTo>
                  <a:cubicBezTo>
                    <a:pt x="135" y="20"/>
                    <a:pt x="136" y="19"/>
                    <a:pt x="137" y="19"/>
                  </a:cubicBezTo>
                  <a:cubicBezTo>
                    <a:pt x="137" y="19"/>
                    <a:pt x="137" y="19"/>
                    <a:pt x="137" y="20"/>
                  </a:cubicBezTo>
                  <a:cubicBezTo>
                    <a:pt x="138" y="19"/>
                    <a:pt x="138" y="19"/>
                    <a:pt x="139" y="19"/>
                  </a:cubicBezTo>
                  <a:cubicBezTo>
                    <a:pt x="139" y="18"/>
                    <a:pt x="146" y="21"/>
                    <a:pt x="148" y="19"/>
                  </a:cubicBezTo>
                  <a:cubicBezTo>
                    <a:pt x="151" y="21"/>
                    <a:pt x="156" y="18"/>
                    <a:pt x="162" y="19"/>
                  </a:cubicBezTo>
                  <a:cubicBezTo>
                    <a:pt x="164" y="20"/>
                    <a:pt x="171" y="20"/>
                    <a:pt x="174" y="18"/>
                  </a:cubicBezTo>
                  <a:cubicBezTo>
                    <a:pt x="175" y="19"/>
                    <a:pt x="176" y="19"/>
                    <a:pt x="176" y="19"/>
                  </a:cubicBezTo>
                  <a:cubicBezTo>
                    <a:pt x="177" y="19"/>
                    <a:pt x="180" y="18"/>
                    <a:pt x="182" y="19"/>
                  </a:cubicBezTo>
                  <a:cubicBezTo>
                    <a:pt x="182" y="20"/>
                    <a:pt x="186" y="19"/>
                    <a:pt x="188" y="19"/>
                  </a:cubicBezTo>
                  <a:cubicBezTo>
                    <a:pt x="190" y="19"/>
                    <a:pt x="192" y="18"/>
                    <a:pt x="195" y="18"/>
                  </a:cubicBezTo>
                  <a:cubicBezTo>
                    <a:pt x="196" y="18"/>
                    <a:pt x="201" y="19"/>
                    <a:pt x="202" y="18"/>
                  </a:cubicBezTo>
                  <a:cubicBezTo>
                    <a:pt x="206" y="20"/>
                    <a:pt x="212" y="21"/>
                    <a:pt x="214" y="23"/>
                  </a:cubicBezTo>
                  <a:cubicBezTo>
                    <a:pt x="214" y="26"/>
                    <a:pt x="213" y="30"/>
                    <a:pt x="210" y="31"/>
                  </a:cubicBezTo>
                  <a:cubicBezTo>
                    <a:pt x="209" y="32"/>
                    <a:pt x="206" y="31"/>
                    <a:pt x="205" y="31"/>
                  </a:cubicBezTo>
                  <a:cubicBezTo>
                    <a:pt x="204" y="32"/>
                    <a:pt x="202" y="34"/>
                    <a:pt x="200" y="34"/>
                  </a:cubicBezTo>
                  <a:cubicBezTo>
                    <a:pt x="198" y="35"/>
                    <a:pt x="195" y="34"/>
                    <a:pt x="194" y="36"/>
                  </a:cubicBezTo>
                  <a:cubicBezTo>
                    <a:pt x="194" y="36"/>
                    <a:pt x="193" y="35"/>
                    <a:pt x="193" y="35"/>
                  </a:cubicBezTo>
                  <a:cubicBezTo>
                    <a:pt x="192" y="35"/>
                    <a:pt x="184" y="35"/>
                    <a:pt x="184" y="35"/>
                  </a:cubicBezTo>
                  <a:cubicBezTo>
                    <a:pt x="183" y="35"/>
                    <a:pt x="183" y="35"/>
                    <a:pt x="183" y="35"/>
                  </a:cubicBezTo>
                  <a:cubicBezTo>
                    <a:pt x="183" y="35"/>
                    <a:pt x="171" y="36"/>
                    <a:pt x="169" y="35"/>
                  </a:cubicBezTo>
                  <a:cubicBezTo>
                    <a:pt x="167" y="35"/>
                    <a:pt x="166" y="35"/>
                    <a:pt x="165" y="36"/>
                  </a:cubicBezTo>
                  <a:cubicBezTo>
                    <a:pt x="159" y="33"/>
                    <a:pt x="147" y="34"/>
                    <a:pt x="141" y="36"/>
                  </a:cubicBezTo>
                  <a:cubicBezTo>
                    <a:pt x="138" y="36"/>
                    <a:pt x="129" y="36"/>
                    <a:pt x="129" y="36"/>
                  </a:cubicBezTo>
                  <a:cubicBezTo>
                    <a:pt x="129" y="36"/>
                    <a:pt x="128" y="37"/>
                    <a:pt x="128" y="37"/>
                  </a:cubicBezTo>
                  <a:cubicBezTo>
                    <a:pt x="125" y="36"/>
                    <a:pt x="123" y="36"/>
                    <a:pt x="121" y="36"/>
                  </a:cubicBezTo>
                  <a:cubicBezTo>
                    <a:pt x="119" y="36"/>
                    <a:pt x="119" y="37"/>
                    <a:pt x="118" y="38"/>
                  </a:cubicBezTo>
                  <a:cubicBezTo>
                    <a:pt x="118" y="38"/>
                    <a:pt x="118" y="38"/>
                    <a:pt x="118" y="38"/>
                  </a:cubicBezTo>
                  <a:cubicBezTo>
                    <a:pt x="117" y="37"/>
                    <a:pt x="116" y="37"/>
                    <a:pt x="115" y="37"/>
                  </a:cubicBezTo>
                  <a:cubicBezTo>
                    <a:pt x="115" y="38"/>
                    <a:pt x="114" y="38"/>
                    <a:pt x="114" y="38"/>
                  </a:cubicBezTo>
                  <a:cubicBezTo>
                    <a:pt x="112" y="38"/>
                    <a:pt x="109" y="37"/>
                    <a:pt x="107" y="36"/>
                  </a:cubicBezTo>
                  <a:cubicBezTo>
                    <a:pt x="104" y="37"/>
                    <a:pt x="98" y="37"/>
                    <a:pt x="94" y="36"/>
                  </a:cubicBezTo>
                  <a:cubicBezTo>
                    <a:pt x="93" y="36"/>
                    <a:pt x="87" y="37"/>
                    <a:pt x="86" y="38"/>
                  </a:cubicBezTo>
                  <a:cubicBezTo>
                    <a:pt x="85" y="38"/>
                    <a:pt x="81" y="37"/>
                    <a:pt x="80" y="36"/>
                  </a:cubicBezTo>
                  <a:cubicBezTo>
                    <a:pt x="78" y="37"/>
                    <a:pt x="77" y="37"/>
                    <a:pt x="75" y="38"/>
                  </a:cubicBezTo>
                  <a:cubicBezTo>
                    <a:pt x="73" y="38"/>
                    <a:pt x="72" y="37"/>
                    <a:pt x="71" y="37"/>
                  </a:cubicBezTo>
                  <a:cubicBezTo>
                    <a:pt x="66" y="39"/>
                    <a:pt x="55" y="36"/>
                    <a:pt x="51" y="39"/>
                  </a:cubicBezTo>
                  <a:cubicBezTo>
                    <a:pt x="49" y="40"/>
                    <a:pt x="44" y="38"/>
                    <a:pt x="41" y="39"/>
                  </a:cubicBezTo>
                  <a:cubicBezTo>
                    <a:pt x="40" y="39"/>
                    <a:pt x="38" y="39"/>
                    <a:pt x="36" y="40"/>
                  </a:cubicBezTo>
                  <a:cubicBezTo>
                    <a:pt x="36" y="40"/>
                    <a:pt x="35" y="39"/>
                    <a:pt x="34" y="39"/>
                  </a:cubicBezTo>
                  <a:cubicBezTo>
                    <a:pt x="30" y="41"/>
                    <a:pt x="20" y="42"/>
                    <a:pt x="18" y="46"/>
                  </a:cubicBezTo>
                  <a:cubicBezTo>
                    <a:pt x="14" y="45"/>
                    <a:pt x="6" y="43"/>
                    <a:pt x="3" y="39"/>
                  </a:cubicBezTo>
                  <a:cubicBezTo>
                    <a:pt x="2" y="38"/>
                    <a:pt x="3" y="35"/>
                    <a:pt x="2" y="34"/>
                  </a:cubicBezTo>
                  <a:cubicBezTo>
                    <a:pt x="1" y="32"/>
                    <a:pt x="0" y="33"/>
                    <a:pt x="0" y="30"/>
                  </a:cubicBezTo>
                  <a:cubicBezTo>
                    <a:pt x="1" y="28"/>
                    <a:pt x="2" y="27"/>
                    <a:pt x="3" y="25"/>
                  </a:cubicBezTo>
                  <a:cubicBezTo>
                    <a:pt x="4" y="25"/>
                    <a:pt x="4" y="26"/>
                    <a:pt x="5" y="25"/>
                  </a:cubicBezTo>
                  <a:cubicBezTo>
                    <a:pt x="8" y="25"/>
                    <a:pt x="10" y="24"/>
                    <a:pt x="13" y="23"/>
                  </a:cubicBezTo>
                  <a:cubicBezTo>
                    <a:pt x="14" y="23"/>
                    <a:pt x="16" y="24"/>
                    <a:pt x="17" y="23"/>
                  </a:cubicBezTo>
                  <a:cubicBezTo>
                    <a:pt x="23" y="23"/>
                    <a:pt x="28" y="23"/>
                    <a:pt x="34" y="23"/>
                  </a:cubicBezTo>
                  <a:cubicBezTo>
                    <a:pt x="35" y="23"/>
                    <a:pt x="43" y="26"/>
                    <a:pt x="46" y="25"/>
                  </a:cubicBezTo>
                  <a:cubicBezTo>
                    <a:pt x="48" y="24"/>
                    <a:pt x="52" y="23"/>
                    <a:pt x="52" y="23"/>
                  </a:cubicBezTo>
                  <a:cubicBezTo>
                    <a:pt x="53" y="23"/>
                    <a:pt x="59" y="23"/>
                    <a:pt x="61" y="23"/>
                  </a:cubicBezTo>
                  <a:cubicBezTo>
                    <a:pt x="63" y="22"/>
                    <a:pt x="68" y="23"/>
                    <a:pt x="70" y="23"/>
                  </a:cubicBezTo>
                  <a:cubicBezTo>
                    <a:pt x="71" y="22"/>
                    <a:pt x="73" y="21"/>
                    <a:pt x="74" y="21"/>
                  </a:cubicBezTo>
                  <a:cubicBezTo>
                    <a:pt x="77" y="21"/>
                    <a:pt x="79" y="21"/>
                    <a:pt x="82" y="21"/>
                  </a:cubicBezTo>
                  <a:cubicBezTo>
                    <a:pt x="83" y="21"/>
                    <a:pt x="83" y="21"/>
                    <a:pt x="84" y="20"/>
                  </a:cubicBezTo>
                  <a:cubicBezTo>
                    <a:pt x="85" y="21"/>
                    <a:pt x="84" y="21"/>
                    <a:pt x="86" y="21"/>
                  </a:cubicBezTo>
                  <a:cubicBezTo>
                    <a:pt x="86" y="21"/>
                    <a:pt x="87" y="20"/>
                    <a:pt x="88" y="19"/>
                  </a:cubicBezTo>
                  <a:cubicBezTo>
                    <a:pt x="88" y="18"/>
                    <a:pt x="89" y="17"/>
                    <a:pt x="89" y="16"/>
                  </a:cubicBezTo>
                  <a:cubicBezTo>
                    <a:pt x="86" y="13"/>
                    <a:pt x="90" y="5"/>
                    <a:pt x="88" y="4"/>
                  </a:cubicBezTo>
                  <a:cubicBezTo>
                    <a:pt x="89" y="2"/>
                    <a:pt x="91" y="1"/>
                    <a:pt x="93" y="0"/>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0" name="Freeform 7"/>
            <p:cNvSpPr>
              <a:spLocks noEditPoints="1"/>
            </p:cNvSpPr>
            <p:nvPr userDrawn="1"/>
          </p:nvSpPr>
          <p:spPr bwMode="auto">
            <a:xfrm>
              <a:off x="2029473" y="4961705"/>
              <a:ext cx="679294" cy="432182"/>
            </a:xfrm>
            <a:custGeom>
              <a:avLst/>
              <a:gdLst>
                <a:gd name="T0" fmla="*/ 257 w 272"/>
                <a:gd name="T1" fmla="*/ 115 h 172"/>
                <a:gd name="T2" fmla="*/ 219 w 272"/>
                <a:gd name="T3" fmla="*/ 115 h 172"/>
                <a:gd name="T4" fmla="*/ 187 w 272"/>
                <a:gd name="T5" fmla="*/ 113 h 172"/>
                <a:gd name="T6" fmla="*/ 171 w 272"/>
                <a:gd name="T7" fmla="*/ 112 h 172"/>
                <a:gd name="T8" fmla="*/ 125 w 272"/>
                <a:gd name="T9" fmla="*/ 112 h 172"/>
                <a:gd name="T10" fmla="*/ 139 w 272"/>
                <a:gd name="T11" fmla="*/ 100 h 172"/>
                <a:gd name="T12" fmla="*/ 162 w 272"/>
                <a:gd name="T13" fmla="*/ 101 h 172"/>
                <a:gd name="T14" fmla="*/ 183 w 272"/>
                <a:gd name="T15" fmla="*/ 101 h 172"/>
                <a:gd name="T16" fmla="*/ 185 w 272"/>
                <a:gd name="T17" fmla="*/ 58 h 172"/>
                <a:gd name="T18" fmla="*/ 186 w 272"/>
                <a:gd name="T19" fmla="*/ 32 h 172"/>
                <a:gd name="T20" fmla="*/ 194 w 272"/>
                <a:gd name="T21" fmla="*/ 0 h 172"/>
                <a:gd name="T22" fmla="*/ 168 w 272"/>
                <a:gd name="T23" fmla="*/ 1 h 172"/>
                <a:gd name="T24" fmla="*/ 143 w 272"/>
                <a:gd name="T25" fmla="*/ 3 h 172"/>
                <a:gd name="T26" fmla="*/ 114 w 272"/>
                <a:gd name="T27" fmla="*/ 4 h 172"/>
                <a:gd name="T28" fmla="*/ 95 w 272"/>
                <a:gd name="T29" fmla="*/ 2 h 172"/>
                <a:gd name="T30" fmla="*/ 63 w 272"/>
                <a:gd name="T31" fmla="*/ 5 h 172"/>
                <a:gd name="T32" fmla="*/ 62 w 272"/>
                <a:gd name="T33" fmla="*/ 22 h 172"/>
                <a:gd name="T34" fmla="*/ 67 w 272"/>
                <a:gd name="T35" fmla="*/ 50 h 172"/>
                <a:gd name="T36" fmla="*/ 66 w 272"/>
                <a:gd name="T37" fmla="*/ 63 h 172"/>
                <a:gd name="T38" fmla="*/ 67 w 272"/>
                <a:gd name="T39" fmla="*/ 82 h 172"/>
                <a:gd name="T40" fmla="*/ 62 w 272"/>
                <a:gd name="T41" fmla="*/ 106 h 172"/>
                <a:gd name="T42" fmla="*/ 75 w 272"/>
                <a:gd name="T43" fmla="*/ 101 h 172"/>
                <a:gd name="T44" fmla="*/ 109 w 272"/>
                <a:gd name="T45" fmla="*/ 102 h 172"/>
                <a:gd name="T46" fmla="*/ 99 w 272"/>
                <a:gd name="T47" fmla="*/ 112 h 172"/>
                <a:gd name="T48" fmla="*/ 71 w 272"/>
                <a:gd name="T49" fmla="*/ 116 h 172"/>
                <a:gd name="T50" fmla="*/ 43 w 272"/>
                <a:gd name="T51" fmla="*/ 120 h 172"/>
                <a:gd name="T52" fmla="*/ 23 w 272"/>
                <a:gd name="T53" fmla="*/ 122 h 172"/>
                <a:gd name="T54" fmla="*/ 4 w 272"/>
                <a:gd name="T55" fmla="*/ 129 h 172"/>
                <a:gd name="T56" fmla="*/ 28 w 272"/>
                <a:gd name="T57" fmla="*/ 143 h 172"/>
                <a:gd name="T58" fmla="*/ 42 w 272"/>
                <a:gd name="T59" fmla="*/ 138 h 172"/>
                <a:gd name="T60" fmla="*/ 62 w 272"/>
                <a:gd name="T61" fmla="*/ 133 h 172"/>
                <a:gd name="T62" fmla="*/ 93 w 272"/>
                <a:gd name="T63" fmla="*/ 127 h 172"/>
                <a:gd name="T64" fmla="*/ 92 w 272"/>
                <a:gd name="T65" fmla="*/ 141 h 172"/>
                <a:gd name="T66" fmla="*/ 86 w 272"/>
                <a:gd name="T67" fmla="*/ 156 h 172"/>
                <a:gd name="T68" fmla="*/ 100 w 272"/>
                <a:gd name="T69" fmla="*/ 153 h 172"/>
                <a:gd name="T70" fmla="*/ 119 w 272"/>
                <a:gd name="T71" fmla="*/ 126 h 172"/>
                <a:gd name="T72" fmla="*/ 138 w 272"/>
                <a:gd name="T73" fmla="*/ 130 h 172"/>
                <a:gd name="T74" fmla="*/ 150 w 272"/>
                <a:gd name="T75" fmla="*/ 150 h 172"/>
                <a:gd name="T76" fmla="*/ 170 w 272"/>
                <a:gd name="T77" fmla="*/ 159 h 172"/>
                <a:gd name="T78" fmla="*/ 172 w 272"/>
                <a:gd name="T79" fmla="*/ 128 h 172"/>
                <a:gd name="T80" fmla="*/ 209 w 272"/>
                <a:gd name="T81" fmla="*/ 134 h 172"/>
                <a:gd name="T82" fmla="*/ 229 w 272"/>
                <a:gd name="T83" fmla="*/ 144 h 172"/>
                <a:gd name="T84" fmla="*/ 238 w 272"/>
                <a:gd name="T85" fmla="*/ 146 h 172"/>
                <a:gd name="T86" fmla="*/ 266 w 272"/>
                <a:gd name="T87" fmla="*/ 140 h 172"/>
                <a:gd name="T88" fmla="*/ 170 w 272"/>
                <a:gd name="T89" fmla="*/ 55 h 172"/>
                <a:gd name="T90" fmla="*/ 139 w 272"/>
                <a:gd name="T91" fmla="*/ 55 h 172"/>
                <a:gd name="T92" fmla="*/ 107 w 272"/>
                <a:gd name="T93" fmla="*/ 58 h 172"/>
                <a:gd name="T94" fmla="*/ 87 w 272"/>
                <a:gd name="T95" fmla="*/ 60 h 172"/>
                <a:gd name="T96" fmla="*/ 104 w 272"/>
                <a:gd name="T97" fmla="*/ 48 h 172"/>
                <a:gd name="T98" fmla="*/ 135 w 272"/>
                <a:gd name="T99" fmla="*/ 45 h 172"/>
                <a:gd name="T100" fmla="*/ 166 w 272"/>
                <a:gd name="T101" fmla="*/ 44 h 172"/>
                <a:gd name="T102" fmla="*/ 94 w 272"/>
                <a:gd name="T103" fmla="*/ 23 h 172"/>
                <a:gd name="T104" fmla="*/ 135 w 272"/>
                <a:gd name="T105" fmla="*/ 20 h 172"/>
                <a:gd name="T106" fmla="*/ 174 w 272"/>
                <a:gd name="T107" fmla="*/ 19 h 172"/>
                <a:gd name="T108" fmla="*/ 102 w 272"/>
                <a:gd name="T109" fmla="*/ 32 h 172"/>
                <a:gd name="T110" fmla="*/ 94 w 272"/>
                <a:gd name="T111" fmla="*/ 23 h 172"/>
                <a:gd name="T112" fmla="*/ 95 w 272"/>
                <a:gd name="T113" fmla="*/ 85 h 172"/>
                <a:gd name="T114" fmla="*/ 82 w 272"/>
                <a:gd name="T115" fmla="*/ 82 h 172"/>
                <a:gd name="T116" fmla="*/ 106 w 272"/>
                <a:gd name="T117" fmla="*/ 75 h 172"/>
                <a:gd name="T118" fmla="*/ 149 w 272"/>
                <a:gd name="T119" fmla="*/ 71 h 172"/>
                <a:gd name="T120" fmla="*/ 170 w 272"/>
                <a:gd name="T121" fmla="*/ 81 h 172"/>
                <a:gd name="T122" fmla="*/ 133 w 272"/>
                <a:gd name="T123" fmla="*/ 8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2" h="172">
                  <a:moveTo>
                    <a:pt x="270" y="130"/>
                  </a:moveTo>
                  <a:cubicBezTo>
                    <a:pt x="272" y="123"/>
                    <a:pt x="264" y="119"/>
                    <a:pt x="266" y="115"/>
                  </a:cubicBezTo>
                  <a:cubicBezTo>
                    <a:pt x="265" y="114"/>
                    <a:pt x="264" y="112"/>
                    <a:pt x="262" y="112"/>
                  </a:cubicBezTo>
                  <a:cubicBezTo>
                    <a:pt x="261" y="112"/>
                    <a:pt x="258" y="115"/>
                    <a:pt x="257" y="115"/>
                  </a:cubicBezTo>
                  <a:cubicBezTo>
                    <a:pt x="255" y="116"/>
                    <a:pt x="241" y="114"/>
                    <a:pt x="239" y="113"/>
                  </a:cubicBezTo>
                  <a:cubicBezTo>
                    <a:pt x="237" y="113"/>
                    <a:pt x="237" y="115"/>
                    <a:pt x="235" y="115"/>
                  </a:cubicBezTo>
                  <a:cubicBezTo>
                    <a:pt x="234" y="116"/>
                    <a:pt x="231" y="115"/>
                    <a:pt x="231" y="115"/>
                  </a:cubicBezTo>
                  <a:cubicBezTo>
                    <a:pt x="230" y="114"/>
                    <a:pt x="220" y="116"/>
                    <a:pt x="219" y="115"/>
                  </a:cubicBezTo>
                  <a:cubicBezTo>
                    <a:pt x="218" y="115"/>
                    <a:pt x="218" y="114"/>
                    <a:pt x="217" y="114"/>
                  </a:cubicBezTo>
                  <a:cubicBezTo>
                    <a:pt x="213" y="117"/>
                    <a:pt x="206" y="114"/>
                    <a:pt x="202" y="113"/>
                  </a:cubicBezTo>
                  <a:cubicBezTo>
                    <a:pt x="200" y="114"/>
                    <a:pt x="193" y="113"/>
                    <a:pt x="193" y="113"/>
                  </a:cubicBezTo>
                  <a:cubicBezTo>
                    <a:pt x="191" y="113"/>
                    <a:pt x="189" y="113"/>
                    <a:pt x="187" y="113"/>
                  </a:cubicBezTo>
                  <a:cubicBezTo>
                    <a:pt x="186" y="113"/>
                    <a:pt x="186" y="112"/>
                    <a:pt x="185" y="112"/>
                  </a:cubicBezTo>
                  <a:cubicBezTo>
                    <a:pt x="184" y="114"/>
                    <a:pt x="183" y="112"/>
                    <a:pt x="181" y="113"/>
                  </a:cubicBezTo>
                  <a:cubicBezTo>
                    <a:pt x="180" y="113"/>
                    <a:pt x="179" y="113"/>
                    <a:pt x="179" y="113"/>
                  </a:cubicBezTo>
                  <a:cubicBezTo>
                    <a:pt x="176" y="112"/>
                    <a:pt x="175" y="113"/>
                    <a:pt x="171" y="112"/>
                  </a:cubicBezTo>
                  <a:cubicBezTo>
                    <a:pt x="169" y="112"/>
                    <a:pt x="166" y="112"/>
                    <a:pt x="164" y="112"/>
                  </a:cubicBezTo>
                  <a:cubicBezTo>
                    <a:pt x="164" y="112"/>
                    <a:pt x="155" y="110"/>
                    <a:pt x="154" y="110"/>
                  </a:cubicBezTo>
                  <a:cubicBezTo>
                    <a:pt x="153" y="111"/>
                    <a:pt x="153" y="112"/>
                    <a:pt x="151" y="111"/>
                  </a:cubicBezTo>
                  <a:cubicBezTo>
                    <a:pt x="144" y="109"/>
                    <a:pt x="131" y="110"/>
                    <a:pt x="125" y="112"/>
                  </a:cubicBezTo>
                  <a:cubicBezTo>
                    <a:pt x="125" y="112"/>
                    <a:pt x="124" y="111"/>
                    <a:pt x="124" y="111"/>
                  </a:cubicBezTo>
                  <a:cubicBezTo>
                    <a:pt x="124" y="108"/>
                    <a:pt x="125" y="101"/>
                    <a:pt x="129" y="100"/>
                  </a:cubicBezTo>
                  <a:cubicBezTo>
                    <a:pt x="132" y="99"/>
                    <a:pt x="132" y="100"/>
                    <a:pt x="135" y="101"/>
                  </a:cubicBezTo>
                  <a:cubicBezTo>
                    <a:pt x="137" y="101"/>
                    <a:pt x="138" y="100"/>
                    <a:pt x="139" y="100"/>
                  </a:cubicBezTo>
                  <a:cubicBezTo>
                    <a:pt x="140" y="100"/>
                    <a:pt x="140" y="100"/>
                    <a:pt x="141" y="100"/>
                  </a:cubicBezTo>
                  <a:cubicBezTo>
                    <a:pt x="141" y="100"/>
                    <a:pt x="142" y="100"/>
                    <a:pt x="142" y="100"/>
                  </a:cubicBezTo>
                  <a:cubicBezTo>
                    <a:pt x="147" y="101"/>
                    <a:pt x="147" y="101"/>
                    <a:pt x="147" y="101"/>
                  </a:cubicBezTo>
                  <a:cubicBezTo>
                    <a:pt x="149" y="101"/>
                    <a:pt x="161" y="101"/>
                    <a:pt x="162" y="101"/>
                  </a:cubicBezTo>
                  <a:cubicBezTo>
                    <a:pt x="165" y="101"/>
                    <a:pt x="168" y="101"/>
                    <a:pt x="170" y="101"/>
                  </a:cubicBezTo>
                  <a:cubicBezTo>
                    <a:pt x="173" y="103"/>
                    <a:pt x="174" y="105"/>
                    <a:pt x="175" y="106"/>
                  </a:cubicBezTo>
                  <a:cubicBezTo>
                    <a:pt x="175" y="106"/>
                    <a:pt x="176" y="106"/>
                    <a:pt x="177" y="106"/>
                  </a:cubicBezTo>
                  <a:cubicBezTo>
                    <a:pt x="179" y="104"/>
                    <a:pt x="181" y="102"/>
                    <a:pt x="183" y="101"/>
                  </a:cubicBezTo>
                  <a:cubicBezTo>
                    <a:pt x="185" y="99"/>
                    <a:pt x="186" y="91"/>
                    <a:pt x="185" y="87"/>
                  </a:cubicBezTo>
                  <a:cubicBezTo>
                    <a:pt x="185" y="86"/>
                    <a:pt x="181" y="84"/>
                    <a:pt x="183" y="81"/>
                  </a:cubicBezTo>
                  <a:cubicBezTo>
                    <a:pt x="183" y="80"/>
                    <a:pt x="183" y="75"/>
                    <a:pt x="183" y="75"/>
                  </a:cubicBezTo>
                  <a:cubicBezTo>
                    <a:pt x="185" y="72"/>
                    <a:pt x="186" y="61"/>
                    <a:pt x="185" y="58"/>
                  </a:cubicBezTo>
                  <a:cubicBezTo>
                    <a:pt x="185" y="57"/>
                    <a:pt x="184" y="56"/>
                    <a:pt x="184" y="55"/>
                  </a:cubicBezTo>
                  <a:cubicBezTo>
                    <a:pt x="184" y="55"/>
                    <a:pt x="184" y="50"/>
                    <a:pt x="184" y="49"/>
                  </a:cubicBezTo>
                  <a:cubicBezTo>
                    <a:pt x="185" y="47"/>
                    <a:pt x="186" y="44"/>
                    <a:pt x="186" y="41"/>
                  </a:cubicBezTo>
                  <a:cubicBezTo>
                    <a:pt x="187" y="37"/>
                    <a:pt x="185" y="36"/>
                    <a:pt x="186" y="32"/>
                  </a:cubicBezTo>
                  <a:cubicBezTo>
                    <a:pt x="187" y="32"/>
                    <a:pt x="186" y="31"/>
                    <a:pt x="187" y="31"/>
                  </a:cubicBezTo>
                  <a:cubicBezTo>
                    <a:pt x="187" y="28"/>
                    <a:pt x="189" y="27"/>
                    <a:pt x="191" y="25"/>
                  </a:cubicBezTo>
                  <a:cubicBezTo>
                    <a:pt x="194" y="21"/>
                    <a:pt x="198" y="15"/>
                    <a:pt x="199" y="9"/>
                  </a:cubicBezTo>
                  <a:cubicBezTo>
                    <a:pt x="197" y="6"/>
                    <a:pt x="197" y="2"/>
                    <a:pt x="194" y="0"/>
                  </a:cubicBezTo>
                  <a:cubicBezTo>
                    <a:pt x="193" y="0"/>
                    <a:pt x="192" y="0"/>
                    <a:pt x="191" y="0"/>
                  </a:cubicBezTo>
                  <a:cubicBezTo>
                    <a:pt x="190" y="2"/>
                    <a:pt x="188" y="1"/>
                    <a:pt x="187" y="1"/>
                  </a:cubicBezTo>
                  <a:cubicBezTo>
                    <a:pt x="184" y="4"/>
                    <a:pt x="180" y="4"/>
                    <a:pt x="176" y="3"/>
                  </a:cubicBezTo>
                  <a:cubicBezTo>
                    <a:pt x="174" y="5"/>
                    <a:pt x="169" y="2"/>
                    <a:pt x="168" y="1"/>
                  </a:cubicBezTo>
                  <a:cubicBezTo>
                    <a:pt x="168" y="2"/>
                    <a:pt x="165" y="2"/>
                    <a:pt x="164" y="2"/>
                  </a:cubicBezTo>
                  <a:cubicBezTo>
                    <a:pt x="164" y="2"/>
                    <a:pt x="161" y="1"/>
                    <a:pt x="161" y="2"/>
                  </a:cubicBezTo>
                  <a:cubicBezTo>
                    <a:pt x="158" y="2"/>
                    <a:pt x="151" y="2"/>
                    <a:pt x="148" y="4"/>
                  </a:cubicBezTo>
                  <a:cubicBezTo>
                    <a:pt x="146" y="4"/>
                    <a:pt x="145" y="3"/>
                    <a:pt x="143" y="3"/>
                  </a:cubicBezTo>
                  <a:cubicBezTo>
                    <a:pt x="140" y="2"/>
                    <a:pt x="140" y="4"/>
                    <a:pt x="137" y="3"/>
                  </a:cubicBezTo>
                  <a:cubicBezTo>
                    <a:pt x="137" y="3"/>
                    <a:pt x="137" y="3"/>
                    <a:pt x="137" y="3"/>
                  </a:cubicBezTo>
                  <a:cubicBezTo>
                    <a:pt x="134" y="3"/>
                    <a:pt x="131" y="1"/>
                    <a:pt x="128" y="2"/>
                  </a:cubicBezTo>
                  <a:cubicBezTo>
                    <a:pt x="124" y="3"/>
                    <a:pt x="117" y="3"/>
                    <a:pt x="114" y="4"/>
                  </a:cubicBezTo>
                  <a:cubicBezTo>
                    <a:pt x="113" y="3"/>
                    <a:pt x="113" y="3"/>
                    <a:pt x="112" y="3"/>
                  </a:cubicBezTo>
                  <a:cubicBezTo>
                    <a:pt x="109" y="4"/>
                    <a:pt x="108" y="4"/>
                    <a:pt x="106" y="4"/>
                  </a:cubicBezTo>
                  <a:cubicBezTo>
                    <a:pt x="104" y="4"/>
                    <a:pt x="100" y="3"/>
                    <a:pt x="100" y="2"/>
                  </a:cubicBezTo>
                  <a:cubicBezTo>
                    <a:pt x="98" y="2"/>
                    <a:pt x="96" y="2"/>
                    <a:pt x="95" y="2"/>
                  </a:cubicBezTo>
                  <a:cubicBezTo>
                    <a:pt x="94" y="3"/>
                    <a:pt x="84" y="2"/>
                    <a:pt x="82" y="4"/>
                  </a:cubicBezTo>
                  <a:cubicBezTo>
                    <a:pt x="80" y="4"/>
                    <a:pt x="78" y="4"/>
                    <a:pt x="76" y="4"/>
                  </a:cubicBezTo>
                  <a:cubicBezTo>
                    <a:pt x="73" y="4"/>
                    <a:pt x="71" y="4"/>
                    <a:pt x="67" y="6"/>
                  </a:cubicBezTo>
                  <a:cubicBezTo>
                    <a:pt x="66" y="6"/>
                    <a:pt x="65" y="5"/>
                    <a:pt x="63" y="5"/>
                  </a:cubicBezTo>
                  <a:cubicBezTo>
                    <a:pt x="61" y="7"/>
                    <a:pt x="58" y="9"/>
                    <a:pt x="55" y="10"/>
                  </a:cubicBezTo>
                  <a:cubicBezTo>
                    <a:pt x="55" y="12"/>
                    <a:pt x="55" y="13"/>
                    <a:pt x="56" y="14"/>
                  </a:cubicBezTo>
                  <a:cubicBezTo>
                    <a:pt x="57" y="14"/>
                    <a:pt x="61" y="18"/>
                    <a:pt x="62" y="19"/>
                  </a:cubicBezTo>
                  <a:cubicBezTo>
                    <a:pt x="62" y="20"/>
                    <a:pt x="62" y="22"/>
                    <a:pt x="62" y="22"/>
                  </a:cubicBezTo>
                  <a:cubicBezTo>
                    <a:pt x="63" y="23"/>
                    <a:pt x="63" y="26"/>
                    <a:pt x="63" y="26"/>
                  </a:cubicBezTo>
                  <a:cubicBezTo>
                    <a:pt x="66" y="29"/>
                    <a:pt x="65" y="31"/>
                    <a:pt x="66" y="35"/>
                  </a:cubicBezTo>
                  <a:cubicBezTo>
                    <a:pt x="65" y="41"/>
                    <a:pt x="65" y="41"/>
                    <a:pt x="65" y="41"/>
                  </a:cubicBezTo>
                  <a:cubicBezTo>
                    <a:pt x="65" y="45"/>
                    <a:pt x="66" y="49"/>
                    <a:pt x="67" y="50"/>
                  </a:cubicBezTo>
                  <a:cubicBezTo>
                    <a:pt x="67" y="51"/>
                    <a:pt x="66" y="52"/>
                    <a:pt x="66" y="52"/>
                  </a:cubicBezTo>
                  <a:cubicBezTo>
                    <a:pt x="67" y="54"/>
                    <a:pt x="67" y="56"/>
                    <a:pt x="67" y="58"/>
                  </a:cubicBezTo>
                  <a:cubicBezTo>
                    <a:pt x="67" y="58"/>
                    <a:pt x="67" y="59"/>
                    <a:pt x="67" y="59"/>
                  </a:cubicBezTo>
                  <a:cubicBezTo>
                    <a:pt x="67" y="60"/>
                    <a:pt x="67" y="62"/>
                    <a:pt x="66" y="63"/>
                  </a:cubicBezTo>
                  <a:cubicBezTo>
                    <a:pt x="66" y="64"/>
                    <a:pt x="67" y="65"/>
                    <a:pt x="67" y="66"/>
                  </a:cubicBezTo>
                  <a:cubicBezTo>
                    <a:pt x="66" y="66"/>
                    <a:pt x="66" y="67"/>
                    <a:pt x="65" y="68"/>
                  </a:cubicBezTo>
                  <a:cubicBezTo>
                    <a:pt x="66" y="71"/>
                    <a:pt x="68" y="80"/>
                    <a:pt x="66" y="82"/>
                  </a:cubicBezTo>
                  <a:cubicBezTo>
                    <a:pt x="67" y="82"/>
                    <a:pt x="66" y="82"/>
                    <a:pt x="67" y="82"/>
                  </a:cubicBezTo>
                  <a:cubicBezTo>
                    <a:pt x="67" y="83"/>
                    <a:pt x="66" y="87"/>
                    <a:pt x="66" y="88"/>
                  </a:cubicBezTo>
                  <a:cubicBezTo>
                    <a:pt x="66" y="88"/>
                    <a:pt x="66" y="88"/>
                    <a:pt x="66" y="88"/>
                  </a:cubicBezTo>
                  <a:cubicBezTo>
                    <a:pt x="66" y="88"/>
                    <a:pt x="66" y="93"/>
                    <a:pt x="66" y="93"/>
                  </a:cubicBezTo>
                  <a:cubicBezTo>
                    <a:pt x="65" y="98"/>
                    <a:pt x="64" y="102"/>
                    <a:pt x="62" y="106"/>
                  </a:cubicBezTo>
                  <a:cubicBezTo>
                    <a:pt x="62" y="107"/>
                    <a:pt x="62" y="113"/>
                    <a:pt x="62" y="113"/>
                  </a:cubicBezTo>
                  <a:cubicBezTo>
                    <a:pt x="63" y="114"/>
                    <a:pt x="64" y="114"/>
                    <a:pt x="65" y="114"/>
                  </a:cubicBezTo>
                  <a:cubicBezTo>
                    <a:pt x="65" y="114"/>
                    <a:pt x="67" y="114"/>
                    <a:pt x="67" y="113"/>
                  </a:cubicBezTo>
                  <a:cubicBezTo>
                    <a:pt x="70" y="112"/>
                    <a:pt x="74" y="103"/>
                    <a:pt x="75" y="101"/>
                  </a:cubicBezTo>
                  <a:cubicBezTo>
                    <a:pt x="79" y="102"/>
                    <a:pt x="80" y="107"/>
                    <a:pt x="87" y="106"/>
                  </a:cubicBezTo>
                  <a:cubicBezTo>
                    <a:pt x="90" y="105"/>
                    <a:pt x="91" y="106"/>
                    <a:pt x="94" y="105"/>
                  </a:cubicBezTo>
                  <a:cubicBezTo>
                    <a:pt x="95" y="105"/>
                    <a:pt x="97" y="103"/>
                    <a:pt x="98" y="102"/>
                  </a:cubicBezTo>
                  <a:cubicBezTo>
                    <a:pt x="101" y="101"/>
                    <a:pt x="107" y="101"/>
                    <a:pt x="109" y="102"/>
                  </a:cubicBezTo>
                  <a:cubicBezTo>
                    <a:pt x="111" y="102"/>
                    <a:pt x="113" y="100"/>
                    <a:pt x="116" y="102"/>
                  </a:cubicBezTo>
                  <a:cubicBezTo>
                    <a:pt x="116" y="102"/>
                    <a:pt x="116" y="102"/>
                    <a:pt x="116" y="102"/>
                  </a:cubicBezTo>
                  <a:cubicBezTo>
                    <a:pt x="114" y="104"/>
                    <a:pt x="109" y="110"/>
                    <a:pt x="108" y="111"/>
                  </a:cubicBezTo>
                  <a:cubicBezTo>
                    <a:pt x="105" y="112"/>
                    <a:pt x="101" y="112"/>
                    <a:pt x="99" y="112"/>
                  </a:cubicBezTo>
                  <a:cubicBezTo>
                    <a:pt x="98" y="112"/>
                    <a:pt x="96" y="112"/>
                    <a:pt x="96" y="112"/>
                  </a:cubicBezTo>
                  <a:cubicBezTo>
                    <a:pt x="95" y="113"/>
                    <a:pt x="92" y="113"/>
                    <a:pt x="90" y="114"/>
                  </a:cubicBezTo>
                  <a:cubicBezTo>
                    <a:pt x="86" y="115"/>
                    <a:pt x="83" y="112"/>
                    <a:pt x="80" y="113"/>
                  </a:cubicBezTo>
                  <a:cubicBezTo>
                    <a:pt x="76" y="115"/>
                    <a:pt x="73" y="115"/>
                    <a:pt x="71" y="116"/>
                  </a:cubicBezTo>
                  <a:cubicBezTo>
                    <a:pt x="70" y="116"/>
                    <a:pt x="69" y="116"/>
                    <a:pt x="68" y="116"/>
                  </a:cubicBezTo>
                  <a:cubicBezTo>
                    <a:pt x="67" y="117"/>
                    <a:pt x="64" y="118"/>
                    <a:pt x="62" y="118"/>
                  </a:cubicBezTo>
                  <a:cubicBezTo>
                    <a:pt x="58" y="119"/>
                    <a:pt x="55" y="118"/>
                    <a:pt x="53" y="119"/>
                  </a:cubicBezTo>
                  <a:cubicBezTo>
                    <a:pt x="49" y="120"/>
                    <a:pt x="46" y="119"/>
                    <a:pt x="43" y="120"/>
                  </a:cubicBezTo>
                  <a:cubicBezTo>
                    <a:pt x="43" y="120"/>
                    <a:pt x="42" y="120"/>
                    <a:pt x="41" y="120"/>
                  </a:cubicBezTo>
                  <a:cubicBezTo>
                    <a:pt x="39" y="120"/>
                    <a:pt x="35" y="120"/>
                    <a:pt x="34" y="121"/>
                  </a:cubicBezTo>
                  <a:cubicBezTo>
                    <a:pt x="33" y="121"/>
                    <a:pt x="32" y="122"/>
                    <a:pt x="31" y="123"/>
                  </a:cubicBezTo>
                  <a:cubicBezTo>
                    <a:pt x="29" y="123"/>
                    <a:pt x="24" y="122"/>
                    <a:pt x="23" y="122"/>
                  </a:cubicBezTo>
                  <a:cubicBezTo>
                    <a:pt x="22" y="123"/>
                    <a:pt x="19" y="122"/>
                    <a:pt x="17" y="123"/>
                  </a:cubicBezTo>
                  <a:cubicBezTo>
                    <a:pt x="12" y="124"/>
                    <a:pt x="10" y="124"/>
                    <a:pt x="6" y="124"/>
                  </a:cubicBezTo>
                  <a:cubicBezTo>
                    <a:pt x="5" y="125"/>
                    <a:pt x="5" y="125"/>
                    <a:pt x="4" y="126"/>
                  </a:cubicBezTo>
                  <a:cubicBezTo>
                    <a:pt x="4" y="127"/>
                    <a:pt x="4" y="128"/>
                    <a:pt x="4" y="129"/>
                  </a:cubicBezTo>
                  <a:cubicBezTo>
                    <a:pt x="3" y="130"/>
                    <a:pt x="2" y="132"/>
                    <a:pt x="2" y="133"/>
                  </a:cubicBezTo>
                  <a:cubicBezTo>
                    <a:pt x="0" y="139"/>
                    <a:pt x="4" y="143"/>
                    <a:pt x="7" y="147"/>
                  </a:cubicBezTo>
                  <a:cubicBezTo>
                    <a:pt x="12" y="147"/>
                    <a:pt x="19" y="146"/>
                    <a:pt x="23" y="143"/>
                  </a:cubicBezTo>
                  <a:cubicBezTo>
                    <a:pt x="23" y="143"/>
                    <a:pt x="28" y="143"/>
                    <a:pt x="28" y="143"/>
                  </a:cubicBezTo>
                  <a:cubicBezTo>
                    <a:pt x="29" y="143"/>
                    <a:pt x="31" y="141"/>
                    <a:pt x="32" y="140"/>
                  </a:cubicBezTo>
                  <a:cubicBezTo>
                    <a:pt x="32" y="140"/>
                    <a:pt x="32" y="140"/>
                    <a:pt x="32" y="140"/>
                  </a:cubicBezTo>
                  <a:cubicBezTo>
                    <a:pt x="35" y="140"/>
                    <a:pt x="37" y="139"/>
                    <a:pt x="39" y="138"/>
                  </a:cubicBezTo>
                  <a:cubicBezTo>
                    <a:pt x="40" y="138"/>
                    <a:pt x="41" y="138"/>
                    <a:pt x="42" y="138"/>
                  </a:cubicBezTo>
                  <a:cubicBezTo>
                    <a:pt x="43" y="138"/>
                    <a:pt x="44" y="137"/>
                    <a:pt x="45" y="137"/>
                  </a:cubicBezTo>
                  <a:cubicBezTo>
                    <a:pt x="46" y="136"/>
                    <a:pt x="49" y="137"/>
                    <a:pt x="49" y="137"/>
                  </a:cubicBezTo>
                  <a:cubicBezTo>
                    <a:pt x="51" y="136"/>
                    <a:pt x="53" y="135"/>
                    <a:pt x="55" y="134"/>
                  </a:cubicBezTo>
                  <a:cubicBezTo>
                    <a:pt x="55" y="134"/>
                    <a:pt x="62" y="134"/>
                    <a:pt x="62" y="133"/>
                  </a:cubicBezTo>
                  <a:cubicBezTo>
                    <a:pt x="62" y="133"/>
                    <a:pt x="63" y="133"/>
                    <a:pt x="63" y="133"/>
                  </a:cubicBezTo>
                  <a:cubicBezTo>
                    <a:pt x="65" y="132"/>
                    <a:pt x="68" y="132"/>
                    <a:pt x="70" y="131"/>
                  </a:cubicBezTo>
                  <a:cubicBezTo>
                    <a:pt x="74" y="130"/>
                    <a:pt x="82" y="127"/>
                    <a:pt x="88" y="128"/>
                  </a:cubicBezTo>
                  <a:cubicBezTo>
                    <a:pt x="90" y="128"/>
                    <a:pt x="92" y="126"/>
                    <a:pt x="93" y="127"/>
                  </a:cubicBezTo>
                  <a:cubicBezTo>
                    <a:pt x="94" y="127"/>
                    <a:pt x="96" y="128"/>
                    <a:pt x="97" y="128"/>
                  </a:cubicBezTo>
                  <a:cubicBezTo>
                    <a:pt x="98" y="129"/>
                    <a:pt x="97" y="128"/>
                    <a:pt x="98" y="129"/>
                  </a:cubicBezTo>
                  <a:cubicBezTo>
                    <a:pt x="98" y="130"/>
                    <a:pt x="96" y="131"/>
                    <a:pt x="96" y="133"/>
                  </a:cubicBezTo>
                  <a:cubicBezTo>
                    <a:pt x="94" y="136"/>
                    <a:pt x="94" y="138"/>
                    <a:pt x="92" y="141"/>
                  </a:cubicBezTo>
                  <a:cubicBezTo>
                    <a:pt x="91" y="142"/>
                    <a:pt x="90" y="142"/>
                    <a:pt x="90" y="143"/>
                  </a:cubicBezTo>
                  <a:cubicBezTo>
                    <a:pt x="90" y="144"/>
                    <a:pt x="90" y="145"/>
                    <a:pt x="90" y="145"/>
                  </a:cubicBezTo>
                  <a:cubicBezTo>
                    <a:pt x="89" y="146"/>
                    <a:pt x="88" y="148"/>
                    <a:pt x="87" y="149"/>
                  </a:cubicBezTo>
                  <a:cubicBezTo>
                    <a:pt x="87" y="151"/>
                    <a:pt x="87" y="155"/>
                    <a:pt x="86" y="156"/>
                  </a:cubicBezTo>
                  <a:cubicBezTo>
                    <a:pt x="87" y="158"/>
                    <a:pt x="87" y="159"/>
                    <a:pt x="88" y="160"/>
                  </a:cubicBezTo>
                  <a:cubicBezTo>
                    <a:pt x="90" y="161"/>
                    <a:pt x="92" y="163"/>
                    <a:pt x="94" y="163"/>
                  </a:cubicBezTo>
                  <a:cubicBezTo>
                    <a:pt x="95" y="160"/>
                    <a:pt x="97" y="157"/>
                    <a:pt x="98" y="155"/>
                  </a:cubicBezTo>
                  <a:cubicBezTo>
                    <a:pt x="99" y="154"/>
                    <a:pt x="100" y="153"/>
                    <a:pt x="100" y="153"/>
                  </a:cubicBezTo>
                  <a:cubicBezTo>
                    <a:pt x="100" y="153"/>
                    <a:pt x="100" y="152"/>
                    <a:pt x="100" y="151"/>
                  </a:cubicBezTo>
                  <a:cubicBezTo>
                    <a:pt x="102" y="149"/>
                    <a:pt x="107" y="146"/>
                    <a:pt x="108" y="144"/>
                  </a:cubicBezTo>
                  <a:cubicBezTo>
                    <a:pt x="111" y="141"/>
                    <a:pt x="110" y="137"/>
                    <a:pt x="112" y="134"/>
                  </a:cubicBezTo>
                  <a:cubicBezTo>
                    <a:pt x="114" y="131"/>
                    <a:pt x="118" y="129"/>
                    <a:pt x="119" y="126"/>
                  </a:cubicBezTo>
                  <a:cubicBezTo>
                    <a:pt x="120" y="126"/>
                    <a:pt x="121" y="126"/>
                    <a:pt x="122" y="126"/>
                  </a:cubicBezTo>
                  <a:cubicBezTo>
                    <a:pt x="122" y="126"/>
                    <a:pt x="130" y="125"/>
                    <a:pt x="131" y="125"/>
                  </a:cubicBezTo>
                  <a:cubicBezTo>
                    <a:pt x="133" y="126"/>
                    <a:pt x="135" y="127"/>
                    <a:pt x="136" y="127"/>
                  </a:cubicBezTo>
                  <a:cubicBezTo>
                    <a:pt x="137" y="127"/>
                    <a:pt x="138" y="130"/>
                    <a:pt x="138" y="130"/>
                  </a:cubicBezTo>
                  <a:cubicBezTo>
                    <a:pt x="140" y="132"/>
                    <a:pt x="141" y="131"/>
                    <a:pt x="142" y="133"/>
                  </a:cubicBezTo>
                  <a:cubicBezTo>
                    <a:pt x="144" y="133"/>
                    <a:pt x="145" y="139"/>
                    <a:pt x="146" y="141"/>
                  </a:cubicBezTo>
                  <a:cubicBezTo>
                    <a:pt x="147" y="143"/>
                    <a:pt x="149" y="145"/>
                    <a:pt x="150" y="147"/>
                  </a:cubicBezTo>
                  <a:cubicBezTo>
                    <a:pt x="150" y="148"/>
                    <a:pt x="150" y="149"/>
                    <a:pt x="150" y="150"/>
                  </a:cubicBezTo>
                  <a:cubicBezTo>
                    <a:pt x="152" y="154"/>
                    <a:pt x="155" y="159"/>
                    <a:pt x="158" y="162"/>
                  </a:cubicBezTo>
                  <a:cubicBezTo>
                    <a:pt x="161" y="165"/>
                    <a:pt x="159" y="169"/>
                    <a:pt x="166" y="172"/>
                  </a:cubicBezTo>
                  <a:cubicBezTo>
                    <a:pt x="167" y="170"/>
                    <a:pt x="169" y="169"/>
                    <a:pt x="170" y="167"/>
                  </a:cubicBezTo>
                  <a:cubicBezTo>
                    <a:pt x="172" y="165"/>
                    <a:pt x="170" y="161"/>
                    <a:pt x="170" y="159"/>
                  </a:cubicBezTo>
                  <a:cubicBezTo>
                    <a:pt x="171" y="153"/>
                    <a:pt x="167" y="148"/>
                    <a:pt x="165" y="142"/>
                  </a:cubicBezTo>
                  <a:cubicBezTo>
                    <a:pt x="165" y="141"/>
                    <a:pt x="165" y="139"/>
                    <a:pt x="164" y="137"/>
                  </a:cubicBezTo>
                  <a:cubicBezTo>
                    <a:pt x="161" y="133"/>
                    <a:pt x="161" y="133"/>
                    <a:pt x="163" y="127"/>
                  </a:cubicBezTo>
                  <a:cubicBezTo>
                    <a:pt x="167" y="127"/>
                    <a:pt x="170" y="127"/>
                    <a:pt x="172" y="128"/>
                  </a:cubicBezTo>
                  <a:cubicBezTo>
                    <a:pt x="173" y="127"/>
                    <a:pt x="182" y="129"/>
                    <a:pt x="183" y="129"/>
                  </a:cubicBezTo>
                  <a:cubicBezTo>
                    <a:pt x="185" y="128"/>
                    <a:pt x="198" y="130"/>
                    <a:pt x="200" y="131"/>
                  </a:cubicBezTo>
                  <a:cubicBezTo>
                    <a:pt x="201" y="131"/>
                    <a:pt x="202" y="132"/>
                    <a:pt x="203" y="133"/>
                  </a:cubicBezTo>
                  <a:cubicBezTo>
                    <a:pt x="205" y="133"/>
                    <a:pt x="207" y="133"/>
                    <a:pt x="209" y="134"/>
                  </a:cubicBezTo>
                  <a:cubicBezTo>
                    <a:pt x="209" y="134"/>
                    <a:pt x="209" y="135"/>
                    <a:pt x="210" y="136"/>
                  </a:cubicBezTo>
                  <a:cubicBezTo>
                    <a:pt x="211" y="136"/>
                    <a:pt x="212" y="137"/>
                    <a:pt x="213" y="137"/>
                  </a:cubicBezTo>
                  <a:cubicBezTo>
                    <a:pt x="214" y="137"/>
                    <a:pt x="215" y="137"/>
                    <a:pt x="216" y="137"/>
                  </a:cubicBezTo>
                  <a:cubicBezTo>
                    <a:pt x="220" y="139"/>
                    <a:pt x="225" y="141"/>
                    <a:pt x="229" y="144"/>
                  </a:cubicBezTo>
                  <a:cubicBezTo>
                    <a:pt x="229" y="144"/>
                    <a:pt x="229" y="144"/>
                    <a:pt x="229" y="143"/>
                  </a:cubicBezTo>
                  <a:cubicBezTo>
                    <a:pt x="230" y="144"/>
                    <a:pt x="232" y="144"/>
                    <a:pt x="233" y="144"/>
                  </a:cubicBezTo>
                  <a:cubicBezTo>
                    <a:pt x="233" y="144"/>
                    <a:pt x="234" y="143"/>
                    <a:pt x="235" y="143"/>
                  </a:cubicBezTo>
                  <a:cubicBezTo>
                    <a:pt x="236" y="144"/>
                    <a:pt x="237" y="145"/>
                    <a:pt x="238" y="146"/>
                  </a:cubicBezTo>
                  <a:cubicBezTo>
                    <a:pt x="239" y="144"/>
                    <a:pt x="244" y="147"/>
                    <a:pt x="245" y="147"/>
                  </a:cubicBezTo>
                  <a:cubicBezTo>
                    <a:pt x="247" y="148"/>
                    <a:pt x="249" y="146"/>
                    <a:pt x="250" y="146"/>
                  </a:cubicBezTo>
                  <a:cubicBezTo>
                    <a:pt x="251" y="146"/>
                    <a:pt x="251" y="147"/>
                    <a:pt x="253" y="147"/>
                  </a:cubicBezTo>
                  <a:cubicBezTo>
                    <a:pt x="259" y="145"/>
                    <a:pt x="262" y="142"/>
                    <a:pt x="266" y="140"/>
                  </a:cubicBezTo>
                  <a:cubicBezTo>
                    <a:pt x="267" y="136"/>
                    <a:pt x="271" y="133"/>
                    <a:pt x="271" y="131"/>
                  </a:cubicBezTo>
                  <a:cubicBezTo>
                    <a:pt x="271" y="131"/>
                    <a:pt x="271" y="130"/>
                    <a:pt x="271" y="130"/>
                  </a:cubicBezTo>
                  <a:cubicBezTo>
                    <a:pt x="271" y="130"/>
                    <a:pt x="271" y="130"/>
                    <a:pt x="270" y="130"/>
                  </a:cubicBezTo>
                  <a:close/>
                  <a:moveTo>
                    <a:pt x="170" y="55"/>
                  </a:moveTo>
                  <a:cubicBezTo>
                    <a:pt x="168" y="56"/>
                    <a:pt x="168" y="55"/>
                    <a:pt x="166" y="55"/>
                  </a:cubicBezTo>
                  <a:cubicBezTo>
                    <a:pt x="164" y="55"/>
                    <a:pt x="159" y="55"/>
                    <a:pt x="156" y="55"/>
                  </a:cubicBezTo>
                  <a:cubicBezTo>
                    <a:pt x="154" y="55"/>
                    <a:pt x="151" y="55"/>
                    <a:pt x="149" y="54"/>
                  </a:cubicBezTo>
                  <a:cubicBezTo>
                    <a:pt x="146" y="57"/>
                    <a:pt x="143" y="54"/>
                    <a:pt x="139" y="55"/>
                  </a:cubicBezTo>
                  <a:cubicBezTo>
                    <a:pt x="136" y="56"/>
                    <a:pt x="133" y="57"/>
                    <a:pt x="130" y="57"/>
                  </a:cubicBezTo>
                  <a:cubicBezTo>
                    <a:pt x="130" y="57"/>
                    <a:pt x="129" y="56"/>
                    <a:pt x="129" y="56"/>
                  </a:cubicBezTo>
                  <a:cubicBezTo>
                    <a:pt x="125" y="59"/>
                    <a:pt x="115" y="57"/>
                    <a:pt x="110" y="56"/>
                  </a:cubicBezTo>
                  <a:cubicBezTo>
                    <a:pt x="108" y="56"/>
                    <a:pt x="108" y="57"/>
                    <a:pt x="107" y="58"/>
                  </a:cubicBezTo>
                  <a:cubicBezTo>
                    <a:pt x="106" y="58"/>
                    <a:pt x="104" y="57"/>
                    <a:pt x="103" y="58"/>
                  </a:cubicBezTo>
                  <a:cubicBezTo>
                    <a:pt x="100" y="60"/>
                    <a:pt x="95" y="61"/>
                    <a:pt x="92" y="62"/>
                  </a:cubicBezTo>
                  <a:cubicBezTo>
                    <a:pt x="91" y="62"/>
                    <a:pt x="89" y="61"/>
                    <a:pt x="88" y="61"/>
                  </a:cubicBezTo>
                  <a:cubicBezTo>
                    <a:pt x="88" y="61"/>
                    <a:pt x="87" y="60"/>
                    <a:pt x="87" y="60"/>
                  </a:cubicBezTo>
                  <a:cubicBezTo>
                    <a:pt x="87" y="58"/>
                    <a:pt x="90" y="55"/>
                    <a:pt x="92" y="54"/>
                  </a:cubicBezTo>
                  <a:cubicBezTo>
                    <a:pt x="92" y="54"/>
                    <a:pt x="93" y="53"/>
                    <a:pt x="94" y="53"/>
                  </a:cubicBezTo>
                  <a:cubicBezTo>
                    <a:pt x="95" y="52"/>
                    <a:pt x="96" y="52"/>
                    <a:pt x="96" y="51"/>
                  </a:cubicBezTo>
                  <a:cubicBezTo>
                    <a:pt x="99" y="49"/>
                    <a:pt x="102" y="49"/>
                    <a:pt x="104" y="48"/>
                  </a:cubicBezTo>
                  <a:cubicBezTo>
                    <a:pt x="106" y="48"/>
                    <a:pt x="108" y="47"/>
                    <a:pt x="110" y="47"/>
                  </a:cubicBezTo>
                  <a:cubicBezTo>
                    <a:pt x="111" y="46"/>
                    <a:pt x="117" y="47"/>
                    <a:pt x="117" y="47"/>
                  </a:cubicBezTo>
                  <a:cubicBezTo>
                    <a:pt x="120" y="46"/>
                    <a:pt x="125" y="47"/>
                    <a:pt x="126" y="46"/>
                  </a:cubicBezTo>
                  <a:cubicBezTo>
                    <a:pt x="129" y="45"/>
                    <a:pt x="132" y="44"/>
                    <a:pt x="135" y="45"/>
                  </a:cubicBezTo>
                  <a:cubicBezTo>
                    <a:pt x="139" y="46"/>
                    <a:pt x="142" y="45"/>
                    <a:pt x="148" y="45"/>
                  </a:cubicBezTo>
                  <a:cubicBezTo>
                    <a:pt x="151" y="45"/>
                    <a:pt x="154" y="45"/>
                    <a:pt x="156" y="45"/>
                  </a:cubicBezTo>
                  <a:cubicBezTo>
                    <a:pt x="157" y="45"/>
                    <a:pt x="158" y="44"/>
                    <a:pt x="160" y="44"/>
                  </a:cubicBezTo>
                  <a:cubicBezTo>
                    <a:pt x="162" y="44"/>
                    <a:pt x="163" y="46"/>
                    <a:pt x="166" y="44"/>
                  </a:cubicBezTo>
                  <a:cubicBezTo>
                    <a:pt x="167" y="45"/>
                    <a:pt x="169" y="45"/>
                    <a:pt x="170" y="46"/>
                  </a:cubicBezTo>
                  <a:cubicBezTo>
                    <a:pt x="172" y="47"/>
                    <a:pt x="172" y="51"/>
                    <a:pt x="172" y="53"/>
                  </a:cubicBezTo>
                  <a:cubicBezTo>
                    <a:pt x="172" y="54"/>
                    <a:pt x="171" y="54"/>
                    <a:pt x="170" y="55"/>
                  </a:cubicBezTo>
                  <a:close/>
                  <a:moveTo>
                    <a:pt x="94" y="23"/>
                  </a:moveTo>
                  <a:cubicBezTo>
                    <a:pt x="95" y="22"/>
                    <a:pt x="96" y="21"/>
                    <a:pt x="96" y="21"/>
                  </a:cubicBezTo>
                  <a:cubicBezTo>
                    <a:pt x="97" y="20"/>
                    <a:pt x="99" y="21"/>
                    <a:pt x="100" y="21"/>
                  </a:cubicBezTo>
                  <a:cubicBezTo>
                    <a:pt x="104" y="19"/>
                    <a:pt x="109" y="19"/>
                    <a:pt x="113" y="19"/>
                  </a:cubicBezTo>
                  <a:cubicBezTo>
                    <a:pt x="122" y="18"/>
                    <a:pt x="130" y="21"/>
                    <a:pt x="135" y="20"/>
                  </a:cubicBezTo>
                  <a:cubicBezTo>
                    <a:pt x="140" y="19"/>
                    <a:pt x="156" y="16"/>
                    <a:pt x="159" y="17"/>
                  </a:cubicBezTo>
                  <a:cubicBezTo>
                    <a:pt x="159" y="16"/>
                    <a:pt x="159" y="16"/>
                    <a:pt x="159" y="16"/>
                  </a:cubicBezTo>
                  <a:cubicBezTo>
                    <a:pt x="161" y="17"/>
                    <a:pt x="164" y="17"/>
                    <a:pt x="166" y="18"/>
                  </a:cubicBezTo>
                  <a:cubicBezTo>
                    <a:pt x="168" y="17"/>
                    <a:pt x="173" y="19"/>
                    <a:pt x="174" y="19"/>
                  </a:cubicBezTo>
                  <a:cubicBezTo>
                    <a:pt x="175" y="20"/>
                    <a:pt x="175" y="21"/>
                    <a:pt x="176" y="21"/>
                  </a:cubicBezTo>
                  <a:cubicBezTo>
                    <a:pt x="176" y="22"/>
                    <a:pt x="175" y="27"/>
                    <a:pt x="174" y="28"/>
                  </a:cubicBezTo>
                  <a:cubicBezTo>
                    <a:pt x="174" y="29"/>
                    <a:pt x="174" y="29"/>
                    <a:pt x="174" y="29"/>
                  </a:cubicBezTo>
                  <a:cubicBezTo>
                    <a:pt x="148" y="29"/>
                    <a:pt x="120" y="27"/>
                    <a:pt x="102" y="32"/>
                  </a:cubicBezTo>
                  <a:cubicBezTo>
                    <a:pt x="102" y="32"/>
                    <a:pt x="97" y="32"/>
                    <a:pt x="96" y="32"/>
                  </a:cubicBezTo>
                  <a:cubicBezTo>
                    <a:pt x="96" y="32"/>
                    <a:pt x="88" y="33"/>
                    <a:pt x="87" y="33"/>
                  </a:cubicBezTo>
                  <a:cubicBezTo>
                    <a:pt x="86" y="32"/>
                    <a:pt x="85" y="31"/>
                    <a:pt x="84" y="30"/>
                  </a:cubicBezTo>
                  <a:cubicBezTo>
                    <a:pt x="85" y="27"/>
                    <a:pt x="91" y="24"/>
                    <a:pt x="94" y="23"/>
                  </a:cubicBezTo>
                  <a:close/>
                  <a:moveTo>
                    <a:pt x="121" y="83"/>
                  </a:moveTo>
                  <a:cubicBezTo>
                    <a:pt x="119" y="84"/>
                    <a:pt x="113" y="84"/>
                    <a:pt x="111" y="84"/>
                  </a:cubicBezTo>
                  <a:cubicBezTo>
                    <a:pt x="107" y="84"/>
                    <a:pt x="103" y="85"/>
                    <a:pt x="100" y="85"/>
                  </a:cubicBezTo>
                  <a:cubicBezTo>
                    <a:pt x="98" y="85"/>
                    <a:pt x="96" y="85"/>
                    <a:pt x="95" y="85"/>
                  </a:cubicBezTo>
                  <a:cubicBezTo>
                    <a:pt x="94" y="86"/>
                    <a:pt x="94" y="86"/>
                    <a:pt x="94" y="86"/>
                  </a:cubicBezTo>
                  <a:cubicBezTo>
                    <a:pt x="93" y="86"/>
                    <a:pt x="92" y="86"/>
                    <a:pt x="90" y="86"/>
                  </a:cubicBezTo>
                  <a:cubicBezTo>
                    <a:pt x="86" y="88"/>
                    <a:pt x="85" y="89"/>
                    <a:pt x="80" y="88"/>
                  </a:cubicBezTo>
                  <a:cubicBezTo>
                    <a:pt x="80" y="86"/>
                    <a:pt x="82" y="83"/>
                    <a:pt x="82" y="82"/>
                  </a:cubicBezTo>
                  <a:cubicBezTo>
                    <a:pt x="83" y="78"/>
                    <a:pt x="90" y="77"/>
                    <a:pt x="94" y="75"/>
                  </a:cubicBezTo>
                  <a:cubicBezTo>
                    <a:pt x="95" y="75"/>
                    <a:pt x="96" y="75"/>
                    <a:pt x="98" y="75"/>
                  </a:cubicBezTo>
                  <a:cubicBezTo>
                    <a:pt x="98" y="75"/>
                    <a:pt x="103" y="74"/>
                    <a:pt x="103" y="74"/>
                  </a:cubicBezTo>
                  <a:cubicBezTo>
                    <a:pt x="103" y="74"/>
                    <a:pt x="105" y="75"/>
                    <a:pt x="106" y="75"/>
                  </a:cubicBezTo>
                  <a:cubicBezTo>
                    <a:pt x="110" y="74"/>
                    <a:pt x="118" y="74"/>
                    <a:pt x="122" y="72"/>
                  </a:cubicBezTo>
                  <a:cubicBezTo>
                    <a:pt x="123" y="72"/>
                    <a:pt x="131" y="73"/>
                    <a:pt x="132" y="73"/>
                  </a:cubicBezTo>
                  <a:cubicBezTo>
                    <a:pt x="133" y="74"/>
                    <a:pt x="148" y="72"/>
                    <a:pt x="148" y="72"/>
                  </a:cubicBezTo>
                  <a:cubicBezTo>
                    <a:pt x="149" y="72"/>
                    <a:pt x="149" y="72"/>
                    <a:pt x="149" y="71"/>
                  </a:cubicBezTo>
                  <a:cubicBezTo>
                    <a:pt x="149" y="71"/>
                    <a:pt x="149" y="71"/>
                    <a:pt x="149" y="71"/>
                  </a:cubicBezTo>
                  <a:cubicBezTo>
                    <a:pt x="149" y="71"/>
                    <a:pt x="153" y="73"/>
                    <a:pt x="153" y="73"/>
                  </a:cubicBezTo>
                  <a:cubicBezTo>
                    <a:pt x="159" y="70"/>
                    <a:pt x="164" y="72"/>
                    <a:pt x="169" y="73"/>
                  </a:cubicBezTo>
                  <a:cubicBezTo>
                    <a:pt x="171" y="75"/>
                    <a:pt x="170" y="79"/>
                    <a:pt x="170" y="81"/>
                  </a:cubicBezTo>
                  <a:cubicBezTo>
                    <a:pt x="169" y="82"/>
                    <a:pt x="168" y="82"/>
                    <a:pt x="168" y="83"/>
                  </a:cubicBezTo>
                  <a:cubicBezTo>
                    <a:pt x="162" y="83"/>
                    <a:pt x="154" y="82"/>
                    <a:pt x="148" y="83"/>
                  </a:cubicBezTo>
                  <a:cubicBezTo>
                    <a:pt x="147" y="83"/>
                    <a:pt x="142" y="82"/>
                    <a:pt x="142" y="82"/>
                  </a:cubicBezTo>
                  <a:cubicBezTo>
                    <a:pt x="140" y="83"/>
                    <a:pt x="135" y="83"/>
                    <a:pt x="133" y="82"/>
                  </a:cubicBezTo>
                  <a:cubicBezTo>
                    <a:pt x="130" y="84"/>
                    <a:pt x="122" y="83"/>
                    <a:pt x="121" y="83"/>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1" name="Freeform 8"/>
            <p:cNvSpPr/>
            <p:nvPr userDrawn="1"/>
          </p:nvSpPr>
          <p:spPr bwMode="auto">
            <a:xfrm>
              <a:off x="2813921" y="4856552"/>
              <a:ext cx="182968" cy="539438"/>
            </a:xfrm>
            <a:custGeom>
              <a:avLst/>
              <a:gdLst>
                <a:gd name="T0" fmla="*/ 67 w 73"/>
                <a:gd name="T1" fmla="*/ 1 h 215"/>
                <a:gd name="T2" fmla="*/ 69 w 73"/>
                <a:gd name="T3" fmla="*/ 18 h 215"/>
                <a:gd name="T4" fmla="*/ 65 w 73"/>
                <a:gd name="T5" fmla="*/ 37 h 215"/>
                <a:gd name="T6" fmla="*/ 67 w 73"/>
                <a:gd name="T7" fmla="*/ 53 h 215"/>
                <a:gd name="T8" fmla="*/ 68 w 73"/>
                <a:gd name="T9" fmla="*/ 65 h 215"/>
                <a:gd name="T10" fmla="*/ 68 w 73"/>
                <a:gd name="T11" fmla="*/ 74 h 215"/>
                <a:gd name="T12" fmla="*/ 67 w 73"/>
                <a:gd name="T13" fmla="*/ 91 h 215"/>
                <a:gd name="T14" fmla="*/ 69 w 73"/>
                <a:gd name="T15" fmla="*/ 99 h 215"/>
                <a:gd name="T16" fmla="*/ 71 w 73"/>
                <a:gd name="T17" fmla="*/ 107 h 215"/>
                <a:gd name="T18" fmla="*/ 73 w 73"/>
                <a:gd name="T19" fmla="*/ 114 h 215"/>
                <a:gd name="T20" fmla="*/ 69 w 73"/>
                <a:gd name="T21" fmla="*/ 118 h 215"/>
                <a:gd name="T22" fmla="*/ 68 w 73"/>
                <a:gd name="T23" fmla="*/ 130 h 215"/>
                <a:gd name="T24" fmla="*/ 67 w 73"/>
                <a:gd name="T25" fmla="*/ 137 h 215"/>
                <a:gd name="T26" fmla="*/ 67 w 73"/>
                <a:gd name="T27" fmla="*/ 148 h 215"/>
                <a:gd name="T28" fmla="*/ 65 w 73"/>
                <a:gd name="T29" fmla="*/ 157 h 215"/>
                <a:gd name="T30" fmla="*/ 64 w 73"/>
                <a:gd name="T31" fmla="*/ 159 h 215"/>
                <a:gd name="T32" fmla="*/ 63 w 73"/>
                <a:gd name="T33" fmla="*/ 160 h 215"/>
                <a:gd name="T34" fmla="*/ 63 w 73"/>
                <a:gd name="T35" fmla="*/ 168 h 215"/>
                <a:gd name="T36" fmla="*/ 64 w 73"/>
                <a:gd name="T37" fmla="*/ 186 h 215"/>
                <a:gd name="T38" fmla="*/ 65 w 73"/>
                <a:gd name="T39" fmla="*/ 197 h 215"/>
                <a:gd name="T40" fmla="*/ 65 w 73"/>
                <a:gd name="T41" fmla="*/ 208 h 215"/>
                <a:gd name="T42" fmla="*/ 61 w 73"/>
                <a:gd name="T43" fmla="*/ 215 h 215"/>
                <a:gd name="T44" fmla="*/ 55 w 73"/>
                <a:gd name="T45" fmla="*/ 208 h 215"/>
                <a:gd name="T46" fmla="*/ 53 w 73"/>
                <a:gd name="T47" fmla="*/ 204 h 215"/>
                <a:gd name="T48" fmla="*/ 48 w 73"/>
                <a:gd name="T49" fmla="*/ 186 h 215"/>
                <a:gd name="T50" fmla="*/ 48 w 73"/>
                <a:gd name="T51" fmla="*/ 178 h 215"/>
                <a:gd name="T52" fmla="*/ 45 w 73"/>
                <a:gd name="T53" fmla="*/ 147 h 215"/>
                <a:gd name="T54" fmla="*/ 33 w 73"/>
                <a:gd name="T55" fmla="*/ 153 h 215"/>
                <a:gd name="T56" fmla="*/ 18 w 73"/>
                <a:gd name="T57" fmla="*/ 161 h 215"/>
                <a:gd name="T58" fmla="*/ 11 w 73"/>
                <a:gd name="T59" fmla="*/ 163 h 215"/>
                <a:gd name="T60" fmla="*/ 4 w 73"/>
                <a:gd name="T61" fmla="*/ 155 h 215"/>
                <a:gd name="T62" fmla="*/ 0 w 73"/>
                <a:gd name="T63" fmla="*/ 147 h 215"/>
                <a:gd name="T64" fmla="*/ 0 w 73"/>
                <a:gd name="T65" fmla="*/ 138 h 215"/>
                <a:gd name="T66" fmla="*/ 0 w 73"/>
                <a:gd name="T67" fmla="*/ 127 h 215"/>
                <a:gd name="T68" fmla="*/ 8 w 73"/>
                <a:gd name="T69" fmla="*/ 112 h 215"/>
                <a:gd name="T70" fmla="*/ 12 w 73"/>
                <a:gd name="T71" fmla="*/ 90 h 215"/>
                <a:gd name="T72" fmla="*/ 12 w 73"/>
                <a:gd name="T73" fmla="*/ 73 h 215"/>
                <a:gd name="T74" fmla="*/ 13 w 73"/>
                <a:gd name="T75" fmla="*/ 64 h 215"/>
                <a:gd name="T76" fmla="*/ 18 w 73"/>
                <a:gd name="T77" fmla="*/ 47 h 215"/>
                <a:gd name="T78" fmla="*/ 24 w 73"/>
                <a:gd name="T79" fmla="*/ 41 h 215"/>
                <a:gd name="T80" fmla="*/ 32 w 73"/>
                <a:gd name="T81" fmla="*/ 39 h 215"/>
                <a:gd name="T82" fmla="*/ 38 w 73"/>
                <a:gd name="T83" fmla="*/ 47 h 215"/>
                <a:gd name="T84" fmla="*/ 28 w 73"/>
                <a:gd name="T85" fmla="*/ 62 h 215"/>
                <a:gd name="T86" fmla="*/ 31 w 73"/>
                <a:gd name="T87" fmla="*/ 81 h 215"/>
                <a:gd name="T88" fmla="*/ 31 w 73"/>
                <a:gd name="T89" fmla="*/ 89 h 215"/>
                <a:gd name="T90" fmla="*/ 30 w 73"/>
                <a:gd name="T91" fmla="*/ 99 h 215"/>
                <a:gd name="T92" fmla="*/ 48 w 73"/>
                <a:gd name="T93" fmla="*/ 115 h 215"/>
                <a:gd name="T94" fmla="*/ 50 w 73"/>
                <a:gd name="T95" fmla="*/ 115 h 215"/>
                <a:gd name="T96" fmla="*/ 51 w 73"/>
                <a:gd name="T97" fmla="*/ 109 h 215"/>
                <a:gd name="T98" fmla="*/ 55 w 73"/>
                <a:gd name="T99" fmla="*/ 79 h 215"/>
                <a:gd name="T100" fmla="*/ 53 w 73"/>
                <a:gd name="T101" fmla="*/ 35 h 215"/>
                <a:gd name="T102" fmla="*/ 60 w 73"/>
                <a:gd name="T103" fmla="*/ 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215">
                  <a:moveTo>
                    <a:pt x="65" y="0"/>
                  </a:moveTo>
                  <a:cubicBezTo>
                    <a:pt x="66" y="0"/>
                    <a:pt x="67" y="0"/>
                    <a:pt x="67" y="1"/>
                  </a:cubicBezTo>
                  <a:cubicBezTo>
                    <a:pt x="70" y="3"/>
                    <a:pt x="68" y="10"/>
                    <a:pt x="69" y="15"/>
                  </a:cubicBezTo>
                  <a:cubicBezTo>
                    <a:pt x="69" y="16"/>
                    <a:pt x="69" y="17"/>
                    <a:pt x="69" y="18"/>
                  </a:cubicBezTo>
                  <a:cubicBezTo>
                    <a:pt x="71" y="22"/>
                    <a:pt x="69" y="30"/>
                    <a:pt x="67" y="34"/>
                  </a:cubicBezTo>
                  <a:cubicBezTo>
                    <a:pt x="66" y="35"/>
                    <a:pt x="66" y="37"/>
                    <a:pt x="65" y="37"/>
                  </a:cubicBezTo>
                  <a:cubicBezTo>
                    <a:pt x="64" y="39"/>
                    <a:pt x="65" y="45"/>
                    <a:pt x="66" y="46"/>
                  </a:cubicBezTo>
                  <a:cubicBezTo>
                    <a:pt x="66" y="47"/>
                    <a:pt x="66" y="51"/>
                    <a:pt x="67" y="53"/>
                  </a:cubicBezTo>
                  <a:cubicBezTo>
                    <a:pt x="67" y="55"/>
                    <a:pt x="67" y="57"/>
                    <a:pt x="67" y="59"/>
                  </a:cubicBezTo>
                  <a:cubicBezTo>
                    <a:pt x="67" y="61"/>
                    <a:pt x="67" y="63"/>
                    <a:pt x="68" y="65"/>
                  </a:cubicBezTo>
                  <a:cubicBezTo>
                    <a:pt x="68" y="67"/>
                    <a:pt x="67" y="70"/>
                    <a:pt x="67" y="71"/>
                  </a:cubicBezTo>
                  <a:cubicBezTo>
                    <a:pt x="67" y="71"/>
                    <a:pt x="68" y="73"/>
                    <a:pt x="68" y="74"/>
                  </a:cubicBezTo>
                  <a:cubicBezTo>
                    <a:pt x="69" y="76"/>
                    <a:pt x="67" y="82"/>
                    <a:pt x="68" y="85"/>
                  </a:cubicBezTo>
                  <a:cubicBezTo>
                    <a:pt x="68" y="86"/>
                    <a:pt x="65" y="89"/>
                    <a:pt x="67" y="91"/>
                  </a:cubicBezTo>
                  <a:cubicBezTo>
                    <a:pt x="67" y="92"/>
                    <a:pt x="66" y="94"/>
                    <a:pt x="67" y="95"/>
                  </a:cubicBezTo>
                  <a:cubicBezTo>
                    <a:pt x="68" y="97"/>
                    <a:pt x="68" y="98"/>
                    <a:pt x="69" y="99"/>
                  </a:cubicBezTo>
                  <a:cubicBezTo>
                    <a:pt x="69" y="101"/>
                    <a:pt x="69" y="104"/>
                    <a:pt x="69" y="106"/>
                  </a:cubicBezTo>
                  <a:cubicBezTo>
                    <a:pt x="70" y="106"/>
                    <a:pt x="71" y="107"/>
                    <a:pt x="71" y="107"/>
                  </a:cubicBezTo>
                  <a:cubicBezTo>
                    <a:pt x="72" y="109"/>
                    <a:pt x="71" y="110"/>
                    <a:pt x="72" y="112"/>
                  </a:cubicBezTo>
                  <a:cubicBezTo>
                    <a:pt x="72" y="113"/>
                    <a:pt x="73" y="112"/>
                    <a:pt x="73" y="114"/>
                  </a:cubicBezTo>
                  <a:cubicBezTo>
                    <a:pt x="72" y="114"/>
                    <a:pt x="71" y="116"/>
                    <a:pt x="72" y="117"/>
                  </a:cubicBezTo>
                  <a:cubicBezTo>
                    <a:pt x="71" y="117"/>
                    <a:pt x="70" y="118"/>
                    <a:pt x="69" y="118"/>
                  </a:cubicBezTo>
                  <a:cubicBezTo>
                    <a:pt x="69" y="119"/>
                    <a:pt x="67" y="127"/>
                    <a:pt x="67" y="127"/>
                  </a:cubicBezTo>
                  <a:cubicBezTo>
                    <a:pt x="67" y="128"/>
                    <a:pt x="68" y="129"/>
                    <a:pt x="68" y="130"/>
                  </a:cubicBezTo>
                  <a:cubicBezTo>
                    <a:pt x="68" y="132"/>
                    <a:pt x="68" y="133"/>
                    <a:pt x="68" y="134"/>
                  </a:cubicBezTo>
                  <a:cubicBezTo>
                    <a:pt x="68" y="135"/>
                    <a:pt x="67" y="138"/>
                    <a:pt x="67" y="137"/>
                  </a:cubicBezTo>
                  <a:cubicBezTo>
                    <a:pt x="67" y="138"/>
                    <a:pt x="67" y="138"/>
                    <a:pt x="67" y="139"/>
                  </a:cubicBezTo>
                  <a:cubicBezTo>
                    <a:pt x="67" y="139"/>
                    <a:pt x="66" y="148"/>
                    <a:pt x="67" y="148"/>
                  </a:cubicBezTo>
                  <a:cubicBezTo>
                    <a:pt x="67" y="148"/>
                    <a:pt x="67" y="149"/>
                    <a:pt x="67" y="149"/>
                  </a:cubicBezTo>
                  <a:cubicBezTo>
                    <a:pt x="66" y="152"/>
                    <a:pt x="64" y="155"/>
                    <a:pt x="65" y="157"/>
                  </a:cubicBezTo>
                  <a:cubicBezTo>
                    <a:pt x="65" y="157"/>
                    <a:pt x="65" y="158"/>
                    <a:pt x="65" y="158"/>
                  </a:cubicBezTo>
                  <a:cubicBezTo>
                    <a:pt x="65" y="158"/>
                    <a:pt x="65" y="158"/>
                    <a:pt x="64" y="159"/>
                  </a:cubicBezTo>
                  <a:cubicBezTo>
                    <a:pt x="64" y="159"/>
                    <a:pt x="64" y="159"/>
                    <a:pt x="64" y="159"/>
                  </a:cubicBezTo>
                  <a:cubicBezTo>
                    <a:pt x="64" y="160"/>
                    <a:pt x="64" y="160"/>
                    <a:pt x="63" y="160"/>
                  </a:cubicBezTo>
                  <a:cubicBezTo>
                    <a:pt x="63" y="162"/>
                    <a:pt x="63" y="164"/>
                    <a:pt x="63" y="166"/>
                  </a:cubicBezTo>
                  <a:cubicBezTo>
                    <a:pt x="63" y="167"/>
                    <a:pt x="63" y="167"/>
                    <a:pt x="63" y="168"/>
                  </a:cubicBezTo>
                  <a:cubicBezTo>
                    <a:pt x="61" y="173"/>
                    <a:pt x="64" y="179"/>
                    <a:pt x="65" y="181"/>
                  </a:cubicBezTo>
                  <a:cubicBezTo>
                    <a:pt x="65" y="183"/>
                    <a:pt x="65" y="184"/>
                    <a:pt x="64" y="186"/>
                  </a:cubicBezTo>
                  <a:cubicBezTo>
                    <a:pt x="64" y="186"/>
                    <a:pt x="64" y="186"/>
                    <a:pt x="64" y="186"/>
                  </a:cubicBezTo>
                  <a:cubicBezTo>
                    <a:pt x="64" y="186"/>
                    <a:pt x="65" y="197"/>
                    <a:pt x="65" y="197"/>
                  </a:cubicBezTo>
                  <a:cubicBezTo>
                    <a:pt x="65" y="197"/>
                    <a:pt x="64" y="201"/>
                    <a:pt x="64" y="201"/>
                  </a:cubicBezTo>
                  <a:cubicBezTo>
                    <a:pt x="65" y="202"/>
                    <a:pt x="65" y="207"/>
                    <a:pt x="65" y="208"/>
                  </a:cubicBezTo>
                  <a:cubicBezTo>
                    <a:pt x="65" y="209"/>
                    <a:pt x="64" y="209"/>
                    <a:pt x="63" y="209"/>
                  </a:cubicBezTo>
                  <a:cubicBezTo>
                    <a:pt x="63" y="211"/>
                    <a:pt x="63" y="214"/>
                    <a:pt x="61" y="215"/>
                  </a:cubicBezTo>
                  <a:cubicBezTo>
                    <a:pt x="60" y="215"/>
                    <a:pt x="61" y="215"/>
                    <a:pt x="60" y="215"/>
                  </a:cubicBezTo>
                  <a:cubicBezTo>
                    <a:pt x="57" y="213"/>
                    <a:pt x="58" y="210"/>
                    <a:pt x="55" y="208"/>
                  </a:cubicBezTo>
                  <a:cubicBezTo>
                    <a:pt x="55" y="208"/>
                    <a:pt x="56" y="208"/>
                    <a:pt x="56" y="207"/>
                  </a:cubicBezTo>
                  <a:cubicBezTo>
                    <a:pt x="56" y="206"/>
                    <a:pt x="54" y="205"/>
                    <a:pt x="53" y="204"/>
                  </a:cubicBezTo>
                  <a:cubicBezTo>
                    <a:pt x="52" y="202"/>
                    <a:pt x="53" y="199"/>
                    <a:pt x="52" y="197"/>
                  </a:cubicBezTo>
                  <a:cubicBezTo>
                    <a:pt x="51" y="194"/>
                    <a:pt x="50" y="188"/>
                    <a:pt x="48" y="186"/>
                  </a:cubicBezTo>
                  <a:cubicBezTo>
                    <a:pt x="48" y="185"/>
                    <a:pt x="49" y="183"/>
                    <a:pt x="49" y="182"/>
                  </a:cubicBezTo>
                  <a:cubicBezTo>
                    <a:pt x="48" y="181"/>
                    <a:pt x="48" y="179"/>
                    <a:pt x="48" y="178"/>
                  </a:cubicBezTo>
                  <a:cubicBezTo>
                    <a:pt x="48" y="174"/>
                    <a:pt x="49" y="168"/>
                    <a:pt x="48" y="166"/>
                  </a:cubicBezTo>
                  <a:cubicBezTo>
                    <a:pt x="46" y="163"/>
                    <a:pt x="51" y="148"/>
                    <a:pt x="45" y="147"/>
                  </a:cubicBezTo>
                  <a:cubicBezTo>
                    <a:pt x="43" y="148"/>
                    <a:pt x="40" y="148"/>
                    <a:pt x="38" y="149"/>
                  </a:cubicBezTo>
                  <a:cubicBezTo>
                    <a:pt x="37" y="150"/>
                    <a:pt x="35" y="152"/>
                    <a:pt x="33" y="153"/>
                  </a:cubicBezTo>
                  <a:cubicBezTo>
                    <a:pt x="33" y="153"/>
                    <a:pt x="23" y="157"/>
                    <a:pt x="23" y="157"/>
                  </a:cubicBezTo>
                  <a:cubicBezTo>
                    <a:pt x="21" y="158"/>
                    <a:pt x="20" y="160"/>
                    <a:pt x="18" y="161"/>
                  </a:cubicBezTo>
                  <a:cubicBezTo>
                    <a:pt x="16" y="161"/>
                    <a:pt x="15" y="161"/>
                    <a:pt x="13" y="161"/>
                  </a:cubicBezTo>
                  <a:cubicBezTo>
                    <a:pt x="13" y="162"/>
                    <a:pt x="12" y="162"/>
                    <a:pt x="11" y="163"/>
                  </a:cubicBezTo>
                  <a:cubicBezTo>
                    <a:pt x="8" y="164"/>
                    <a:pt x="5" y="159"/>
                    <a:pt x="4" y="157"/>
                  </a:cubicBezTo>
                  <a:cubicBezTo>
                    <a:pt x="4" y="156"/>
                    <a:pt x="4" y="156"/>
                    <a:pt x="4" y="155"/>
                  </a:cubicBezTo>
                  <a:cubicBezTo>
                    <a:pt x="2" y="152"/>
                    <a:pt x="2" y="150"/>
                    <a:pt x="0" y="148"/>
                  </a:cubicBezTo>
                  <a:cubicBezTo>
                    <a:pt x="1" y="147"/>
                    <a:pt x="0" y="146"/>
                    <a:pt x="0" y="147"/>
                  </a:cubicBezTo>
                  <a:cubicBezTo>
                    <a:pt x="0" y="147"/>
                    <a:pt x="0" y="144"/>
                    <a:pt x="0" y="144"/>
                  </a:cubicBezTo>
                  <a:cubicBezTo>
                    <a:pt x="0" y="142"/>
                    <a:pt x="0" y="138"/>
                    <a:pt x="0" y="138"/>
                  </a:cubicBezTo>
                  <a:cubicBezTo>
                    <a:pt x="2" y="137"/>
                    <a:pt x="1" y="129"/>
                    <a:pt x="0" y="127"/>
                  </a:cubicBezTo>
                  <a:cubicBezTo>
                    <a:pt x="0" y="127"/>
                    <a:pt x="0" y="127"/>
                    <a:pt x="0" y="127"/>
                  </a:cubicBezTo>
                  <a:cubicBezTo>
                    <a:pt x="0" y="126"/>
                    <a:pt x="1" y="124"/>
                    <a:pt x="0" y="123"/>
                  </a:cubicBezTo>
                  <a:cubicBezTo>
                    <a:pt x="2" y="119"/>
                    <a:pt x="7" y="115"/>
                    <a:pt x="8" y="112"/>
                  </a:cubicBezTo>
                  <a:cubicBezTo>
                    <a:pt x="8" y="111"/>
                    <a:pt x="8" y="110"/>
                    <a:pt x="8" y="109"/>
                  </a:cubicBezTo>
                  <a:cubicBezTo>
                    <a:pt x="10" y="104"/>
                    <a:pt x="10" y="93"/>
                    <a:pt x="12" y="90"/>
                  </a:cubicBezTo>
                  <a:cubicBezTo>
                    <a:pt x="12" y="87"/>
                    <a:pt x="12" y="85"/>
                    <a:pt x="12" y="83"/>
                  </a:cubicBezTo>
                  <a:cubicBezTo>
                    <a:pt x="12" y="79"/>
                    <a:pt x="11" y="76"/>
                    <a:pt x="12" y="73"/>
                  </a:cubicBezTo>
                  <a:cubicBezTo>
                    <a:pt x="13" y="70"/>
                    <a:pt x="13" y="66"/>
                    <a:pt x="14" y="65"/>
                  </a:cubicBezTo>
                  <a:cubicBezTo>
                    <a:pt x="14" y="64"/>
                    <a:pt x="14" y="64"/>
                    <a:pt x="13" y="64"/>
                  </a:cubicBezTo>
                  <a:cubicBezTo>
                    <a:pt x="13" y="63"/>
                    <a:pt x="15" y="60"/>
                    <a:pt x="14" y="58"/>
                  </a:cubicBezTo>
                  <a:cubicBezTo>
                    <a:pt x="16" y="55"/>
                    <a:pt x="17" y="50"/>
                    <a:pt x="18" y="47"/>
                  </a:cubicBezTo>
                  <a:cubicBezTo>
                    <a:pt x="19" y="47"/>
                    <a:pt x="20" y="46"/>
                    <a:pt x="21" y="45"/>
                  </a:cubicBezTo>
                  <a:cubicBezTo>
                    <a:pt x="23" y="44"/>
                    <a:pt x="21" y="42"/>
                    <a:pt x="24" y="41"/>
                  </a:cubicBezTo>
                  <a:cubicBezTo>
                    <a:pt x="24" y="41"/>
                    <a:pt x="24" y="40"/>
                    <a:pt x="24" y="40"/>
                  </a:cubicBezTo>
                  <a:cubicBezTo>
                    <a:pt x="26" y="40"/>
                    <a:pt x="31" y="38"/>
                    <a:pt x="32" y="39"/>
                  </a:cubicBezTo>
                  <a:cubicBezTo>
                    <a:pt x="33" y="40"/>
                    <a:pt x="33" y="41"/>
                    <a:pt x="34" y="43"/>
                  </a:cubicBezTo>
                  <a:cubicBezTo>
                    <a:pt x="35" y="44"/>
                    <a:pt x="37" y="45"/>
                    <a:pt x="38" y="47"/>
                  </a:cubicBezTo>
                  <a:cubicBezTo>
                    <a:pt x="39" y="48"/>
                    <a:pt x="39" y="49"/>
                    <a:pt x="38" y="50"/>
                  </a:cubicBezTo>
                  <a:cubicBezTo>
                    <a:pt x="37" y="59"/>
                    <a:pt x="31" y="56"/>
                    <a:pt x="28" y="62"/>
                  </a:cubicBezTo>
                  <a:cubicBezTo>
                    <a:pt x="27" y="65"/>
                    <a:pt x="30" y="74"/>
                    <a:pt x="31" y="76"/>
                  </a:cubicBezTo>
                  <a:cubicBezTo>
                    <a:pt x="32" y="78"/>
                    <a:pt x="31" y="80"/>
                    <a:pt x="31" y="81"/>
                  </a:cubicBezTo>
                  <a:cubicBezTo>
                    <a:pt x="31" y="82"/>
                    <a:pt x="31" y="84"/>
                    <a:pt x="30" y="85"/>
                  </a:cubicBezTo>
                  <a:cubicBezTo>
                    <a:pt x="30" y="86"/>
                    <a:pt x="31" y="88"/>
                    <a:pt x="31" y="89"/>
                  </a:cubicBezTo>
                  <a:cubicBezTo>
                    <a:pt x="31" y="92"/>
                    <a:pt x="30" y="93"/>
                    <a:pt x="30" y="94"/>
                  </a:cubicBezTo>
                  <a:cubicBezTo>
                    <a:pt x="29" y="95"/>
                    <a:pt x="30" y="99"/>
                    <a:pt x="30" y="99"/>
                  </a:cubicBezTo>
                  <a:cubicBezTo>
                    <a:pt x="28" y="100"/>
                    <a:pt x="27" y="110"/>
                    <a:pt x="28" y="111"/>
                  </a:cubicBezTo>
                  <a:cubicBezTo>
                    <a:pt x="30" y="115"/>
                    <a:pt x="41" y="114"/>
                    <a:pt x="48" y="115"/>
                  </a:cubicBezTo>
                  <a:cubicBezTo>
                    <a:pt x="48" y="114"/>
                    <a:pt x="48" y="115"/>
                    <a:pt x="49" y="114"/>
                  </a:cubicBezTo>
                  <a:cubicBezTo>
                    <a:pt x="49" y="115"/>
                    <a:pt x="49" y="115"/>
                    <a:pt x="50" y="115"/>
                  </a:cubicBezTo>
                  <a:cubicBezTo>
                    <a:pt x="51" y="113"/>
                    <a:pt x="51" y="113"/>
                    <a:pt x="52" y="111"/>
                  </a:cubicBezTo>
                  <a:cubicBezTo>
                    <a:pt x="51" y="111"/>
                    <a:pt x="51" y="111"/>
                    <a:pt x="51" y="109"/>
                  </a:cubicBezTo>
                  <a:cubicBezTo>
                    <a:pt x="56" y="105"/>
                    <a:pt x="55" y="98"/>
                    <a:pt x="56" y="90"/>
                  </a:cubicBezTo>
                  <a:cubicBezTo>
                    <a:pt x="56" y="87"/>
                    <a:pt x="55" y="83"/>
                    <a:pt x="55" y="79"/>
                  </a:cubicBezTo>
                  <a:cubicBezTo>
                    <a:pt x="57" y="77"/>
                    <a:pt x="56" y="67"/>
                    <a:pt x="56" y="63"/>
                  </a:cubicBezTo>
                  <a:cubicBezTo>
                    <a:pt x="56" y="50"/>
                    <a:pt x="57" y="44"/>
                    <a:pt x="53" y="35"/>
                  </a:cubicBezTo>
                  <a:cubicBezTo>
                    <a:pt x="53" y="30"/>
                    <a:pt x="53" y="25"/>
                    <a:pt x="53" y="19"/>
                  </a:cubicBezTo>
                  <a:cubicBezTo>
                    <a:pt x="57" y="17"/>
                    <a:pt x="58" y="5"/>
                    <a:pt x="60" y="4"/>
                  </a:cubicBezTo>
                  <a:cubicBezTo>
                    <a:pt x="61" y="2"/>
                    <a:pt x="64" y="2"/>
                    <a:pt x="65" y="0"/>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2" name="Freeform 9"/>
            <p:cNvSpPr/>
            <p:nvPr userDrawn="1"/>
          </p:nvSpPr>
          <p:spPr bwMode="auto">
            <a:xfrm>
              <a:off x="3021074" y="4869170"/>
              <a:ext cx="63092" cy="358574"/>
            </a:xfrm>
            <a:custGeom>
              <a:avLst/>
              <a:gdLst>
                <a:gd name="T0" fmla="*/ 10 w 25"/>
                <a:gd name="T1" fmla="*/ 0 h 143"/>
                <a:gd name="T2" fmla="*/ 16 w 25"/>
                <a:gd name="T3" fmla="*/ 0 h 143"/>
                <a:gd name="T4" fmla="*/ 24 w 25"/>
                <a:gd name="T5" fmla="*/ 12 h 143"/>
                <a:gd name="T6" fmla="*/ 25 w 25"/>
                <a:gd name="T7" fmla="*/ 18 h 143"/>
                <a:gd name="T8" fmla="*/ 23 w 25"/>
                <a:gd name="T9" fmla="*/ 24 h 143"/>
                <a:gd name="T10" fmla="*/ 22 w 25"/>
                <a:gd name="T11" fmla="*/ 26 h 143"/>
                <a:gd name="T12" fmla="*/ 22 w 25"/>
                <a:gd name="T13" fmla="*/ 26 h 143"/>
                <a:gd name="T14" fmla="*/ 21 w 25"/>
                <a:gd name="T15" fmla="*/ 29 h 143"/>
                <a:gd name="T16" fmla="*/ 19 w 25"/>
                <a:gd name="T17" fmla="*/ 32 h 143"/>
                <a:gd name="T18" fmla="*/ 21 w 25"/>
                <a:gd name="T19" fmla="*/ 48 h 143"/>
                <a:gd name="T20" fmla="*/ 21 w 25"/>
                <a:gd name="T21" fmla="*/ 64 h 143"/>
                <a:gd name="T22" fmla="*/ 21 w 25"/>
                <a:gd name="T23" fmla="*/ 64 h 143"/>
                <a:gd name="T24" fmla="*/ 17 w 25"/>
                <a:gd name="T25" fmla="*/ 69 h 143"/>
                <a:gd name="T26" fmla="*/ 17 w 25"/>
                <a:gd name="T27" fmla="*/ 76 h 143"/>
                <a:gd name="T28" fmla="*/ 17 w 25"/>
                <a:gd name="T29" fmla="*/ 76 h 143"/>
                <a:gd name="T30" fmla="*/ 17 w 25"/>
                <a:gd name="T31" fmla="*/ 81 h 143"/>
                <a:gd name="T32" fmla="*/ 17 w 25"/>
                <a:gd name="T33" fmla="*/ 90 h 143"/>
                <a:gd name="T34" fmla="*/ 17 w 25"/>
                <a:gd name="T35" fmla="*/ 91 h 143"/>
                <a:gd name="T36" fmla="*/ 18 w 25"/>
                <a:gd name="T37" fmla="*/ 97 h 143"/>
                <a:gd name="T38" fmla="*/ 17 w 25"/>
                <a:gd name="T39" fmla="*/ 100 h 143"/>
                <a:gd name="T40" fmla="*/ 17 w 25"/>
                <a:gd name="T41" fmla="*/ 100 h 143"/>
                <a:gd name="T42" fmla="*/ 18 w 25"/>
                <a:gd name="T43" fmla="*/ 100 h 143"/>
                <a:gd name="T44" fmla="*/ 18 w 25"/>
                <a:gd name="T45" fmla="*/ 102 h 143"/>
                <a:gd name="T46" fmla="*/ 18 w 25"/>
                <a:gd name="T47" fmla="*/ 108 h 143"/>
                <a:gd name="T48" fmla="*/ 17 w 25"/>
                <a:gd name="T49" fmla="*/ 108 h 143"/>
                <a:gd name="T50" fmla="*/ 17 w 25"/>
                <a:gd name="T51" fmla="*/ 113 h 143"/>
                <a:gd name="T52" fmla="*/ 16 w 25"/>
                <a:gd name="T53" fmla="*/ 117 h 143"/>
                <a:gd name="T54" fmla="*/ 16 w 25"/>
                <a:gd name="T55" fmla="*/ 118 h 143"/>
                <a:gd name="T56" fmla="*/ 15 w 25"/>
                <a:gd name="T57" fmla="*/ 119 h 143"/>
                <a:gd name="T58" fmla="*/ 15 w 25"/>
                <a:gd name="T59" fmla="*/ 121 h 143"/>
                <a:gd name="T60" fmla="*/ 12 w 25"/>
                <a:gd name="T61" fmla="*/ 130 h 143"/>
                <a:gd name="T62" fmla="*/ 5 w 25"/>
                <a:gd name="T63" fmla="*/ 142 h 143"/>
                <a:gd name="T64" fmla="*/ 3 w 25"/>
                <a:gd name="T65" fmla="*/ 141 h 143"/>
                <a:gd name="T66" fmla="*/ 0 w 25"/>
                <a:gd name="T67" fmla="*/ 129 h 143"/>
                <a:gd name="T68" fmla="*/ 1 w 25"/>
                <a:gd name="T69" fmla="*/ 127 h 143"/>
                <a:gd name="T70" fmla="*/ 4 w 25"/>
                <a:gd name="T71" fmla="*/ 126 h 143"/>
                <a:gd name="T72" fmla="*/ 5 w 25"/>
                <a:gd name="T73" fmla="*/ 126 h 143"/>
                <a:gd name="T74" fmla="*/ 8 w 25"/>
                <a:gd name="T75" fmla="*/ 123 h 143"/>
                <a:gd name="T76" fmla="*/ 9 w 25"/>
                <a:gd name="T77" fmla="*/ 114 h 143"/>
                <a:gd name="T78" fmla="*/ 9 w 25"/>
                <a:gd name="T79" fmla="*/ 104 h 143"/>
                <a:gd name="T80" fmla="*/ 9 w 25"/>
                <a:gd name="T81" fmla="*/ 92 h 143"/>
                <a:gd name="T82" fmla="*/ 8 w 25"/>
                <a:gd name="T83" fmla="*/ 83 h 143"/>
                <a:gd name="T84" fmla="*/ 9 w 25"/>
                <a:gd name="T85" fmla="*/ 62 h 143"/>
                <a:gd name="T86" fmla="*/ 8 w 25"/>
                <a:gd name="T87" fmla="*/ 58 h 143"/>
                <a:gd name="T88" fmla="*/ 8 w 25"/>
                <a:gd name="T89" fmla="*/ 57 h 143"/>
                <a:gd name="T90" fmla="*/ 9 w 25"/>
                <a:gd name="T91" fmla="*/ 52 h 143"/>
                <a:gd name="T92" fmla="*/ 10 w 25"/>
                <a:gd name="T93" fmla="*/ 52 h 143"/>
                <a:gd name="T94" fmla="*/ 9 w 25"/>
                <a:gd name="T95" fmla="*/ 48 h 143"/>
                <a:gd name="T96" fmla="*/ 9 w 25"/>
                <a:gd name="T97" fmla="*/ 34 h 143"/>
                <a:gd name="T98" fmla="*/ 9 w 25"/>
                <a:gd name="T99" fmla="*/ 25 h 143"/>
                <a:gd name="T100" fmla="*/ 8 w 25"/>
                <a:gd name="T101" fmla="*/ 20 h 143"/>
                <a:gd name="T102" fmla="*/ 9 w 25"/>
                <a:gd name="T103" fmla="*/ 11 h 143"/>
                <a:gd name="T104" fmla="*/ 10 w 25"/>
                <a:gd name="T105"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5" h="143">
                  <a:moveTo>
                    <a:pt x="10" y="0"/>
                  </a:moveTo>
                  <a:cubicBezTo>
                    <a:pt x="11" y="0"/>
                    <a:pt x="16" y="0"/>
                    <a:pt x="16" y="0"/>
                  </a:cubicBezTo>
                  <a:cubicBezTo>
                    <a:pt x="20" y="0"/>
                    <a:pt x="23" y="10"/>
                    <a:pt x="24" y="12"/>
                  </a:cubicBezTo>
                  <a:cubicBezTo>
                    <a:pt x="24" y="12"/>
                    <a:pt x="24" y="17"/>
                    <a:pt x="25" y="18"/>
                  </a:cubicBezTo>
                  <a:cubicBezTo>
                    <a:pt x="23" y="19"/>
                    <a:pt x="24" y="22"/>
                    <a:pt x="23" y="24"/>
                  </a:cubicBezTo>
                  <a:cubicBezTo>
                    <a:pt x="23" y="25"/>
                    <a:pt x="22" y="25"/>
                    <a:pt x="22" y="26"/>
                  </a:cubicBezTo>
                  <a:cubicBezTo>
                    <a:pt x="22" y="26"/>
                    <a:pt x="22" y="26"/>
                    <a:pt x="22" y="26"/>
                  </a:cubicBezTo>
                  <a:cubicBezTo>
                    <a:pt x="21" y="27"/>
                    <a:pt x="21" y="28"/>
                    <a:pt x="21" y="29"/>
                  </a:cubicBezTo>
                  <a:cubicBezTo>
                    <a:pt x="20" y="30"/>
                    <a:pt x="19" y="31"/>
                    <a:pt x="19" y="32"/>
                  </a:cubicBezTo>
                  <a:cubicBezTo>
                    <a:pt x="17" y="37"/>
                    <a:pt x="20" y="46"/>
                    <a:pt x="21" y="48"/>
                  </a:cubicBezTo>
                  <a:cubicBezTo>
                    <a:pt x="22" y="49"/>
                    <a:pt x="21" y="62"/>
                    <a:pt x="21" y="64"/>
                  </a:cubicBezTo>
                  <a:cubicBezTo>
                    <a:pt x="21" y="64"/>
                    <a:pt x="21" y="64"/>
                    <a:pt x="21" y="64"/>
                  </a:cubicBezTo>
                  <a:cubicBezTo>
                    <a:pt x="20" y="66"/>
                    <a:pt x="19" y="67"/>
                    <a:pt x="17" y="69"/>
                  </a:cubicBezTo>
                  <a:cubicBezTo>
                    <a:pt x="17" y="69"/>
                    <a:pt x="17" y="76"/>
                    <a:pt x="17" y="76"/>
                  </a:cubicBezTo>
                  <a:cubicBezTo>
                    <a:pt x="17" y="76"/>
                    <a:pt x="17" y="76"/>
                    <a:pt x="17" y="76"/>
                  </a:cubicBezTo>
                  <a:cubicBezTo>
                    <a:pt x="16" y="77"/>
                    <a:pt x="17" y="81"/>
                    <a:pt x="17" y="81"/>
                  </a:cubicBezTo>
                  <a:cubicBezTo>
                    <a:pt x="17" y="82"/>
                    <a:pt x="17" y="88"/>
                    <a:pt x="17" y="90"/>
                  </a:cubicBezTo>
                  <a:cubicBezTo>
                    <a:pt x="17" y="91"/>
                    <a:pt x="18" y="91"/>
                    <a:pt x="17" y="91"/>
                  </a:cubicBezTo>
                  <a:cubicBezTo>
                    <a:pt x="16" y="93"/>
                    <a:pt x="18" y="97"/>
                    <a:pt x="18" y="97"/>
                  </a:cubicBezTo>
                  <a:cubicBezTo>
                    <a:pt x="18" y="98"/>
                    <a:pt x="18" y="99"/>
                    <a:pt x="17" y="100"/>
                  </a:cubicBezTo>
                  <a:cubicBezTo>
                    <a:pt x="17" y="100"/>
                    <a:pt x="17" y="100"/>
                    <a:pt x="17" y="100"/>
                  </a:cubicBezTo>
                  <a:cubicBezTo>
                    <a:pt x="18" y="100"/>
                    <a:pt x="18" y="100"/>
                    <a:pt x="18" y="100"/>
                  </a:cubicBezTo>
                  <a:cubicBezTo>
                    <a:pt x="18" y="101"/>
                    <a:pt x="18" y="102"/>
                    <a:pt x="18" y="102"/>
                  </a:cubicBezTo>
                  <a:cubicBezTo>
                    <a:pt x="17" y="104"/>
                    <a:pt x="18" y="106"/>
                    <a:pt x="18" y="108"/>
                  </a:cubicBezTo>
                  <a:cubicBezTo>
                    <a:pt x="18" y="108"/>
                    <a:pt x="18" y="108"/>
                    <a:pt x="17" y="108"/>
                  </a:cubicBezTo>
                  <a:cubicBezTo>
                    <a:pt x="17" y="110"/>
                    <a:pt x="17" y="112"/>
                    <a:pt x="17" y="113"/>
                  </a:cubicBezTo>
                  <a:cubicBezTo>
                    <a:pt x="17" y="115"/>
                    <a:pt x="16" y="116"/>
                    <a:pt x="16" y="117"/>
                  </a:cubicBezTo>
                  <a:cubicBezTo>
                    <a:pt x="16" y="118"/>
                    <a:pt x="16" y="118"/>
                    <a:pt x="16" y="118"/>
                  </a:cubicBezTo>
                  <a:cubicBezTo>
                    <a:pt x="15" y="118"/>
                    <a:pt x="15" y="119"/>
                    <a:pt x="15" y="119"/>
                  </a:cubicBezTo>
                  <a:cubicBezTo>
                    <a:pt x="15" y="119"/>
                    <a:pt x="15" y="120"/>
                    <a:pt x="15" y="121"/>
                  </a:cubicBezTo>
                  <a:cubicBezTo>
                    <a:pt x="16" y="126"/>
                    <a:pt x="15" y="128"/>
                    <a:pt x="12" y="130"/>
                  </a:cubicBezTo>
                  <a:cubicBezTo>
                    <a:pt x="13" y="136"/>
                    <a:pt x="10" y="143"/>
                    <a:pt x="5" y="142"/>
                  </a:cubicBezTo>
                  <a:cubicBezTo>
                    <a:pt x="4" y="142"/>
                    <a:pt x="4" y="141"/>
                    <a:pt x="3" y="141"/>
                  </a:cubicBezTo>
                  <a:cubicBezTo>
                    <a:pt x="5" y="136"/>
                    <a:pt x="3" y="132"/>
                    <a:pt x="0" y="129"/>
                  </a:cubicBezTo>
                  <a:cubicBezTo>
                    <a:pt x="1" y="128"/>
                    <a:pt x="1" y="128"/>
                    <a:pt x="1" y="127"/>
                  </a:cubicBezTo>
                  <a:cubicBezTo>
                    <a:pt x="3" y="126"/>
                    <a:pt x="3" y="127"/>
                    <a:pt x="4" y="126"/>
                  </a:cubicBezTo>
                  <a:cubicBezTo>
                    <a:pt x="4" y="126"/>
                    <a:pt x="4" y="126"/>
                    <a:pt x="5" y="126"/>
                  </a:cubicBezTo>
                  <a:cubicBezTo>
                    <a:pt x="5" y="125"/>
                    <a:pt x="7" y="125"/>
                    <a:pt x="8" y="123"/>
                  </a:cubicBezTo>
                  <a:cubicBezTo>
                    <a:pt x="9" y="120"/>
                    <a:pt x="8" y="116"/>
                    <a:pt x="9" y="114"/>
                  </a:cubicBezTo>
                  <a:cubicBezTo>
                    <a:pt x="10" y="113"/>
                    <a:pt x="9" y="105"/>
                    <a:pt x="9" y="104"/>
                  </a:cubicBezTo>
                  <a:cubicBezTo>
                    <a:pt x="9" y="104"/>
                    <a:pt x="9" y="92"/>
                    <a:pt x="9" y="92"/>
                  </a:cubicBezTo>
                  <a:cubicBezTo>
                    <a:pt x="9" y="91"/>
                    <a:pt x="8" y="86"/>
                    <a:pt x="8" y="83"/>
                  </a:cubicBezTo>
                  <a:cubicBezTo>
                    <a:pt x="10" y="76"/>
                    <a:pt x="7" y="65"/>
                    <a:pt x="9" y="62"/>
                  </a:cubicBezTo>
                  <a:cubicBezTo>
                    <a:pt x="9" y="61"/>
                    <a:pt x="9" y="58"/>
                    <a:pt x="8" y="58"/>
                  </a:cubicBezTo>
                  <a:cubicBezTo>
                    <a:pt x="8" y="58"/>
                    <a:pt x="8" y="58"/>
                    <a:pt x="8" y="57"/>
                  </a:cubicBezTo>
                  <a:cubicBezTo>
                    <a:pt x="8" y="57"/>
                    <a:pt x="9" y="52"/>
                    <a:pt x="9" y="52"/>
                  </a:cubicBezTo>
                  <a:cubicBezTo>
                    <a:pt x="9" y="52"/>
                    <a:pt x="9" y="52"/>
                    <a:pt x="10" y="52"/>
                  </a:cubicBezTo>
                  <a:cubicBezTo>
                    <a:pt x="10" y="51"/>
                    <a:pt x="9" y="49"/>
                    <a:pt x="9" y="48"/>
                  </a:cubicBezTo>
                  <a:cubicBezTo>
                    <a:pt x="12" y="44"/>
                    <a:pt x="9" y="37"/>
                    <a:pt x="9" y="34"/>
                  </a:cubicBezTo>
                  <a:cubicBezTo>
                    <a:pt x="10" y="32"/>
                    <a:pt x="9" y="27"/>
                    <a:pt x="9" y="25"/>
                  </a:cubicBezTo>
                  <a:cubicBezTo>
                    <a:pt x="9" y="24"/>
                    <a:pt x="9" y="21"/>
                    <a:pt x="8" y="20"/>
                  </a:cubicBezTo>
                  <a:cubicBezTo>
                    <a:pt x="7" y="19"/>
                    <a:pt x="9" y="14"/>
                    <a:pt x="9" y="11"/>
                  </a:cubicBezTo>
                  <a:cubicBezTo>
                    <a:pt x="8" y="5"/>
                    <a:pt x="5" y="6"/>
                    <a:pt x="10" y="0"/>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3" name="Freeform 10"/>
            <p:cNvSpPr>
              <a:spLocks noEditPoints="1"/>
            </p:cNvSpPr>
            <p:nvPr userDrawn="1"/>
          </p:nvSpPr>
          <p:spPr bwMode="auto">
            <a:xfrm>
              <a:off x="3089424" y="4863912"/>
              <a:ext cx="426924" cy="529975"/>
            </a:xfrm>
            <a:custGeom>
              <a:avLst/>
              <a:gdLst>
                <a:gd name="T0" fmla="*/ 167 w 171"/>
                <a:gd name="T1" fmla="*/ 161 h 211"/>
                <a:gd name="T2" fmla="*/ 143 w 171"/>
                <a:gd name="T3" fmla="*/ 165 h 211"/>
                <a:gd name="T4" fmla="*/ 111 w 171"/>
                <a:gd name="T5" fmla="*/ 167 h 211"/>
                <a:gd name="T6" fmla="*/ 85 w 171"/>
                <a:gd name="T7" fmla="*/ 159 h 211"/>
                <a:gd name="T8" fmla="*/ 84 w 171"/>
                <a:gd name="T9" fmla="*/ 147 h 211"/>
                <a:gd name="T10" fmla="*/ 109 w 171"/>
                <a:gd name="T11" fmla="*/ 141 h 211"/>
                <a:gd name="T12" fmla="*/ 137 w 171"/>
                <a:gd name="T13" fmla="*/ 128 h 211"/>
                <a:gd name="T14" fmla="*/ 105 w 171"/>
                <a:gd name="T15" fmla="*/ 123 h 211"/>
                <a:gd name="T16" fmla="*/ 108 w 171"/>
                <a:gd name="T17" fmla="*/ 102 h 211"/>
                <a:gd name="T18" fmla="*/ 139 w 171"/>
                <a:gd name="T19" fmla="*/ 103 h 211"/>
                <a:gd name="T20" fmla="*/ 124 w 171"/>
                <a:gd name="T21" fmla="*/ 90 h 211"/>
                <a:gd name="T22" fmla="*/ 101 w 171"/>
                <a:gd name="T23" fmla="*/ 90 h 211"/>
                <a:gd name="T24" fmla="*/ 80 w 171"/>
                <a:gd name="T25" fmla="*/ 79 h 211"/>
                <a:gd name="T26" fmla="*/ 49 w 171"/>
                <a:gd name="T27" fmla="*/ 91 h 211"/>
                <a:gd name="T28" fmla="*/ 20 w 171"/>
                <a:gd name="T29" fmla="*/ 54 h 211"/>
                <a:gd name="T30" fmla="*/ 35 w 171"/>
                <a:gd name="T31" fmla="*/ 43 h 211"/>
                <a:gd name="T32" fmla="*/ 54 w 171"/>
                <a:gd name="T33" fmla="*/ 33 h 211"/>
                <a:gd name="T34" fmla="*/ 88 w 171"/>
                <a:gd name="T35" fmla="*/ 30 h 211"/>
                <a:gd name="T36" fmla="*/ 86 w 171"/>
                <a:gd name="T37" fmla="*/ 44 h 211"/>
                <a:gd name="T38" fmla="*/ 47 w 171"/>
                <a:gd name="T39" fmla="*/ 60 h 211"/>
                <a:gd name="T40" fmla="*/ 49 w 171"/>
                <a:gd name="T41" fmla="*/ 67 h 211"/>
                <a:gd name="T42" fmla="*/ 67 w 171"/>
                <a:gd name="T43" fmla="*/ 69 h 211"/>
                <a:gd name="T44" fmla="*/ 99 w 171"/>
                <a:gd name="T45" fmla="*/ 68 h 211"/>
                <a:gd name="T46" fmla="*/ 133 w 171"/>
                <a:gd name="T47" fmla="*/ 67 h 211"/>
                <a:gd name="T48" fmla="*/ 149 w 171"/>
                <a:gd name="T49" fmla="*/ 61 h 211"/>
                <a:gd name="T50" fmla="*/ 125 w 171"/>
                <a:gd name="T51" fmla="*/ 57 h 211"/>
                <a:gd name="T52" fmla="*/ 94 w 171"/>
                <a:gd name="T53" fmla="*/ 56 h 211"/>
                <a:gd name="T54" fmla="*/ 108 w 171"/>
                <a:gd name="T55" fmla="*/ 38 h 211"/>
                <a:gd name="T56" fmla="*/ 91 w 171"/>
                <a:gd name="T57" fmla="*/ 8 h 211"/>
                <a:gd name="T58" fmla="*/ 75 w 171"/>
                <a:gd name="T59" fmla="*/ 3 h 211"/>
                <a:gd name="T60" fmla="*/ 67 w 171"/>
                <a:gd name="T61" fmla="*/ 0 h 211"/>
                <a:gd name="T62" fmla="*/ 56 w 171"/>
                <a:gd name="T63" fmla="*/ 14 h 211"/>
                <a:gd name="T64" fmla="*/ 47 w 171"/>
                <a:gd name="T65" fmla="*/ 21 h 211"/>
                <a:gd name="T66" fmla="*/ 36 w 171"/>
                <a:gd name="T67" fmla="*/ 28 h 211"/>
                <a:gd name="T68" fmla="*/ 17 w 171"/>
                <a:gd name="T69" fmla="*/ 37 h 211"/>
                <a:gd name="T70" fmla="*/ 0 w 171"/>
                <a:gd name="T71" fmla="*/ 47 h 211"/>
                <a:gd name="T72" fmla="*/ 10 w 171"/>
                <a:gd name="T73" fmla="*/ 52 h 211"/>
                <a:gd name="T74" fmla="*/ 13 w 171"/>
                <a:gd name="T75" fmla="*/ 64 h 211"/>
                <a:gd name="T76" fmla="*/ 15 w 171"/>
                <a:gd name="T77" fmla="*/ 87 h 211"/>
                <a:gd name="T78" fmla="*/ 15 w 171"/>
                <a:gd name="T79" fmla="*/ 106 h 211"/>
                <a:gd name="T80" fmla="*/ 14 w 171"/>
                <a:gd name="T81" fmla="*/ 130 h 211"/>
                <a:gd name="T82" fmla="*/ 12 w 171"/>
                <a:gd name="T83" fmla="*/ 149 h 211"/>
                <a:gd name="T84" fmla="*/ 10 w 171"/>
                <a:gd name="T85" fmla="*/ 183 h 211"/>
                <a:gd name="T86" fmla="*/ 10 w 171"/>
                <a:gd name="T87" fmla="*/ 196 h 211"/>
                <a:gd name="T88" fmla="*/ 18 w 171"/>
                <a:gd name="T89" fmla="*/ 205 h 211"/>
                <a:gd name="T90" fmla="*/ 37 w 171"/>
                <a:gd name="T91" fmla="*/ 195 h 211"/>
                <a:gd name="T92" fmla="*/ 55 w 171"/>
                <a:gd name="T93" fmla="*/ 191 h 211"/>
                <a:gd name="T94" fmla="*/ 67 w 171"/>
                <a:gd name="T95" fmla="*/ 191 h 211"/>
                <a:gd name="T96" fmla="*/ 79 w 171"/>
                <a:gd name="T97" fmla="*/ 192 h 211"/>
                <a:gd name="T98" fmla="*/ 114 w 171"/>
                <a:gd name="T99" fmla="*/ 195 h 211"/>
                <a:gd name="T100" fmla="*/ 147 w 171"/>
                <a:gd name="T101" fmla="*/ 202 h 211"/>
                <a:gd name="T102" fmla="*/ 70 w 171"/>
                <a:gd name="T103" fmla="*/ 155 h 211"/>
                <a:gd name="T104" fmla="*/ 32 w 171"/>
                <a:gd name="T105" fmla="*/ 172 h 211"/>
                <a:gd name="T106" fmla="*/ 23 w 171"/>
                <a:gd name="T107" fmla="*/ 160 h 211"/>
                <a:gd name="T108" fmla="*/ 32 w 171"/>
                <a:gd name="T109" fmla="*/ 146 h 211"/>
                <a:gd name="T110" fmla="*/ 67 w 171"/>
                <a:gd name="T111" fmla="*/ 141 h 211"/>
                <a:gd name="T112" fmla="*/ 70 w 171"/>
                <a:gd name="T113" fmla="*/ 124 h 211"/>
                <a:gd name="T114" fmla="*/ 54 w 171"/>
                <a:gd name="T115" fmla="*/ 129 h 211"/>
                <a:gd name="T116" fmla="*/ 25 w 171"/>
                <a:gd name="T117" fmla="*/ 121 h 211"/>
                <a:gd name="T118" fmla="*/ 42 w 171"/>
                <a:gd name="T119" fmla="*/ 105 h 211"/>
                <a:gd name="T120" fmla="*/ 69 w 171"/>
                <a:gd name="T121" fmla="*/ 103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1" h="211">
                  <a:moveTo>
                    <a:pt x="167" y="171"/>
                  </a:moveTo>
                  <a:cubicBezTo>
                    <a:pt x="167" y="168"/>
                    <a:pt x="166" y="166"/>
                    <a:pt x="167" y="165"/>
                  </a:cubicBezTo>
                  <a:cubicBezTo>
                    <a:pt x="167" y="165"/>
                    <a:pt x="168" y="162"/>
                    <a:pt x="168" y="161"/>
                  </a:cubicBezTo>
                  <a:cubicBezTo>
                    <a:pt x="168" y="161"/>
                    <a:pt x="168" y="161"/>
                    <a:pt x="167" y="161"/>
                  </a:cubicBezTo>
                  <a:cubicBezTo>
                    <a:pt x="164" y="161"/>
                    <a:pt x="163" y="162"/>
                    <a:pt x="162" y="163"/>
                  </a:cubicBezTo>
                  <a:cubicBezTo>
                    <a:pt x="161" y="164"/>
                    <a:pt x="158" y="164"/>
                    <a:pt x="158" y="164"/>
                  </a:cubicBezTo>
                  <a:cubicBezTo>
                    <a:pt x="155" y="165"/>
                    <a:pt x="154" y="161"/>
                    <a:pt x="151" y="162"/>
                  </a:cubicBezTo>
                  <a:cubicBezTo>
                    <a:pt x="148" y="163"/>
                    <a:pt x="146" y="163"/>
                    <a:pt x="143" y="165"/>
                  </a:cubicBezTo>
                  <a:cubicBezTo>
                    <a:pt x="142" y="164"/>
                    <a:pt x="140" y="164"/>
                    <a:pt x="139" y="164"/>
                  </a:cubicBezTo>
                  <a:cubicBezTo>
                    <a:pt x="138" y="164"/>
                    <a:pt x="138" y="165"/>
                    <a:pt x="137" y="166"/>
                  </a:cubicBezTo>
                  <a:cubicBezTo>
                    <a:pt x="135" y="167"/>
                    <a:pt x="133" y="164"/>
                    <a:pt x="130" y="165"/>
                  </a:cubicBezTo>
                  <a:cubicBezTo>
                    <a:pt x="124" y="166"/>
                    <a:pt x="118" y="167"/>
                    <a:pt x="111" y="167"/>
                  </a:cubicBezTo>
                  <a:cubicBezTo>
                    <a:pt x="110" y="167"/>
                    <a:pt x="109" y="168"/>
                    <a:pt x="108" y="168"/>
                  </a:cubicBezTo>
                  <a:cubicBezTo>
                    <a:pt x="105" y="168"/>
                    <a:pt x="103" y="168"/>
                    <a:pt x="100" y="168"/>
                  </a:cubicBezTo>
                  <a:cubicBezTo>
                    <a:pt x="95" y="170"/>
                    <a:pt x="88" y="169"/>
                    <a:pt x="84" y="167"/>
                  </a:cubicBezTo>
                  <a:cubicBezTo>
                    <a:pt x="84" y="165"/>
                    <a:pt x="86" y="162"/>
                    <a:pt x="85" y="159"/>
                  </a:cubicBezTo>
                  <a:cubicBezTo>
                    <a:pt x="85" y="159"/>
                    <a:pt x="84" y="158"/>
                    <a:pt x="84" y="157"/>
                  </a:cubicBezTo>
                  <a:cubicBezTo>
                    <a:pt x="83" y="156"/>
                    <a:pt x="84" y="153"/>
                    <a:pt x="84" y="152"/>
                  </a:cubicBezTo>
                  <a:cubicBezTo>
                    <a:pt x="83" y="151"/>
                    <a:pt x="84" y="149"/>
                    <a:pt x="84" y="147"/>
                  </a:cubicBezTo>
                  <a:cubicBezTo>
                    <a:pt x="84" y="147"/>
                    <a:pt x="84" y="147"/>
                    <a:pt x="84" y="147"/>
                  </a:cubicBezTo>
                  <a:cubicBezTo>
                    <a:pt x="86" y="145"/>
                    <a:pt x="87" y="142"/>
                    <a:pt x="88" y="139"/>
                  </a:cubicBezTo>
                  <a:cubicBezTo>
                    <a:pt x="92" y="137"/>
                    <a:pt x="97" y="139"/>
                    <a:pt x="100" y="140"/>
                  </a:cubicBezTo>
                  <a:cubicBezTo>
                    <a:pt x="102" y="140"/>
                    <a:pt x="103" y="140"/>
                    <a:pt x="104" y="140"/>
                  </a:cubicBezTo>
                  <a:cubicBezTo>
                    <a:pt x="104" y="140"/>
                    <a:pt x="107" y="141"/>
                    <a:pt x="109" y="141"/>
                  </a:cubicBezTo>
                  <a:cubicBezTo>
                    <a:pt x="116" y="138"/>
                    <a:pt x="131" y="140"/>
                    <a:pt x="141" y="140"/>
                  </a:cubicBezTo>
                  <a:cubicBezTo>
                    <a:pt x="142" y="139"/>
                    <a:pt x="142" y="137"/>
                    <a:pt x="144" y="136"/>
                  </a:cubicBezTo>
                  <a:cubicBezTo>
                    <a:pt x="144" y="135"/>
                    <a:pt x="144" y="135"/>
                    <a:pt x="143" y="134"/>
                  </a:cubicBezTo>
                  <a:cubicBezTo>
                    <a:pt x="142" y="133"/>
                    <a:pt x="138" y="129"/>
                    <a:pt x="137" y="128"/>
                  </a:cubicBezTo>
                  <a:cubicBezTo>
                    <a:pt x="137" y="128"/>
                    <a:pt x="137" y="128"/>
                    <a:pt x="137" y="128"/>
                  </a:cubicBezTo>
                  <a:cubicBezTo>
                    <a:pt x="135" y="128"/>
                    <a:pt x="133" y="127"/>
                    <a:pt x="132" y="126"/>
                  </a:cubicBezTo>
                  <a:cubicBezTo>
                    <a:pt x="131" y="127"/>
                    <a:pt x="121" y="124"/>
                    <a:pt x="118" y="123"/>
                  </a:cubicBezTo>
                  <a:cubicBezTo>
                    <a:pt x="113" y="123"/>
                    <a:pt x="109" y="123"/>
                    <a:pt x="105" y="123"/>
                  </a:cubicBezTo>
                  <a:cubicBezTo>
                    <a:pt x="100" y="124"/>
                    <a:pt x="91" y="125"/>
                    <a:pt x="87" y="124"/>
                  </a:cubicBezTo>
                  <a:cubicBezTo>
                    <a:pt x="85" y="117"/>
                    <a:pt x="85" y="109"/>
                    <a:pt x="88" y="103"/>
                  </a:cubicBezTo>
                  <a:cubicBezTo>
                    <a:pt x="92" y="102"/>
                    <a:pt x="98" y="101"/>
                    <a:pt x="102" y="103"/>
                  </a:cubicBezTo>
                  <a:cubicBezTo>
                    <a:pt x="102" y="103"/>
                    <a:pt x="108" y="102"/>
                    <a:pt x="108" y="102"/>
                  </a:cubicBezTo>
                  <a:cubicBezTo>
                    <a:pt x="110" y="104"/>
                    <a:pt x="119" y="103"/>
                    <a:pt x="119" y="103"/>
                  </a:cubicBezTo>
                  <a:cubicBezTo>
                    <a:pt x="120" y="103"/>
                    <a:pt x="120" y="103"/>
                    <a:pt x="120" y="103"/>
                  </a:cubicBezTo>
                  <a:cubicBezTo>
                    <a:pt x="121" y="103"/>
                    <a:pt x="121" y="103"/>
                    <a:pt x="121" y="103"/>
                  </a:cubicBezTo>
                  <a:cubicBezTo>
                    <a:pt x="127" y="103"/>
                    <a:pt x="133" y="103"/>
                    <a:pt x="139" y="103"/>
                  </a:cubicBezTo>
                  <a:cubicBezTo>
                    <a:pt x="140" y="102"/>
                    <a:pt x="141" y="102"/>
                    <a:pt x="141" y="101"/>
                  </a:cubicBezTo>
                  <a:cubicBezTo>
                    <a:pt x="141" y="97"/>
                    <a:pt x="138" y="93"/>
                    <a:pt x="135" y="91"/>
                  </a:cubicBezTo>
                  <a:cubicBezTo>
                    <a:pt x="133" y="90"/>
                    <a:pt x="131" y="92"/>
                    <a:pt x="128" y="91"/>
                  </a:cubicBezTo>
                  <a:cubicBezTo>
                    <a:pt x="128" y="91"/>
                    <a:pt x="125" y="90"/>
                    <a:pt x="124" y="90"/>
                  </a:cubicBezTo>
                  <a:cubicBezTo>
                    <a:pt x="124" y="90"/>
                    <a:pt x="123" y="89"/>
                    <a:pt x="123" y="89"/>
                  </a:cubicBezTo>
                  <a:cubicBezTo>
                    <a:pt x="122" y="89"/>
                    <a:pt x="122" y="90"/>
                    <a:pt x="122" y="90"/>
                  </a:cubicBezTo>
                  <a:cubicBezTo>
                    <a:pt x="120" y="91"/>
                    <a:pt x="118" y="89"/>
                    <a:pt x="117" y="89"/>
                  </a:cubicBezTo>
                  <a:cubicBezTo>
                    <a:pt x="116" y="89"/>
                    <a:pt x="102" y="90"/>
                    <a:pt x="101" y="90"/>
                  </a:cubicBezTo>
                  <a:cubicBezTo>
                    <a:pt x="99" y="90"/>
                    <a:pt x="90" y="91"/>
                    <a:pt x="88" y="91"/>
                  </a:cubicBezTo>
                  <a:cubicBezTo>
                    <a:pt x="85" y="89"/>
                    <a:pt x="83" y="86"/>
                    <a:pt x="82" y="84"/>
                  </a:cubicBezTo>
                  <a:cubicBezTo>
                    <a:pt x="82" y="82"/>
                    <a:pt x="82" y="80"/>
                    <a:pt x="81" y="79"/>
                  </a:cubicBezTo>
                  <a:cubicBezTo>
                    <a:pt x="80" y="79"/>
                    <a:pt x="80" y="79"/>
                    <a:pt x="80" y="79"/>
                  </a:cubicBezTo>
                  <a:cubicBezTo>
                    <a:pt x="78" y="82"/>
                    <a:pt x="75" y="83"/>
                    <a:pt x="73" y="86"/>
                  </a:cubicBezTo>
                  <a:cubicBezTo>
                    <a:pt x="72" y="87"/>
                    <a:pt x="73" y="90"/>
                    <a:pt x="72" y="91"/>
                  </a:cubicBezTo>
                  <a:cubicBezTo>
                    <a:pt x="68" y="93"/>
                    <a:pt x="59" y="90"/>
                    <a:pt x="55" y="91"/>
                  </a:cubicBezTo>
                  <a:cubicBezTo>
                    <a:pt x="54" y="91"/>
                    <a:pt x="51" y="90"/>
                    <a:pt x="49" y="91"/>
                  </a:cubicBezTo>
                  <a:cubicBezTo>
                    <a:pt x="41" y="93"/>
                    <a:pt x="34" y="93"/>
                    <a:pt x="28" y="89"/>
                  </a:cubicBezTo>
                  <a:cubicBezTo>
                    <a:pt x="26" y="88"/>
                    <a:pt x="25" y="89"/>
                    <a:pt x="24" y="86"/>
                  </a:cubicBezTo>
                  <a:cubicBezTo>
                    <a:pt x="24" y="86"/>
                    <a:pt x="24" y="78"/>
                    <a:pt x="25" y="76"/>
                  </a:cubicBezTo>
                  <a:cubicBezTo>
                    <a:pt x="26" y="67"/>
                    <a:pt x="23" y="61"/>
                    <a:pt x="20" y="54"/>
                  </a:cubicBezTo>
                  <a:cubicBezTo>
                    <a:pt x="19" y="53"/>
                    <a:pt x="21" y="50"/>
                    <a:pt x="21" y="48"/>
                  </a:cubicBezTo>
                  <a:cubicBezTo>
                    <a:pt x="22" y="48"/>
                    <a:pt x="22" y="46"/>
                    <a:pt x="23" y="45"/>
                  </a:cubicBezTo>
                  <a:cubicBezTo>
                    <a:pt x="24" y="45"/>
                    <a:pt x="27" y="45"/>
                    <a:pt x="28" y="44"/>
                  </a:cubicBezTo>
                  <a:cubicBezTo>
                    <a:pt x="30" y="43"/>
                    <a:pt x="34" y="43"/>
                    <a:pt x="35" y="43"/>
                  </a:cubicBezTo>
                  <a:cubicBezTo>
                    <a:pt x="37" y="42"/>
                    <a:pt x="46" y="38"/>
                    <a:pt x="46" y="37"/>
                  </a:cubicBezTo>
                  <a:cubicBezTo>
                    <a:pt x="47" y="37"/>
                    <a:pt x="47" y="37"/>
                    <a:pt x="48" y="37"/>
                  </a:cubicBezTo>
                  <a:cubicBezTo>
                    <a:pt x="49" y="37"/>
                    <a:pt x="50" y="34"/>
                    <a:pt x="52" y="33"/>
                  </a:cubicBezTo>
                  <a:cubicBezTo>
                    <a:pt x="53" y="33"/>
                    <a:pt x="53" y="33"/>
                    <a:pt x="54" y="33"/>
                  </a:cubicBezTo>
                  <a:cubicBezTo>
                    <a:pt x="54" y="32"/>
                    <a:pt x="54" y="32"/>
                    <a:pt x="55" y="31"/>
                  </a:cubicBezTo>
                  <a:cubicBezTo>
                    <a:pt x="56" y="31"/>
                    <a:pt x="56" y="31"/>
                    <a:pt x="57" y="30"/>
                  </a:cubicBezTo>
                  <a:cubicBezTo>
                    <a:pt x="66" y="24"/>
                    <a:pt x="76" y="24"/>
                    <a:pt x="87" y="26"/>
                  </a:cubicBezTo>
                  <a:cubicBezTo>
                    <a:pt x="87" y="27"/>
                    <a:pt x="88" y="28"/>
                    <a:pt x="88" y="30"/>
                  </a:cubicBezTo>
                  <a:cubicBezTo>
                    <a:pt x="90" y="31"/>
                    <a:pt x="91" y="32"/>
                    <a:pt x="93" y="33"/>
                  </a:cubicBezTo>
                  <a:cubicBezTo>
                    <a:pt x="92" y="34"/>
                    <a:pt x="92" y="35"/>
                    <a:pt x="92" y="36"/>
                  </a:cubicBezTo>
                  <a:cubicBezTo>
                    <a:pt x="91" y="37"/>
                    <a:pt x="88" y="38"/>
                    <a:pt x="88" y="40"/>
                  </a:cubicBezTo>
                  <a:cubicBezTo>
                    <a:pt x="87" y="41"/>
                    <a:pt x="87" y="43"/>
                    <a:pt x="86" y="44"/>
                  </a:cubicBezTo>
                  <a:cubicBezTo>
                    <a:pt x="84" y="48"/>
                    <a:pt x="78" y="55"/>
                    <a:pt x="74" y="57"/>
                  </a:cubicBezTo>
                  <a:cubicBezTo>
                    <a:pt x="71" y="58"/>
                    <a:pt x="68" y="56"/>
                    <a:pt x="65" y="57"/>
                  </a:cubicBezTo>
                  <a:cubicBezTo>
                    <a:pt x="65" y="57"/>
                    <a:pt x="58" y="57"/>
                    <a:pt x="56" y="57"/>
                  </a:cubicBezTo>
                  <a:cubicBezTo>
                    <a:pt x="53" y="58"/>
                    <a:pt x="50" y="59"/>
                    <a:pt x="47" y="60"/>
                  </a:cubicBezTo>
                  <a:cubicBezTo>
                    <a:pt x="44" y="61"/>
                    <a:pt x="41" y="59"/>
                    <a:pt x="39" y="61"/>
                  </a:cubicBezTo>
                  <a:cubicBezTo>
                    <a:pt x="38" y="62"/>
                    <a:pt x="37" y="62"/>
                    <a:pt x="36" y="63"/>
                  </a:cubicBezTo>
                  <a:cubicBezTo>
                    <a:pt x="36" y="64"/>
                    <a:pt x="37" y="65"/>
                    <a:pt x="37" y="65"/>
                  </a:cubicBezTo>
                  <a:cubicBezTo>
                    <a:pt x="39" y="66"/>
                    <a:pt x="48" y="66"/>
                    <a:pt x="49" y="67"/>
                  </a:cubicBezTo>
                  <a:cubicBezTo>
                    <a:pt x="50" y="67"/>
                    <a:pt x="51" y="69"/>
                    <a:pt x="52" y="69"/>
                  </a:cubicBezTo>
                  <a:cubicBezTo>
                    <a:pt x="54" y="71"/>
                    <a:pt x="60" y="69"/>
                    <a:pt x="62" y="69"/>
                  </a:cubicBezTo>
                  <a:cubicBezTo>
                    <a:pt x="63" y="69"/>
                    <a:pt x="63" y="69"/>
                    <a:pt x="64" y="69"/>
                  </a:cubicBezTo>
                  <a:cubicBezTo>
                    <a:pt x="65" y="69"/>
                    <a:pt x="66" y="69"/>
                    <a:pt x="67" y="69"/>
                  </a:cubicBezTo>
                  <a:cubicBezTo>
                    <a:pt x="70" y="69"/>
                    <a:pt x="73" y="67"/>
                    <a:pt x="78" y="68"/>
                  </a:cubicBezTo>
                  <a:cubicBezTo>
                    <a:pt x="81" y="69"/>
                    <a:pt x="84" y="68"/>
                    <a:pt x="88" y="68"/>
                  </a:cubicBezTo>
                  <a:cubicBezTo>
                    <a:pt x="89" y="68"/>
                    <a:pt x="91" y="68"/>
                    <a:pt x="92" y="68"/>
                  </a:cubicBezTo>
                  <a:cubicBezTo>
                    <a:pt x="94" y="69"/>
                    <a:pt x="96" y="67"/>
                    <a:pt x="99" y="68"/>
                  </a:cubicBezTo>
                  <a:cubicBezTo>
                    <a:pt x="104" y="70"/>
                    <a:pt x="120" y="68"/>
                    <a:pt x="124" y="67"/>
                  </a:cubicBezTo>
                  <a:cubicBezTo>
                    <a:pt x="125" y="67"/>
                    <a:pt x="126" y="68"/>
                    <a:pt x="127" y="68"/>
                  </a:cubicBezTo>
                  <a:cubicBezTo>
                    <a:pt x="129" y="67"/>
                    <a:pt x="130" y="67"/>
                    <a:pt x="133" y="67"/>
                  </a:cubicBezTo>
                  <a:cubicBezTo>
                    <a:pt x="133" y="67"/>
                    <a:pt x="133" y="67"/>
                    <a:pt x="133" y="67"/>
                  </a:cubicBezTo>
                  <a:cubicBezTo>
                    <a:pt x="135" y="66"/>
                    <a:pt x="141" y="66"/>
                    <a:pt x="144" y="65"/>
                  </a:cubicBezTo>
                  <a:cubicBezTo>
                    <a:pt x="148" y="64"/>
                    <a:pt x="149" y="67"/>
                    <a:pt x="151" y="63"/>
                  </a:cubicBezTo>
                  <a:cubicBezTo>
                    <a:pt x="151" y="63"/>
                    <a:pt x="151" y="63"/>
                    <a:pt x="151" y="63"/>
                  </a:cubicBezTo>
                  <a:cubicBezTo>
                    <a:pt x="150" y="62"/>
                    <a:pt x="150" y="62"/>
                    <a:pt x="149" y="61"/>
                  </a:cubicBezTo>
                  <a:cubicBezTo>
                    <a:pt x="148" y="61"/>
                    <a:pt x="148" y="61"/>
                    <a:pt x="147" y="61"/>
                  </a:cubicBezTo>
                  <a:cubicBezTo>
                    <a:pt x="146" y="61"/>
                    <a:pt x="146" y="58"/>
                    <a:pt x="145" y="58"/>
                  </a:cubicBezTo>
                  <a:cubicBezTo>
                    <a:pt x="140" y="55"/>
                    <a:pt x="132" y="56"/>
                    <a:pt x="129" y="57"/>
                  </a:cubicBezTo>
                  <a:cubicBezTo>
                    <a:pt x="129" y="58"/>
                    <a:pt x="126" y="56"/>
                    <a:pt x="125" y="57"/>
                  </a:cubicBezTo>
                  <a:cubicBezTo>
                    <a:pt x="123" y="57"/>
                    <a:pt x="124" y="56"/>
                    <a:pt x="122" y="56"/>
                  </a:cubicBezTo>
                  <a:cubicBezTo>
                    <a:pt x="121" y="55"/>
                    <a:pt x="111" y="57"/>
                    <a:pt x="110" y="57"/>
                  </a:cubicBezTo>
                  <a:cubicBezTo>
                    <a:pt x="110" y="57"/>
                    <a:pt x="96" y="56"/>
                    <a:pt x="96" y="56"/>
                  </a:cubicBezTo>
                  <a:cubicBezTo>
                    <a:pt x="95" y="56"/>
                    <a:pt x="95" y="56"/>
                    <a:pt x="94" y="56"/>
                  </a:cubicBezTo>
                  <a:cubicBezTo>
                    <a:pt x="93" y="55"/>
                    <a:pt x="92" y="54"/>
                    <a:pt x="90" y="54"/>
                  </a:cubicBezTo>
                  <a:cubicBezTo>
                    <a:pt x="90" y="53"/>
                    <a:pt x="90" y="53"/>
                    <a:pt x="90" y="53"/>
                  </a:cubicBezTo>
                  <a:cubicBezTo>
                    <a:pt x="90" y="50"/>
                    <a:pt x="99" y="43"/>
                    <a:pt x="102" y="43"/>
                  </a:cubicBezTo>
                  <a:cubicBezTo>
                    <a:pt x="105" y="42"/>
                    <a:pt x="108" y="41"/>
                    <a:pt x="108" y="38"/>
                  </a:cubicBezTo>
                  <a:cubicBezTo>
                    <a:pt x="109" y="38"/>
                    <a:pt x="111" y="37"/>
                    <a:pt x="112" y="37"/>
                  </a:cubicBezTo>
                  <a:cubicBezTo>
                    <a:pt x="113" y="36"/>
                    <a:pt x="113" y="34"/>
                    <a:pt x="113" y="33"/>
                  </a:cubicBezTo>
                  <a:cubicBezTo>
                    <a:pt x="119" y="24"/>
                    <a:pt x="103" y="13"/>
                    <a:pt x="97" y="9"/>
                  </a:cubicBezTo>
                  <a:cubicBezTo>
                    <a:pt x="97" y="9"/>
                    <a:pt x="92" y="8"/>
                    <a:pt x="91" y="8"/>
                  </a:cubicBezTo>
                  <a:cubicBezTo>
                    <a:pt x="91" y="9"/>
                    <a:pt x="90" y="8"/>
                    <a:pt x="90" y="8"/>
                  </a:cubicBezTo>
                  <a:cubicBezTo>
                    <a:pt x="89" y="7"/>
                    <a:pt x="80" y="6"/>
                    <a:pt x="80" y="5"/>
                  </a:cubicBezTo>
                  <a:cubicBezTo>
                    <a:pt x="78" y="4"/>
                    <a:pt x="79" y="3"/>
                    <a:pt x="78" y="3"/>
                  </a:cubicBezTo>
                  <a:cubicBezTo>
                    <a:pt x="77" y="3"/>
                    <a:pt x="76" y="3"/>
                    <a:pt x="75" y="3"/>
                  </a:cubicBezTo>
                  <a:cubicBezTo>
                    <a:pt x="74" y="2"/>
                    <a:pt x="73" y="1"/>
                    <a:pt x="71" y="0"/>
                  </a:cubicBezTo>
                  <a:cubicBezTo>
                    <a:pt x="71" y="0"/>
                    <a:pt x="70" y="0"/>
                    <a:pt x="70" y="0"/>
                  </a:cubicBezTo>
                  <a:cubicBezTo>
                    <a:pt x="70" y="0"/>
                    <a:pt x="69" y="1"/>
                    <a:pt x="69" y="1"/>
                  </a:cubicBezTo>
                  <a:cubicBezTo>
                    <a:pt x="68" y="1"/>
                    <a:pt x="68" y="1"/>
                    <a:pt x="67" y="0"/>
                  </a:cubicBezTo>
                  <a:cubicBezTo>
                    <a:pt x="67" y="1"/>
                    <a:pt x="62" y="1"/>
                    <a:pt x="60" y="1"/>
                  </a:cubicBezTo>
                  <a:cubicBezTo>
                    <a:pt x="59" y="2"/>
                    <a:pt x="58" y="4"/>
                    <a:pt x="56" y="5"/>
                  </a:cubicBezTo>
                  <a:cubicBezTo>
                    <a:pt x="56" y="7"/>
                    <a:pt x="56" y="10"/>
                    <a:pt x="58" y="10"/>
                  </a:cubicBezTo>
                  <a:cubicBezTo>
                    <a:pt x="57" y="12"/>
                    <a:pt x="57" y="13"/>
                    <a:pt x="56" y="14"/>
                  </a:cubicBezTo>
                  <a:cubicBezTo>
                    <a:pt x="56" y="15"/>
                    <a:pt x="51" y="17"/>
                    <a:pt x="50" y="19"/>
                  </a:cubicBezTo>
                  <a:cubicBezTo>
                    <a:pt x="50" y="19"/>
                    <a:pt x="50" y="19"/>
                    <a:pt x="50" y="19"/>
                  </a:cubicBezTo>
                  <a:cubicBezTo>
                    <a:pt x="49" y="20"/>
                    <a:pt x="48" y="19"/>
                    <a:pt x="47" y="20"/>
                  </a:cubicBezTo>
                  <a:cubicBezTo>
                    <a:pt x="47" y="20"/>
                    <a:pt x="47" y="21"/>
                    <a:pt x="47" y="21"/>
                  </a:cubicBezTo>
                  <a:cubicBezTo>
                    <a:pt x="46" y="21"/>
                    <a:pt x="44" y="21"/>
                    <a:pt x="43" y="22"/>
                  </a:cubicBezTo>
                  <a:cubicBezTo>
                    <a:pt x="43" y="23"/>
                    <a:pt x="42" y="24"/>
                    <a:pt x="41" y="24"/>
                  </a:cubicBezTo>
                  <a:cubicBezTo>
                    <a:pt x="41" y="25"/>
                    <a:pt x="37" y="25"/>
                    <a:pt x="36" y="26"/>
                  </a:cubicBezTo>
                  <a:cubicBezTo>
                    <a:pt x="36" y="27"/>
                    <a:pt x="36" y="27"/>
                    <a:pt x="36" y="28"/>
                  </a:cubicBezTo>
                  <a:cubicBezTo>
                    <a:pt x="35" y="28"/>
                    <a:pt x="30" y="30"/>
                    <a:pt x="30" y="31"/>
                  </a:cubicBezTo>
                  <a:cubicBezTo>
                    <a:pt x="29" y="32"/>
                    <a:pt x="28" y="34"/>
                    <a:pt x="27" y="34"/>
                  </a:cubicBezTo>
                  <a:cubicBezTo>
                    <a:pt x="24" y="36"/>
                    <a:pt x="22" y="37"/>
                    <a:pt x="19" y="38"/>
                  </a:cubicBezTo>
                  <a:cubicBezTo>
                    <a:pt x="17" y="38"/>
                    <a:pt x="17" y="38"/>
                    <a:pt x="17" y="37"/>
                  </a:cubicBezTo>
                  <a:cubicBezTo>
                    <a:pt x="16" y="38"/>
                    <a:pt x="9" y="42"/>
                    <a:pt x="9" y="43"/>
                  </a:cubicBezTo>
                  <a:cubicBezTo>
                    <a:pt x="6" y="43"/>
                    <a:pt x="3" y="44"/>
                    <a:pt x="1" y="46"/>
                  </a:cubicBezTo>
                  <a:cubicBezTo>
                    <a:pt x="0" y="46"/>
                    <a:pt x="0" y="46"/>
                    <a:pt x="0" y="46"/>
                  </a:cubicBezTo>
                  <a:cubicBezTo>
                    <a:pt x="0" y="46"/>
                    <a:pt x="0" y="47"/>
                    <a:pt x="0" y="47"/>
                  </a:cubicBezTo>
                  <a:cubicBezTo>
                    <a:pt x="2" y="47"/>
                    <a:pt x="2" y="47"/>
                    <a:pt x="3" y="47"/>
                  </a:cubicBezTo>
                  <a:cubicBezTo>
                    <a:pt x="4" y="48"/>
                    <a:pt x="4" y="49"/>
                    <a:pt x="4" y="49"/>
                  </a:cubicBezTo>
                  <a:cubicBezTo>
                    <a:pt x="4" y="50"/>
                    <a:pt x="8" y="51"/>
                    <a:pt x="9" y="51"/>
                  </a:cubicBezTo>
                  <a:cubicBezTo>
                    <a:pt x="10" y="51"/>
                    <a:pt x="10" y="51"/>
                    <a:pt x="10" y="52"/>
                  </a:cubicBezTo>
                  <a:cubicBezTo>
                    <a:pt x="12" y="51"/>
                    <a:pt x="13" y="50"/>
                    <a:pt x="14" y="50"/>
                  </a:cubicBezTo>
                  <a:cubicBezTo>
                    <a:pt x="14" y="50"/>
                    <a:pt x="15" y="50"/>
                    <a:pt x="15" y="50"/>
                  </a:cubicBezTo>
                  <a:cubicBezTo>
                    <a:pt x="15" y="51"/>
                    <a:pt x="15" y="50"/>
                    <a:pt x="15" y="51"/>
                  </a:cubicBezTo>
                  <a:cubicBezTo>
                    <a:pt x="15" y="56"/>
                    <a:pt x="14" y="62"/>
                    <a:pt x="13" y="64"/>
                  </a:cubicBezTo>
                  <a:cubicBezTo>
                    <a:pt x="13" y="67"/>
                    <a:pt x="13" y="69"/>
                    <a:pt x="13" y="72"/>
                  </a:cubicBezTo>
                  <a:cubicBezTo>
                    <a:pt x="12" y="75"/>
                    <a:pt x="14" y="76"/>
                    <a:pt x="14" y="78"/>
                  </a:cubicBezTo>
                  <a:cubicBezTo>
                    <a:pt x="15" y="80"/>
                    <a:pt x="14" y="84"/>
                    <a:pt x="15" y="86"/>
                  </a:cubicBezTo>
                  <a:cubicBezTo>
                    <a:pt x="15" y="86"/>
                    <a:pt x="15" y="87"/>
                    <a:pt x="15" y="87"/>
                  </a:cubicBezTo>
                  <a:cubicBezTo>
                    <a:pt x="15" y="87"/>
                    <a:pt x="13" y="96"/>
                    <a:pt x="13" y="97"/>
                  </a:cubicBezTo>
                  <a:cubicBezTo>
                    <a:pt x="14" y="98"/>
                    <a:pt x="14" y="99"/>
                    <a:pt x="15" y="99"/>
                  </a:cubicBezTo>
                  <a:cubicBezTo>
                    <a:pt x="15" y="100"/>
                    <a:pt x="14" y="103"/>
                    <a:pt x="14" y="104"/>
                  </a:cubicBezTo>
                  <a:cubicBezTo>
                    <a:pt x="14" y="104"/>
                    <a:pt x="15" y="105"/>
                    <a:pt x="15" y="106"/>
                  </a:cubicBezTo>
                  <a:cubicBezTo>
                    <a:pt x="15" y="106"/>
                    <a:pt x="14" y="110"/>
                    <a:pt x="14" y="111"/>
                  </a:cubicBezTo>
                  <a:cubicBezTo>
                    <a:pt x="14" y="111"/>
                    <a:pt x="15" y="111"/>
                    <a:pt x="15" y="112"/>
                  </a:cubicBezTo>
                  <a:cubicBezTo>
                    <a:pt x="16" y="112"/>
                    <a:pt x="14" y="115"/>
                    <a:pt x="15" y="117"/>
                  </a:cubicBezTo>
                  <a:cubicBezTo>
                    <a:pt x="16" y="120"/>
                    <a:pt x="16" y="127"/>
                    <a:pt x="14" y="130"/>
                  </a:cubicBezTo>
                  <a:cubicBezTo>
                    <a:pt x="14" y="131"/>
                    <a:pt x="15" y="133"/>
                    <a:pt x="15" y="134"/>
                  </a:cubicBezTo>
                  <a:cubicBezTo>
                    <a:pt x="14" y="134"/>
                    <a:pt x="13" y="135"/>
                    <a:pt x="14" y="136"/>
                  </a:cubicBezTo>
                  <a:cubicBezTo>
                    <a:pt x="14" y="138"/>
                    <a:pt x="13" y="138"/>
                    <a:pt x="13" y="139"/>
                  </a:cubicBezTo>
                  <a:cubicBezTo>
                    <a:pt x="14" y="143"/>
                    <a:pt x="13" y="147"/>
                    <a:pt x="12" y="149"/>
                  </a:cubicBezTo>
                  <a:cubicBezTo>
                    <a:pt x="13" y="153"/>
                    <a:pt x="12" y="157"/>
                    <a:pt x="12" y="159"/>
                  </a:cubicBezTo>
                  <a:cubicBezTo>
                    <a:pt x="12" y="161"/>
                    <a:pt x="13" y="164"/>
                    <a:pt x="11" y="165"/>
                  </a:cubicBezTo>
                  <a:cubicBezTo>
                    <a:pt x="11" y="168"/>
                    <a:pt x="13" y="172"/>
                    <a:pt x="10" y="174"/>
                  </a:cubicBezTo>
                  <a:cubicBezTo>
                    <a:pt x="12" y="177"/>
                    <a:pt x="11" y="180"/>
                    <a:pt x="10" y="183"/>
                  </a:cubicBezTo>
                  <a:cubicBezTo>
                    <a:pt x="10" y="183"/>
                    <a:pt x="10" y="183"/>
                    <a:pt x="10" y="184"/>
                  </a:cubicBezTo>
                  <a:cubicBezTo>
                    <a:pt x="11" y="184"/>
                    <a:pt x="11" y="185"/>
                    <a:pt x="11" y="186"/>
                  </a:cubicBezTo>
                  <a:cubicBezTo>
                    <a:pt x="11" y="188"/>
                    <a:pt x="10" y="189"/>
                    <a:pt x="10" y="191"/>
                  </a:cubicBezTo>
                  <a:cubicBezTo>
                    <a:pt x="10" y="192"/>
                    <a:pt x="9" y="194"/>
                    <a:pt x="10" y="196"/>
                  </a:cubicBezTo>
                  <a:cubicBezTo>
                    <a:pt x="11" y="200"/>
                    <a:pt x="12" y="206"/>
                    <a:pt x="13" y="211"/>
                  </a:cubicBezTo>
                  <a:cubicBezTo>
                    <a:pt x="14" y="211"/>
                    <a:pt x="14" y="211"/>
                    <a:pt x="14" y="211"/>
                  </a:cubicBezTo>
                  <a:cubicBezTo>
                    <a:pt x="16" y="210"/>
                    <a:pt x="15" y="210"/>
                    <a:pt x="16" y="208"/>
                  </a:cubicBezTo>
                  <a:cubicBezTo>
                    <a:pt x="16" y="207"/>
                    <a:pt x="18" y="206"/>
                    <a:pt x="18" y="205"/>
                  </a:cubicBezTo>
                  <a:cubicBezTo>
                    <a:pt x="19" y="204"/>
                    <a:pt x="19" y="203"/>
                    <a:pt x="19" y="202"/>
                  </a:cubicBezTo>
                  <a:cubicBezTo>
                    <a:pt x="21" y="200"/>
                    <a:pt x="25" y="198"/>
                    <a:pt x="27" y="196"/>
                  </a:cubicBezTo>
                  <a:cubicBezTo>
                    <a:pt x="29" y="196"/>
                    <a:pt x="33" y="196"/>
                    <a:pt x="34" y="194"/>
                  </a:cubicBezTo>
                  <a:cubicBezTo>
                    <a:pt x="36" y="194"/>
                    <a:pt x="36" y="195"/>
                    <a:pt x="37" y="195"/>
                  </a:cubicBezTo>
                  <a:cubicBezTo>
                    <a:pt x="39" y="195"/>
                    <a:pt x="39" y="194"/>
                    <a:pt x="40" y="193"/>
                  </a:cubicBezTo>
                  <a:cubicBezTo>
                    <a:pt x="43" y="192"/>
                    <a:pt x="46" y="193"/>
                    <a:pt x="48" y="191"/>
                  </a:cubicBezTo>
                  <a:cubicBezTo>
                    <a:pt x="51" y="190"/>
                    <a:pt x="51" y="193"/>
                    <a:pt x="53" y="193"/>
                  </a:cubicBezTo>
                  <a:cubicBezTo>
                    <a:pt x="54" y="192"/>
                    <a:pt x="55" y="192"/>
                    <a:pt x="55" y="191"/>
                  </a:cubicBezTo>
                  <a:cubicBezTo>
                    <a:pt x="55" y="191"/>
                    <a:pt x="56" y="191"/>
                    <a:pt x="56" y="191"/>
                  </a:cubicBezTo>
                  <a:cubicBezTo>
                    <a:pt x="56" y="192"/>
                    <a:pt x="56" y="192"/>
                    <a:pt x="56" y="192"/>
                  </a:cubicBezTo>
                  <a:cubicBezTo>
                    <a:pt x="58" y="191"/>
                    <a:pt x="64" y="190"/>
                    <a:pt x="66" y="191"/>
                  </a:cubicBezTo>
                  <a:cubicBezTo>
                    <a:pt x="66" y="191"/>
                    <a:pt x="67" y="191"/>
                    <a:pt x="67" y="191"/>
                  </a:cubicBezTo>
                  <a:cubicBezTo>
                    <a:pt x="67" y="191"/>
                    <a:pt x="67" y="191"/>
                    <a:pt x="67" y="191"/>
                  </a:cubicBezTo>
                  <a:cubicBezTo>
                    <a:pt x="68" y="191"/>
                    <a:pt x="68" y="191"/>
                    <a:pt x="68" y="191"/>
                  </a:cubicBezTo>
                  <a:cubicBezTo>
                    <a:pt x="70" y="191"/>
                    <a:pt x="71" y="191"/>
                    <a:pt x="72" y="192"/>
                  </a:cubicBezTo>
                  <a:cubicBezTo>
                    <a:pt x="73" y="191"/>
                    <a:pt x="79" y="192"/>
                    <a:pt x="79" y="192"/>
                  </a:cubicBezTo>
                  <a:cubicBezTo>
                    <a:pt x="81" y="192"/>
                    <a:pt x="90" y="192"/>
                    <a:pt x="91" y="191"/>
                  </a:cubicBezTo>
                  <a:cubicBezTo>
                    <a:pt x="93" y="191"/>
                    <a:pt x="94" y="194"/>
                    <a:pt x="97" y="193"/>
                  </a:cubicBezTo>
                  <a:cubicBezTo>
                    <a:pt x="100" y="192"/>
                    <a:pt x="108" y="195"/>
                    <a:pt x="111" y="196"/>
                  </a:cubicBezTo>
                  <a:cubicBezTo>
                    <a:pt x="112" y="196"/>
                    <a:pt x="113" y="195"/>
                    <a:pt x="114" y="195"/>
                  </a:cubicBezTo>
                  <a:cubicBezTo>
                    <a:pt x="116" y="196"/>
                    <a:pt x="117" y="197"/>
                    <a:pt x="119" y="196"/>
                  </a:cubicBezTo>
                  <a:cubicBezTo>
                    <a:pt x="122" y="195"/>
                    <a:pt x="128" y="200"/>
                    <a:pt x="130" y="200"/>
                  </a:cubicBezTo>
                  <a:cubicBezTo>
                    <a:pt x="132" y="199"/>
                    <a:pt x="142" y="200"/>
                    <a:pt x="144" y="202"/>
                  </a:cubicBezTo>
                  <a:cubicBezTo>
                    <a:pt x="145" y="202"/>
                    <a:pt x="146" y="202"/>
                    <a:pt x="147" y="202"/>
                  </a:cubicBezTo>
                  <a:cubicBezTo>
                    <a:pt x="149" y="202"/>
                    <a:pt x="152" y="204"/>
                    <a:pt x="155" y="203"/>
                  </a:cubicBezTo>
                  <a:cubicBezTo>
                    <a:pt x="160" y="201"/>
                    <a:pt x="161" y="200"/>
                    <a:pt x="166" y="197"/>
                  </a:cubicBezTo>
                  <a:cubicBezTo>
                    <a:pt x="171" y="193"/>
                    <a:pt x="166" y="176"/>
                    <a:pt x="167" y="171"/>
                  </a:cubicBezTo>
                  <a:close/>
                  <a:moveTo>
                    <a:pt x="70" y="155"/>
                  </a:moveTo>
                  <a:cubicBezTo>
                    <a:pt x="70" y="157"/>
                    <a:pt x="70" y="159"/>
                    <a:pt x="70" y="161"/>
                  </a:cubicBezTo>
                  <a:cubicBezTo>
                    <a:pt x="70" y="162"/>
                    <a:pt x="69" y="167"/>
                    <a:pt x="69" y="168"/>
                  </a:cubicBezTo>
                  <a:cubicBezTo>
                    <a:pt x="64" y="172"/>
                    <a:pt x="49" y="171"/>
                    <a:pt x="42" y="171"/>
                  </a:cubicBezTo>
                  <a:cubicBezTo>
                    <a:pt x="38" y="172"/>
                    <a:pt x="36" y="173"/>
                    <a:pt x="32" y="172"/>
                  </a:cubicBezTo>
                  <a:cubicBezTo>
                    <a:pt x="32" y="172"/>
                    <a:pt x="32" y="172"/>
                    <a:pt x="32" y="172"/>
                  </a:cubicBezTo>
                  <a:cubicBezTo>
                    <a:pt x="30" y="171"/>
                    <a:pt x="30" y="169"/>
                    <a:pt x="30" y="168"/>
                  </a:cubicBezTo>
                  <a:cubicBezTo>
                    <a:pt x="29" y="167"/>
                    <a:pt x="26" y="166"/>
                    <a:pt x="25" y="165"/>
                  </a:cubicBezTo>
                  <a:cubicBezTo>
                    <a:pt x="25" y="163"/>
                    <a:pt x="24" y="161"/>
                    <a:pt x="23" y="160"/>
                  </a:cubicBezTo>
                  <a:cubicBezTo>
                    <a:pt x="23" y="159"/>
                    <a:pt x="23" y="159"/>
                    <a:pt x="23" y="159"/>
                  </a:cubicBezTo>
                  <a:cubicBezTo>
                    <a:pt x="24" y="158"/>
                    <a:pt x="23" y="154"/>
                    <a:pt x="23" y="152"/>
                  </a:cubicBezTo>
                  <a:cubicBezTo>
                    <a:pt x="25" y="151"/>
                    <a:pt x="24" y="149"/>
                    <a:pt x="26" y="148"/>
                  </a:cubicBezTo>
                  <a:cubicBezTo>
                    <a:pt x="26" y="149"/>
                    <a:pt x="29" y="146"/>
                    <a:pt x="32" y="146"/>
                  </a:cubicBezTo>
                  <a:cubicBezTo>
                    <a:pt x="34" y="146"/>
                    <a:pt x="35" y="143"/>
                    <a:pt x="37" y="143"/>
                  </a:cubicBezTo>
                  <a:cubicBezTo>
                    <a:pt x="40" y="142"/>
                    <a:pt x="42" y="143"/>
                    <a:pt x="45" y="143"/>
                  </a:cubicBezTo>
                  <a:cubicBezTo>
                    <a:pt x="47" y="142"/>
                    <a:pt x="50" y="142"/>
                    <a:pt x="51" y="142"/>
                  </a:cubicBezTo>
                  <a:cubicBezTo>
                    <a:pt x="56" y="141"/>
                    <a:pt x="65" y="144"/>
                    <a:pt x="67" y="141"/>
                  </a:cubicBezTo>
                  <a:cubicBezTo>
                    <a:pt x="68" y="141"/>
                    <a:pt x="68" y="141"/>
                    <a:pt x="69" y="141"/>
                  </a:cubicBezTo>
                  <a:cubicBezTo>
                    <a:pt x="70" y="144"/>
                    <a:pt x="70" y="146"/>
                    <a:pt x="71" y="149"/>
                  </a:cubicBezTo>
                  <a:cubicBezTo>
                    <a:pt x="72" y="152"/>
                    <a:pt x="69" y="153"/>
                    <a:pt x="70" y="155"/>
                  </a:cubicBezTo>
                  <a:close/>
                  <a:moveTo>
                    <a:pt x="70" y="124"/>
                  </a:moveTo>
                  <a:cubicBezTo>
                    <a:pt x="70" y="123"/>
                    <a:pt x="70" y="123"/>
                    <a:pt x="70" y="123"/>
                  </a:cubicBezTo>
                  <a:cubicBezTo>
                    <a:pt x="70" y="123"/>
                    <a:pt x="70" y="124"/>
                    <a:pt x="70" y="124"/>
                  </a:cubicBezTo>
                  <a:cubicBezTo>
                    <a:pt x="70" y="124"/>
                    <a:pt x="62" y="127"/>
                    <a:pt x="62" y="127"/>
                  </a:cubicBezTo>
                  <a:cubicBezTo>
                    <a:pt x="62" y="127"/>
                    <a:pt x="55" y="128"/>
                    <a:pt x="54" y="129"/>
                  </a:cubicBezTo>
                  <a:cubicBezTo>
                    <a:pt x="54" y="129"/>
                    <a:pt x="53" y="129"/>
                    <a:pt x="53" y="129"/>
                  </a:cubicBezTo>
                  <a:cubicBezTo>
                    <a:pt x="45" y="129"/>
                    <a:pt x="37" y="132"/>
                    <a:pt x="30" y="127"/>
                  </a:cubicBezTo>
                  <a:cubicBezTo>
                    <a:pt x="30" y="127"/>
                    <a:pt x="30" y="126"/>
                    <a:pt x="30" y="126"/>
                  </a:cubicBezTo>
                  <a:cubicBezTo>
                    <a:pt x="28" y="125"/>
                    <a:pt x="28" y="124"/>
                    <a:pt x="25" y="121"/>
                  </a:cubicBezTo>
                  <a:cubicBezTo>
                    <a:pt x="26" y="120"/>
                    <a:pt x="25" y="118"/>
                    <a:pt x="25" y="118"/>
                  </a:cubicBezTo>
                  <a:cubicBezTo>
                    <a:pt x="25" y="113"/>
                    <a:pt x="29" y="110"/>
                    <a:pt x="32" y="109"/>
                  </a:cubicBezTo>
                  <a:cubicBezTo>
                    <a:pt x="33" y="108"/>
                    <a:pt x="35" y="108"/>
                    <a:pt x="36" y="108"/>
                  </a:cubicBezTo>
                  <a:cubicBezTo>
                    <a:pt x="38" y="107"/>
                    <a:pt x="40" y="106"/>
                    <a:pt x="42" y="105"/>
                  </a:cubicBezTo>
                  <a:cubicBezTo>
                    <a:pt x="43" y="105"/>
                    <a:pt x="49" y="105"/>
                    <a:pt x="49" y="104"/>
                  </a:cubicBezTo>
                  <a:cubicBezTo>
                    <a:pt x="51" y="104"/>
                    <a:pt x="58" y="105"/>
                    <a:pt x="59" y="105"/>
                  </a:cubicBezTo>
                  <a:cubicBezTo>
                    <a:pt x="61" y="105"/>
                    <a:pt x="65" y="103"/>
                    <a:pt x="68" y="104"/>
                  </a:cubicBezTo>
                  <a:cubicBezTo>
                    <a:pt x="68" y="104"/>
                    <a:pt x="69" y="103"/>
                    <a:pt x="69" y="103"/>
                  </a:cubicBezTo>
                  <a:cubicBezTo>
                    <a:pt x="69" y="103"/>
                    <a:pt x="71" y="104"/>
                    <a:pt x="71" y="104"/>
                  </a:cubicBezTo>
                  <a:cubicBezTo>
                    <a:pt x="73" y="105"/>
                    <a:pt x="72" y="110"/>
                    <a:pt x="72" y="112"/>
                  </a:cubicBezTo>
                  <a:cubicBezTo>
                    <a:pt x="71" y="115"/>
                    <a:pt x="73" y="121"/>
                    <a:pt x="70" y="124"/>
                  </a:cubicBezTo>
                  <a:close/>
                </a:path>
              </a:pathLst>
            </a:custGeom>
            <a:solidFill>
              <a:schemeClr val="bg2"/>
            </a:solidFill>
            <a:ln>
              <a:noFill/>
            </a:ln>
          </p:spPr>
          <p:txBody>
            <a:bodyPr vert="horz" wrap="square" lIns="91440" tIns="45720" rIns="91440" bIns="45720" numCol="1" anchor="t" anchorCtr="0" compatLnSpc="1"/>
            <a:lstStyle/>
            <a:p>
              <a:endParaRPr lang="zh-CN" altLang="en-US" dirty="0"/>
            </a:p>
          </p:txBody>
        </p:sp>
        <p:sp>
          <p:nvSpPr>
            <p:cNvPr id="104" name="Freeform 11"/>
            <p:cNvSpPr/>
            <p:nvPr userDrawn="1"/>
          </p:nvSpPr>
          <p:spPr bwMode="auto">
            <a:xfrm>
              <a:off x="1222944" y="4836572"/>
              <a:ext cx="339647" cy="559418"/>
            </a:xfrm>
            <a:custGeom>
              <a:avLst/>
              <a:gdLst>
                <a:gd name="T0" fmla="*/ 103 w 136"/>
                <a:gd name="T1" fmla="*/ 7 h 223"/>
                <a:gd name="T2" fmla="*/ 106 w 136"/>
                <a:gd name="T3" fmla="*/ 25 h 223"/>
                <a:gd name="T4" fmla="*/ 103 w 136"/>
                <a:gd name="T5" fmla="*/ 38 h 223"/>
                <a:gd name="T6" fmla="*/ 94 w 136"/>
                <a:gd name="T7" fmla="*/ 60 h 223"/>
                <a:gd name="T8" fmla="*/ 105 w 136"/>
                <a:gd name="T9" fmla="*/ 71 h 223"/>
                <a:gd name="T10" fmla="*/ 116 w 136"/>
                <a:gd name="T11" fmla="*/ 53 h 223"/>
                <a:gd name="T12" fmla="*/ 119 w 136"/>
                <a:gd name="T13" fmla="*/ 38 h 223"/>
                <a:gd name="T14" fmla="*/ 124 w 136"/>
                <a:gd name="T15" fmla="*/ 9 h 223"/>
                <a:gd name="T16" fmla="*/ 135 w 136"/>
                <a:gd name="T17" fmla="*/ 25 h 223"/>
                <a:gd name="T18" fmla="*/ 128 w 136"/>
                <a:gd name="T19" fmla="*/ 42 h 223"/>
                <a:gd name="T20" fmla="*/ 124 w 136"/>
                <a:gd name="T21" fmla="*/ 63 h 223"/>
                <a:gd name="T22" fmla="*/ 96 w 136"/>
                <a:gd name="T23" fmla="*/ 85 h 223"/>
                <a:gd name="T24" fmla="*/ 92 w 136"/>
                <a:gd name="T25" fmla="*/ 129 h 223"/>
                <a:gd name="T26" fmla="*/ 86 w 136"/>
                <a:gd name="T27" fmla="*/ 160 h 223"/>
                <a:gd name="T28" fmla="*/ 79 w 136"/>
                <a:gd name="T29" fmla="*/ 176 h 223"/>
                <a:gd name="T30" fmla="*/ 69 w 136"/>
                <a:gd name="T31" fmla="*/ 162 h 223"/>
                <a:gd name="T32" fmla="*/ 61 w 136"/>
                <a:gd name="T33" fmla="*/ 174 h 223"/>
                <a:gd name="T34" fmla="*/ 52 w 136"/>
                <a:gd name="T35" fmla="*/ 223 h 223"/>
                <a:gd name="T36" fmla="*/ 45 w 136"/>
                <a:gd name="T37" fmla="*/ 211 h 223"/>
                <a:gd name="T38" fmla="*/ 46 w 136"/>
                <a:gd name="T39" fmla="*/ 152 h 223"/>
                <a:gd name="T40" fmla="*/ 27 w 136"/>
                <a:gd name="T41" fmla="*/ 153 h 223"/>
                <a:gd name="T42" fmla="*/ 2 w 136"/>
                <a:gd name="T43" fmla="*/ 149 h 223"/>
                <a:gd name="T44" fmla="*/ 2 w 136"/>
                <a:gd name="T45" fmla="*/ 126 h 223"/>
                <a:gd name="T46" fmla="*/ 7 w 136"/>
                <a:gd name="T47" fmla="*/ 95 h 223"/>
                <a:gd name="T48" fmla="*/ 11 w 136"/>
                <a:gd name="T49" fmla="*/ 68 h 223"/>
                <a:gd name="T50" fmla="*/ 15 w 136"/>
                <a:gd name="T51" fmla="*/ 50 h 223"/>
                <a:gd name="T52" fmla="*/ 30 w 136"/>
                <a:gd name="T53" fmla="*/ 65 h 223"/>
                <a:gd name="T54" fmla="*/ 28 w 136"/>
                <a:gd name="T55" fmla="*/ 74 h 223"/>
                <a:gd name="T56" fmla="*/ 29 w 136"/>
                <a:gd name="T57" fmla="*/ 100 h 223"/>
                <a:gd name="T58" fmla="*/ 47 w 136"/>
                <a:gd name="T59" fmla="*/ 90 h 223"/>
                <a:gd name="T60" fmla="*/ 49 w 136"/>
                <a:gd name="T61" fmla="*/ 64 h 223"/>
                <a:gd name="T62" fmla="*/ 50 w 136"/>
                <a:gd name="T63" fmla="*/ 31 h 223"/>
                <a:gd name="T64" fmla="*/ 66 w 136"/>
                <a:gd name="T65" fmla="*/ 4 h 223"/>
                <a:gd name="T66" fmla="*/ 69 w 136"/>
                <a:gd name="T67" fmla="*/ 34 h 223"/>
                <a:gd name="T68" fmla="*/ 65 w 136"/>
                <a:gd name="T69" fmla="*/ 55 h 223"/>
                <a:gd name="T70" fmla="*/ 65 w 136"/>
                <a:gd name="T71" fmla="*/ 97 h 223"/>
                <a:gd name="T72" fmla="*/ 69 w 136"/>
                <a:gd name="T73" fmla="*/ 126 h 223"/>
                <a:gd name="T74" fmla="*/ 62 w 136"/>
                <a:gd name="T75" fmla="*/ 139 h 223"/>
                <a:gd name="T76" fmla="*/ 74 w 136"/>
                <a:gd name="T77" fmla="*/ 153 h 223"/>
                <a:gd name="T78" fmla="*/ 82 w 136"/>
                <a:gd name="T79" fmla="*/ 139 h 223"/>
                <a:gd name="T80" fmla="*/ 85 w 136"/>
                <a:gd name="T81" fmla="*/ 97 h 223"/>
                <a:gd name="T82" fmla="*/ 75 w 136"/>
                <a:gd name="T83" fmla="*/ 85 h 223"/>
                <a:gd name="T84" fmla="*/ 66 w 136"/>
                <a:gd name="T85" fmla="*/ 91 h 223"/>
                <a:gd name="T86" fmla="*/ 69 w 136"/>
                <a:gd name="T87" fmla="*/ 81 h 223"/>
                <a:gd name="T88" fmla="*/ 87 w 136"/>
                <a:gd name="T89" fmla="*/ 54 h 223"/>
                <a:gd name="T90" fmla="*/ 91 w 136"/>
                <a:gd name="T91" fmla="*/ 1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223">
                  <a:moveTo>
                    <a:pt x="94" y="2"/>
                  </a:moveTo>
                  <a:cubicBezTo>
                    <a:pt x="96" y="3"/>
                    <a:pt x="100" y="3"/>
                    <a:pt x="101" y="4"/>
                  </a:cubicBezTo>
                  <a:cubicBezTo>
                    <a:pt x="102" y="5"/>
                    <a:pt x="102" y="6"/>
                    <a:pt x="103" y="7"/>
                  </a:cubicBezTo>
                  <a:cubicBezTo>
                    <a:pt x="104" y="9"/>
                    <a:pt x="106" y="12"/>
                    <a:pt x="106" y="13"/>
                  </a:cubicBezTo>
                  <a:cubicBezTo>
                    <a:pt x="107" y="15"/>
                    <a:pt x="106" y="19"/>
                    <a:pt x="106" y="20"/>
                  </a:cubicBezTo>
                  <a:cubicBezTo>
                    <a:pt x="106" y="22"/>
                    <a:pt x="106" y="23"/>
                    <a:pt x="106" y="25"/>
                  </a:cubicBezTo>
                  <a:cubicBezTo>
                    <a:pt x="105" y="27"/>
                    <a:pt x="105" y="29"/>
                    <a:pt x="104" y="31"/>
                  </a:cubicBezTo>
                  <a:cubicBezTo>
                    <a:pt x="104" y="33"/>
                    <a:pt x="104" y="35"/>
                    <a:pt x="104" y="36"/>
                  </a:cubicBezTo>
                  <a:cubicBezTo>
                    <a:pt x="103" y="37"/>
                    <a:pt x="103" y="37"/>
                    <a:pt x="103" y="38"/>
                  </a:cubicBezTo>
                  <a:cubicBezTo>
                    <a:pt x="102" y="39"/>
                    <a:pt x="103" y="41"/>
                    <a:pt x="103" y="42"/>
                  </a:cubicBezTo>
                  <a:cubicBezTo>
                    <a:pt x="103" y="43"/>
                    <a:pt x="103" y="44"/>
                    <a:pt x="103" y="46"/>
                  </a:cubicBezTo>
                  <a:cubicBezTo>
                    <a:pt x="100" y="51"/>
                    <a:pt x="96" y="54"/>
                    <a:pt x="94" y="60"/>
                  </a:cubicBezTo>
                  <a:cubicBezTo>
                    <a:pt x="94" y="62"/>
                    <a:pt x="96" y="72"/>
                    <a:pt x="96" y="73"/>
                  </a:cubicBezTo>
                  <a:cubicBezTo>
                    <a:pt x="99" y="73"/>
                    <a:pt x="100" y="73"/>
                    <a:pt x="102" y="72"/>
                  </a:cubicBezTo>
                  <a:cubicBezTo>
                    <a:pt x="103" y="72"/>
                    <a:pt x="104" y="72"/>
                    <a:pt x="105" y="71"/>
                  </a:cubicBezTo>
                  <a:cubicBezTo>
                    <a:pt x="110" y="70"/>
                    <a:pt x="110" y="66"/>
                    <a:pt x="112" y="60"/>
                  </a:cubicBezTo>
                  <a:cubicBezTo>
                    <a:pt x="112" y="58"/>
                    <a:pt x="115" y="56"/>
                    <a:pt x="116" y="54"/>
                  </a:cubicBezTo>
                  <a:cubicBezTo>
                    <a:pt x="116" y="54"/>
                    <a:pt x="116" y="53"/>
                    <a:pt x="116" y="53"/>
                  </a:cubicBezTo>
                  <a:cubicBezTo>
                    <a:pt x="116" y="53"/>
                    <a:pt x="118" y="48"/>
                    <a:pt x="117" y="47"/>
                  </a:cubicBezTo>
                  <a:cubicBezTo>
                    <a:pt x="118" y="47"/>
                    <a:pt x="119" y="47"/>
                    <a:pt x="119" y="45"/>
                  </a:cubicBezTo>
                  <a:cubicBezTo>
                    <a:pt x="119" y="43"/>
                    <a:pt x="119" y="41"/>
                    <a:pt x="119" y="38"/>
                  </a:cubicBezTo>
                  <a:cubicBezTo>
                    <a:pt x="118" y="35"/>
                    <a:pt x="120" y="23"/>
                    <a:pt x="122" y="19"/>
                  </a:cubicBezTo>
                  <a:cubicBezTo>
                    <a:pt x="122" y="18"/>
                    <a:pt x="122" y="18"/>
                    <a:pt x="121" y="19"/>
                  </a:cubicBezTo>
                  <a:cubicBezTo>
                    <a:pt x="119" y="13"/>
                    <a:pt x="118" y="11"/>
                    <a:pt x="124" y="9"/>
                  </a:cubicBezTo>
                  <a:cubicBezTo>
                    <a:pt x="126" y="9"/>
                    <a:pt x="126" y="8"/>
                    <a:pt x="128" y="9"/>
                  </a:cubicBezTo>
                  <a:cubicBezTo>
                    <a:pt x="132" y="11"/>
                    <a:pt x="134" y="17"/>
                    <a:pt x="135" y="22"/>
                  </a:cubicBezTo>
                  <a:cubicBezTo>
                    <a:pt x="135" y="23"/>
                    <a:pt x="135" y="24"/>
                    <a:pt x="135" y="25"/>
                  </a:cubicBezTo>
                  <a:cubicBezTo>
                    <a:pt x="135" y="26"/>
                    <a:pt x="136" y="27"/>
                    <a:pt x="136" y="29"/>
                  </a:cubicBezTo>
                  <a:cubicBezTo>
                    <a:pt x="135" y="29"/>
                    <a:pt x="135" y="29"/>
                    <a:pt x="134" y="30"/>
                  </a:cubicBezTo>
                  <a:cubicBezTo>
                    <a:pt x="135" y="35"/>
                    <a:pt x="130" y="39"/>
                    <a:pt x="128" y="42"/>
                  </a:cubicBezTo>
                  <a:cubicBezTo>
                    <a:pt x="128" y="44"/>
                    <a:pt x="127" y="46"/>
                    <a:pt x="127" y="48"/>
                  </a:cubicBezTo>
                  <a:cubicBezTo>
                    <a:pt x="127" y="48"/>
                    <a:pt x="126" y="49"/>
                    <a:pt x="126" y="50"/>
                  </a:cubicBezTo>
                  <a:cubicBezTo>
                    <a:pt x="128" y="53"/>
                    <a:pt x="126" y="59"/>
                    <a:pt x="124" y="63"/>
                  </a:cubicBezTo>
                  <a:cubicBezTo>
                    <a:pt x="123" y="66"/>
                    <a:pt x="124" y="69"/>
                    <a:pt x="123" y="74"/>
                  </a:cubicBezTo>
                  <a:cubicBezTo>
                    <a:pt x="122" y="78"/>
                    <a:pt x="117" y="84"/>
                    <a:pt x="114" y="85"/>
                  </a:cubicBezTo>
                  <a:cubicBezTo>
                    <a:pt x="109" y="88"/>
                    <a:pt x="100" y="78"/>
                    <a:pt x="96" y="85"/>
                  </a:cubicBezTo>
                  <a:cubicBezTo>
                    <a:pt x="95" y="86"/>
                    <a:pt x="95" y="89"/>
                    <a:pt x="94" y="91"/>
                  </a:cubicBezTo>
                  <a:cubicBezTo>
                    <a:pt x="94" y="98"/>
                    <a:pt x="94" y="106"/>
                    <a:pt x="94" y="113"/>
                  </a:cubicBezTo>
                  <a:cubicBezTo>
                    <a:pt x="94" y="119"/>
                    <a:pt x="93" y="124"/>
                    <a:pt x="92" y="129"/>
                  </a:cubicBezTo>
                  <a:cubicBezTo>
                    <a:pt x="92" y="130"/>
                    <a:pt x="92" y="142"/>
                    <a:pt x="92" y="142"/>
                  </a:cubicBezTo>
                  <a:cubicBezTo>
                    <a:pt x="92" y="143"/>
                    <a:pt x="89" y="153"/>
                    <a:pt x="90" y="154"/>
                  </a:cubicBezTo>
                  <a:cubicBezTo>
                    <a:pt x="88" y="155"/>
                    <a:pt x="87" y="158"/>
                    <a:pt x="86" y="160"/>
                  </a:cubicBezTo>
                  <a:cubicBezTo>
                    <a:pt x="86" y="162"/>
                    <a:pt x="86" y="164"/>
                    <a:pt x="86" y="166"/>
                  </a:cubicBezTo>
                  <a:cubicBezTo>
                    <a:pt x="84" y="168"/>
                    <a:pt x="84" y="170"/>
                    <a:pt x="83" y="172"/>
                  </a:cubicBezTo>
                  <a:cubicBezTo>
                    <a:pt x="83" y="173"/>
                    <a:pt x="80" y="175"/>
                    <a:pt x="79" y="176"/>
                  </a:cubicBezTo>
                  <a:cubicBezTo>
                    <a:pt x="78" y="177"/>
                    <a:pt x="72" y="173"/>
                    <a:pt x="71" y="171"/>
                  </a:cubicBezTo>
                  <a:cubicBezTo>
                    <a:pt x="71" y="170"/>
                    <a:pt x="69" y="168"/>
                    <a:pt x="69" y="166"/>
                  </a:cubicBezTo>
                  <a:cubicBezTo>
                    <a:pt x="68" y="165"/>
                    <a:pt x="68" y="163"/>
                    <a:pt x="69" y="162"/>
                  </a:cubicBezTo>
                  <a:cubicBezTo>
                    <a:pt x="67" y="158"/>
                    <a:pt x="65" y="149"/>
                    <a:pt x="61" y="149"/>
                  </a:cubicBezTo>
                  <a:cubicBezTo>
                    <a:pt x="61" y="156"/>
                    <a:pt x="61" y="162"/>
                    <a:pt x="60" y="169"/>
                  </a:cubicBezTo>
                  <a:cubicBezTo>
                    <a:pt x="61" y="171"/>
                    <a:pt x="61" y="172"/>
                    <a:pt x="61" y="174"/>
                  </a:cubicBezTo>
                  <a:cubicBezTo>
                    <a:pt x="60" y="177"/>
                    <a:pt x="59" y="180"/>
                    <a:pt x="58" y="183"/>
                  </a:cubicBezTo>
                  <a:cubicBezTo>
                    <a:pt x="58" y="188"/>
                    <a:pt x="58" y="194"/>
                    <a:pt x="58" y="199"/>
                  </a:cubicBezTo>
                  <a:cubicBezTo>
                    <a:pt x="58" y="209"/>
                    <a:pt x="61" y="222"/>
                    <a:pt x="52" y="223"/>
                  </a:cubicBezTo>
                  <a:cubicBezTo>
                    <a:pt x="51" y="221"/>
                    <a:pt x="48" y="222"/>
                    <a:pt x="47" y="220"/>
                  </a:cubicBezTo>
                  <a:cubicBezTo>
                    <a:pt x="47" y="218"/>
                    <a:pt x="47" y="217"/>
                    <a:pt x="47" y="215"/>
                  </a:cubicBezTo>
                  <a:cubicBezTo>
                    <a:pt x="46" y="213"/>
                    <a:pt x="45" y="212"/>
                    <a:pt x="45" y="211"/>
                  </a:cubicBezTo>
                  <a:cubicBezTo>
                    <a:pt x="43" y="207"/>
                    <a:pt x="45" y="202"/>
                    <a:pt x="44" y="198"/>
                  </a:cubicBezTo>
                  <a:cubicBezTo>
                    <a:pt x="43" y="190"/>
                    <a:pt x="43" y="178"/>
                    <a:pt x="44" y="170"/>
                  </a:cubicBezTo>
                  <a:cubicBezTo>
                    <a:pt x="46" y="163"/>
                    <a:pt x="43" y="156"/>
                    <a:pt x="46" y="152"/>
                  </a:cubicBezTo>
                  <a:cubicBezTo>
                    <a:pt x="45" y="150"/>
                    <a:pt x="44" y="148"/>
                    <a:pt x="41" y="148"/>
                  </a:cubicBezTo>
                  <a:cubicBezTo>
                    <a:pt x="39" y="148"/>
                    <a:pt x="37" y="150"/>
                    <a:pt x="36" y="150"/>
                  </a:cubicBezTo>
                  <a:cubicBezTo>
                    <a:pt x="33" y="151"/>
                    <a:pt x="29" y="151"/>
                    <a:pt x="27" y="153"/>
                  </a:cubicBezTo>
                  <a:cubicBezTo>
                    <a:pt x="26" y="157"/>
                    <a:pt x="10" y="158"/>
                    <a:pt x="6" y="155"/>
                  </a:cubicBezTo>
                  <a:cubicBezTo>
                    <a:pt x="5" y="154"/>
                    <a:pt x="5" y="153"/>
                    <a:pt x="5" y="151"/>
                  </a:cubicBezTo>
                  <a:cubicBezTo>
                    <a:pt x="4" y="151"/>
                    <a:pt x="3" y="150"/>
                    <a:pt x="2" y="149"/>
                  </a:cubicBezTo>
                  <a:cubicBezTo>
                    <a:pt x="1" y="146"/>
                    <a:pt x="2" y="142"/>
                    <a:pt x="1" y="139"/>
                  </a:cubicBezTo>
                  <a:cubicBezTo>
                    <a:pt x="1" y="136"/>
                    <a:pt x="0" y="134"/>
                    <a:pt x="0" y="132"/>
                  </a:cubicBezTo>
                  <a:cubicBezTo>
                    <a:pt x="1" y="130"/>
                    <a:pt x="2" y="127"/>
                    <a:pt x="2" y="126"/>
                  </a:cubicBezTo>
                  <a:cubicBezTo>
                    <a:pt x="2" y="125"/>
                    <a:pt x="2" y="116"/>
                    <a:pt x="2" y="115"/>
                  </a:cubicBezTo>
                  <a:cubicBezTo>
                    <a:pt x="3" y="111"/>
                    <a:pt x="5" y="107"/>
                    <a:pt x="7" y="105"/>
                  </a:cubicBezTo>
                  <a:cubicBezTo>
                    <a:pt x="7" y="102"/>
                    <a:pt x="7" y="98"/>
                    <a:pt x="7" y="95"/>
                  </a:cubicBezTo>
                  <a:cubicBezTo>
                    <a:pt x="8" y="94"/>
                    <a:pt x="9" y="93"/>
                    <a:pt x="10" y="92"/>
                  </a:cubicBezTo>
                  <a:cubicBezTo>
                    <a:pt x="11" y="89"/>
                    <a:pt x="10" y="86"/>
                    <a:pt x="11" y="84"/>
                  </a:cubicBezTo>
                  <a:cubicBezTo>
                    <a:pt x="12" y="82"/>
                    <a:pt x="10" y="71"/>
                    <a:pt x="11" y="68"/>
                  </a:cubicBezTo>
                  <a:cubicBezTo>
                    <a:pt x="11" y="66"/>
                    <a:pt x="11" y="64"/>
                    <a:pt x="10" y="62"/>
                  </a:cubicBezTo>
                  <a:cubicBezTo>
                    <a:pt x="11" y="61"/>
                    <a:pt x="14" y="51"/>
                    <a:pt x="14" y="50"/>
                  </a:cubicBezTo>
                  <a:cubicBezTo>
                    <a:pt x="15" y="50"/>
                    <a:pt x="15" y="50"/>
                    <a:pt x="15" y="50"/>
                  </a:cubicBezTo>
                  <a:cubicBezTo>
                    <a:pt x="17" y="47"/>
                    <a:pt x="23" y="32"/>
                    <a:pt x="30" y="38"/>
                  </a:cubicBezTo>
                  <a:cubicBezTo>
                    <a:pt x="37" y="45"/>
                    <a:pt x="27" y="48"/>
                    <a:pt x="29" y="53"/>
                  </a:cubicBezTo>
                  <a:cubicBezTo>
                    <a:pt x="30" y="57"/>
                    <a:pt x="31" y="60"/>
                    <a:pt x="30" y="65"/>
                  </a:cubicBezTo>
                  <a:cubicBezTo>
                    <a:pt x="30" y="66"/>
                    <a:pt x="30" y="66"/>
                    <a:pt x="30" y="66"/>
                  </a:cubicBezTo>
                  <a:cubicBezTo>
                    <a:pt x="30" y="68"/>
                    <a:pt x="29" y="69"/>
                    <a:pt x="28" y="70"/>
                  </a:cubicBezTo>
                  <a:cubicBezTo>
                    <a:pt x="28" y="71"/>
                    <a:pt x="28" y="73"/>
                    <a:pt x="28" y="74"/>
                  </a:cubicBezTo>
                  <a:cubicBezTo>
                    <a:pt x="27" y="80"/>
                    <a:pt x="28" y="80"/>
                    <a:pt x="25" y="84"/>
                  </a:cubicBezTo>
                  <a:cubicBezTo>
                    <a:pt x="25" y="86"/>
                    <a:pt x="26" y="87"/>
                    <a:pt x="27" y="88"/>
                  </a:cubicBezTo>
                  <a:cubicBezTo>
                    <a:pt x="27" y="90"/>
                    <a:pt x="28" y="98"/>
                    <a:pt x="29" y="100"/>
                  </a:cubicBezTo>
                  <a:cubicBezTo>
                    <a:pt x="31" y="100"/>
                    <a:pt x="34" y="99"/>
                    <a:pt x="35" y="98"/>
                  </a:cubicBezTo>
                  <a:cubicBezTo>
                    <a:pt x="36" y="98"/>
                    <a:pt x="37" y="98"/>
                    <a:pt x="38" y="98"/>
                  </a:cubicBezTo>
                  <a:cubicBezTo>
                    <a:pt x="40" y="95"/>
                    <a:pt x="45" y="93"/>
                    <a:pt x="47" y="90"/>
                  </a:cubicBezTo>
                  <a:cubicBezTo>
                    <a:pt x="48" y="89"/>
                    <a:pt x="51" y="87"/>
                    <a:pt x="49" y="86"/>
                  </a:cubicBezTo>
                  <a:cubicBezTo>
                    <a:pt x="50" y="85"/>
                    <a:pt x="51" y="84"/>
                    <a:pt x="52" y="82"/>
                  </a:cubicBezTo>
                  <a:cubicBezTo>
                    <a:pt x="53" y="76"/>
                    <a:pt x="50" y="69"/>
                    <a:pt x="49" y="64"/>
                  </a:cubicBezTo>
                  <a:cubicBezTo>
                    <a:pt x="49" y="64"/>
                    <a:pt x="49" y="55"/>
                    <a:pt x="49" y="54"/>
                  </a:cubicBezTo>
                  <a:cubicBezTo>
                    <a:pt x="48" y="51"/>
                    <a:pt x="51" y="44"/>
                    <a:pt x="51" y="41"/>
                  </a:cubicBezTo>
                  <a:cubicBezTo>
                    <a:pt x="52" y="37"/>
                    <a:pt x="50" y="34"/>
                    <a:pt x="50" y="31"/>
                  </a:cubicBezTo>
                  <a:cubicBezTo>
                    <a:pt x="50" y="29"/>
                    <a:pt x="52" y="28"/>
                    <a:pt x="50" y="26"/>
                  </a:cubicBezTo>
                  <a:cubicBezTo>
                    <a:pt x="50" y="25"/>
                    <a:pt x="52" y="18"/>
                    <a:pt x="52" y="18"/>
                  </a:cubicBezTo>
                  <a:cubicBezTo>
                    <a:pt x="54" y="13"/>
                    <a:pt x="58" y="0"/>
                    <a:pt x="66" y="4"/>
                  </a:cubicBezTo>
                  <a:cubicBezTo>
                    <a:pt x="68" y="5"/>
                    <a:pt x="69" y="7"/>
                    <a:pt x="70" y="10"/>
                  </a:cubicBezTo>
                  <a:cubicBezTo>
                    <a:pt x="71" y="11"/>
                    <a:pt x="72" y="13"/>
                    <a:pt x="72" y="14"/>
                  </a:cubicBezTo>
                  <a:cubicBezTo>
                    <a:pt x="74" y="21"/>
                    <a:pt x="69" y="27"/>
                    <a:pt x="69" y="34"/>
                  </a:cubicBezTo>
                  <a:cubicBezTo>
                    <a:pt x="69" y="36"/>
                    <a:pt x="68" y="40"/>
                    <a:pt x="67" y="43"/>
                  </a:cubicBezTo>
                  <a:cubicBezTo>
                    <a:pt x="66" y="45"/>
                    <a:pt x="67" y="50"/>
                    <a:pt x="66" y="53"/>
                  </a:cubicBezTo>
                  <a:cubicBezTo>
                    <a:pt x="66" y="54"/>
                    <a:pt x="65" y="55"/>
                    <a:pt x="65" y="55"/>
                  </a:cubicBezTo>
                  <a:cubicBezTo>
                    <a:pt x="64" y="60"/>
                    <a:pt x="64" y="64"/>
                    <a:pt x="64" y="68"/>
                  </a:cubicBezTo>
                  <a:cubicBezTo>
                    <a:pt x="63" y="70"/>
                    <a:pt x="63" y="71"/>
                    <a:pt x="62" y="73"/>
                  </a:cubicBezTo>
                  <a:cubicBezTo>
                    <a:pt x="60" y="80"/>
                    <a:pt x="63" y="94"/>
                    <a:pt x="65" y="97"/>
                  </a:cubicBezTo>
                  <a:cubicBezTo>
                    <a:pt x="68" y="97"/>
                    <a:pt x="68" y="102"/>
                    <a:pt x="69" y="105"/>
                  </a:cubicBezTo>
                  <a:cubicBezTo>
                    <a:pt x="71" y="109"/>
                    <a:pt x="75" y="116"/>
                    <a:pt x="72" y="121"/>
                  </a:cubicBezTo>
                  <a:cubicBezTo>
                    <a:pt x="71" y="123"/>
                    <a:pt x="70" y="124"/>
                    <a:pt x="69" y="126"/>
                  </a:cubicBezTo>
                  <a:cubicBezTo>
                    <a:pt x="69" y="128"/>
                    <a:pt x="69" y="129"/>
                    <a:pt x="69" y="131"/>
                  </a:cubicBezTo>
                  <a:cubicBezTo>
                    <a:pt x="68" y="132"/>
                    <a:pt x="67" y="133"/>
                    <a:pt x="67" y="135"/>
                  </a:cubicBezTo>
                  <a:cubicBezTo>
                    <a:pt x="66" y="137"/>
                    <a:pt x="63" y="138"/>
                    <a:pt x="62" y="139"/>
                  </a:cubicBezTo>
                  <a:cubicBezTo>
                    <a:pt x="61" y="143"/>
                    <a:pt x="68" y="149"/>
                    <a:pt x="70" y="151"/>
                  </a:cubicBezTo>
                  <a:cubicBezTo>
                    <a:pt x="71" y="151"/>
                    <a:pt x="72" y="151"/>
                    <a:pt x="72" y="151"/>
                  </a:cubicBezTo>
                  <a:cubicBezTo>
                    <a:pt x="72" y="152"/>
                    <a:pt x="73" y="153"/>
                    <a:pt x="74" y="153"/>
                  </a:cubicBezTo>
                  <a:cubicBezTo>
                    <a:pt x="74" y="153"/>
                    <a:pt x="74" y="153"/>
                    <a:pt x="74" y="153"/>
                  </a:cubicBezTo>
                  <a:cubicBezTo>
                    <a:pt x="75" y="154"/>
                    <a:pt x="76" y="156"/>
                    <a:pt x="78" y="155"/>
                  </a:cubicBezTo>
                  <a:cubicBezTo>
                    <a:pt x="78" y="150"/>
                    <a:pt x="81" y="144"/>
                    <a:pt x="82" y="139"/>
                  </a:cubicBezTo>
                  <a:cubicBezTo>
                    <a:pt x="83" y="135"/>
                    <a:pt x="83" y="121"/>
                    <a:pt x="83" y="114"/>
                  </a:cubicBezTo>
                  <a:cubicBezTo>
                    <a:pt x="82" y="111"/>
                    <a:pt x="84" y="107"/>
                    <a:pt x="85" y="105"/>
                  </a:cubicBezTo>
                  <a:cubicBezTo>
                    <a:pt x="85" y="102"/>
                    <a:pt x="85" y="100"/>
                    <a:pt x="85" y="97"/>
                  </a:cubicBezTo>
                  <a:cubicBezTo>
                    <a:pt x="86" y="96"/>
                    <a:pt x="86" y="94"/>
                    <a:pt x="86" y="93"/>
                  </a:cubicBezTo>
                  <a:cubicBezTo>
                    <a:pt x="87" y="90"/>
                    <a:pt x="85" y="86"/>
                    <a:pt x="85" y="84"/>
                  </a:cubicBezTo>
                  <a:cubicBezTo>
                    <a:pt x="82" y="83"/>
                    <a:pt x="77" y="83"/>
                    <a:pt x="75" y="85"/>
                  </a:cubicBezTo>
                  <a:cubicBezTo>
                    <a:pt x="73" y="86"/>
                    <a:pt x="74" y="87"/>
                    <a:pt x="72" y="88"/>
                  </a:cubicBezTo>
                  <a:cubicBezTo>
                    <a:pt x="70" y="89"/>
                    <a:pt x="70" y="87"/>
                    <a:pt x="69" y="89"/>
                  </a:cubicBezTo>
                  <a:cubicBezTo>
                    <a:pt x="69" y="90"/>
                    <a:pt x="67" y="91"/>
                    <a:pt x="66" y="91"/>
                  </a:cubicBezTo>
                  <a:cubicBezTo>
                    <a:pt x="65" y="91"/>
                    <a:pt x="64" y="91"/>
                    <a:pt x="64" y="90"/>
                  </a:cubicBezTo>
                  <a:cubicBezTo>
                    <a:pt x="63" y="88"/>
                    <a:pt x="64" y="87"/>
                    <a:pt x="64" y="85"/>
                  </a:cubicBezTo>
                  <a:cubicBezTo>
                    <a:pt x="66" y="85"/>
                    <a:pt x="67" y="83"/>
                    <a:pt x="69" y="81"/>
                  </a:cubicBezTo>
                  <a:cubicBezTo>
                    <a:pt x="70" y="81"/>
                    <a:pt x="71" y="81"/>
                    <a:pt x="71" y="81"/>
                  </a:cubicBezTo>
                  <a:cubicBezTo>
                    <a:pt x="76" y="80"/>
                    <a:pt x="82" y="80"/>
                    <a:pt x="85" y="76"/>
                  </a:cubicBezTo>
                  <a:cubicBezTo>
                    <a:pt x="84" y="72"/>
                    <a:pt x="86" y="59"/>
                    <a:pt x="87" y="54"/>
                  </a:cubicBezTo>
                  <a:cubicBezTo>
                    <a:pt x="87" y="52"/>
                    <a:pt x="87" y="49"/>
                    <a:pt x="87" y="47"/>
                  </a:cubicBezTo>
                  <a:cubicBezTo>
                    <a:pt x="88" y="40"/>
                    <a:pt x="86" y="30"/>
                    <a:pt x="87" y="24"/>
                  </a:cubicBezTo>
                  <a:cubicBezTo>
                    <a:pt x="87" y="20"/>
                    <a:pt x="90" y="16"/>
                    <a:pt x="91" y="12"/>
                  </a:cubicBezTo>
                  <a:cubicBezTo>
                    <a:pt x="89" y="10"/>
                    <a:pt x="89" y="8"/>
                    <a:pt x="89" y="4"/>
                  </a:cubicBezTo>
                  <a:cubicBezTo>
                    <a:pt x="90" y="3"/>
                    <a:pt x="93" y="3"/>
                    <a:pt x="94" y="2"/>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5" name="Freeform 12"/>
            <p:cNvSpPr/>
            <p:nvPr userDrawn="1"/>
          </p:nvSpPr>
          <p:spPr bwMode="auto">
            <a:xfrm>
              <a:off x="1547869" y="4851294"/>
              <a:ext cx="294431" cy="193483"/>
            </a:xfrm>
            <a:custGeom>
              <a:avLst/>
              <a:gdLst>
                <a:gd name="T0" fmla="*/ 47 w 118"/>
                <a:gd name="T1" fmla="*/ 0 h 77"/>
                <a:gd name="T2" fmla="*/ 52 w 118"/>
                <a:gd name="T3" fmla="*/ 3 h 77"/>
                <a:gd name="T4" fmla="*/ 53 w 118"/>
                <a:gd name="T5" fmla="*/ 4 h 77"/>
                <a:gd name="T6" fmla="*/ 65 w 118"/>
                <a:gd name="T7" fmla="*/ 8 h 77"/>
                <a:gd name="T8" fmla="*/ 71 w 118"/>
                <a:gd name="T9" fmla="*/ 9 h 77"/>
                <a:gd name="T10" fmla="*/ 74 w 118"/>
                <a:gd name="T11" fmla="*/ 11 h 77"/>
                <a:gd name="T12" fmla="*/ 88 w 118"/>
                <a:gd name="T13" fmla="*/ 19 h 77"/>
                <a:gd name="T14" fmla="*/ 88 w 118"/>
                <a:gd name="T15" fmla="*/ 38 h 77"/>
                <a:gd name="T16" fmla="*/ 79 w 118"/>
                <a:gd name="T17" fmla="*/ 48 h 77"/>
                <a:gd name="T18" fmla="*/ 65 w 118"/>
                <a:gd name="T19" fmla="*/ 57 h 77"/>
                <a:gd name="T20" fmla="*/ 70 w 118"/>
                <a:gd name="T21" fmla="*/ 59 h 77"/>
                <a:gd name="T22" fmla="*/ 86 w 118"/>
                <a:gd name="T23" fmla="*/ 60 h 77"/>
                <a:gd name="T24" fmla="*/ 93 w 118"/>
                <a:gd name="T25" fmla="*/ 59 h 77"/>
                <a:gd name="T26" fmla="*/ 113 w 118"/>
                <a:gd name="T27" fmla="*/ 64 h 77"/>
                <a:gd name="T28" fmla="*/ 116 w 118"/>
                <a:gd name="T29" fmla="*/ 75 h 77"/>
                <a:gd name="T30" fmla="*/ 101 w 118"/>
                <a:gd name="T31" fmla="*/ 75 h 77"/>
                <a:gd name="T32" fmla="*/ 88 w 118"/>
                <a:gd name="T33" fmla="*/ 76 h 77"/>
                <a:gd name="T34" fmla="*/ 76 w 118"/>
                <a:gd name="T35" fmla="*/ 75 h 77"/>
                <a:gd name="T36" fmla="*/ 50 w 118"/>
                <a:gd name="T37" fmla="*/ 75 h 77"/>
                <a:gd name="T38" fmla="*/ 44 w 118"/>
                <a:gd name="T39" fmla="*/ 75 h 77"/>
                <a:gd name="T40" fmla="*/ 34 w 118"/>
                <a:gd name="T41" fmla="*/ 77 h 77"/>
                <a:gd name="T42" fmla="*/ 23 w 118"/>
                <a:gd name="T43" fmla="*/ 75 h 77"/>
                <a:gd name="T44" fmla="*/ 16 w 118"/>
                <a:gd name="T45" fmla="*/ 69 h 77"/>
                <a:gd name="T46" fmla="*/ 18 w 118"/>
                <a:gd name="T47" fmla="*/ 65 h 77"/>
                <a:gd name="T48" fmla="*/ 56 w 118"/>
                <a:gd name="T49" fmla="*/ 54 h 77"/>
                <a:gd name="T50" fmla="*/ 61 w 118"/>
                <a:gd name="T51" fmla="*/ 48 h 77"/>
                <a:gd name="T52" fmla="*/ 68 w 118"/>
                <a:gd name="T53" fmla="*/ 42 h 77"/>
                <a:gd name="T54" fmla="*/ 60 w 118"/>
                <a:gd name="T55" fmla="*/ 29 h 77"/>
                <a:gd name="T56" fmla="*/ 50 w 118"/>
                <a:gd name="T57" fmla="*/ 26 h 77"/>
                <a:gd name="T58" fmla="*/ 48 w 118"/>
                <a:gd name="T59" fmla="*/ 25 h 77"/>
                <a:gd name="T60" fmla="*/ 40 w 118"/>
                <a:gd name="T61" fmla="*/ 31 h 77"/>
                <a:gd name="T62" fmla="*/ 20 w 118"/>
                <a:gd name="T63" fmla="*/ 47 h 77"/>
                <a:gd name="T64" fmla="*/ 9 w 118"/>
                <a:gd name="T65" fmla="*/ 53 h 77"/>
                <a:gd name="T66" fmla="*/ 3 w 118"/>
                <a:gd name="T67" fmla="*/ 53 h 77"/>
                <a:gd name="T68" fmla="*/ 0 w 118"/>
                <a:gd name="T69" fmla="*/ 48 h 77"/>
                <a:gd name="T70" fmla="*/ 18 w 118"/>
                <a:gd name="T71" fmla="*/ 33 h 77"/>
                <a:gd name="T72" fmla="*/ 21 w 118"/>
                <a:gd name="T73" fmla="*/ 30 h 77"/>
                <a:gd name="T74" fmla="*/ 24 w 118"/>
                <a:gd name="T75" fmla="*/ 29 h 77"/>
                <a:gd name="T76" fmla="*/ 26 w 118"/>
                <a:gd name="T77" fmla="*/ 27 h 77"/>
                <a:gd name="T78" fmla="*/ 34 w 118"/>
                <a:gd name="T79" fmla="*/ 14 h 77"/>
                <a:gd name="T80" fmla="*/ 31 w 118"/>
                <a:gd name="T81" fmla="*/ 3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8" h="77">
                  <a:moveTo>
                    <a:pt x="38" y="0"/>
                  </a:moveTo>
                  <a:cubicBezTo>
                    <a:pt x="42" y="1"/>
                    <a:pt x="44" y="0"/>
                    <a:pt x="47" y="0"/>
                  </a:cubicBezTo>
                  <a:cubicBezTo>
                    <a:pt x="49" y="1"/>
                    <a:pt x="50" y="2"/>
                    <a:pt x="51" y="3"/>
                  </a:cubicBezTo>
                  <a:cubicBezTo>
                    <a:pt x="52" y="3"/>
                    <a:pt x="52" y="3"/>
                    <a:pt x="52" y="3"/>
                  </a:cubicBezTo>
                  <a:cubicBezTo>
                    <a:pt x="53" y="3"/>
                    <a:pt x="52" y="4"/>
                    <a:pt x="53" y="4"/>
                  </a:cubicBezTo>
                  <a:cubicBezTo>
                    <a:pt x="53" y="4"/>
                    <a:pt x="53" y="4"/>
                    <a:pt x="53" y="4"/>
                  </a:cubicBezTo>
                  <a:cubicBezTo>
                    <a:pt x="55" y="4"/>
                    <a:pt x="61" y="6"/>
                    <a:pt x="62" y="6"/>
                  </a:cubicBezTo>
                  <a:cubicBezTo>
                    <a:pt x="63" y="6"/>
                    <a:pt x="64" y="8"/>
                    <a:pt x="65" y="8"/>
                  </a:cubicBezTo>
                  <a:cubicBezTo>
                    <a:pt x="66" y="8"/>
                    <a:pt x="70" y="9"/>
                    <a:pt x="70" y="9"/>
                  </a:cubicBezTo>
                  <a:cubicBezTo>
                    <a:pt x="70" y="9"/>
                    <a:pt x="70" y="9"/>
                    <a:pt x="71" y="9"/>
                  </a:cubicBezTo>
                  <a:cubicBezTo>
                    <a:pt x="71" y="9"/>
                    <a:pt x="72" y="10"/>
                    <a:pt x="72" y="11"/>
                  </a:cubicBezTo>
                  <a:cubicBezTo>
                    <a:pt x="73" y="11"/>
                    <a:pt x="73" y="10"/>
                    <a:pt x="74" y="11"/>
                  </a:cubicBezTo>
                  <a:cubicBezTo>
                    <a:pt x="75" y="12"/>
                    <a:pt x="76" y="13"/>
                    <a:pt x="78" y="14"/>
                  </a:cubicBezTo>
                  <a:cubicBezTo>
                    <a:pt x="80" y="15"/>
                    <a:pt x="86" y="16"/>
                    <a:pt x="88" y="19"/>
                  </a:cubicBezTo>
                  <a:cubicBezTo>
                    <a:pt x="89" y="21"/>
                    <a:pt x="88" y="30"/>
                    <a:pt x="88" y="31"/>
                  </a:cubicBezTo>
                  <a:cubicBezTo>
                    <a:pt x="88" y="33"/>
                    <a:pt x="88" y="36"/>
                    <a:pt x="88" y="38"/>
                  </a:cubicBezTo>
                  <a:cubicBezTo>
                    <a:pt x="87" y="40"/>
                    <a:pt x="86" y="43"/>
                    <a:pt x="84" y="44"/>
                  </a:cubicBezTo>
                  <a:cubicBezTo>
                    <a:pt x="82" y="46"/>
                    <a:pt x="80" y="45"/>
                    <a:pt x="79" y="48"/>
                  </a:cubicBezTo>
                  <a:cubicBezTo>
                    <a:pt x="77" y="48"/>
                    <a:pt x="65" y="53"/>
                    <a:pt x="65" y="57"/>
                  </a:cubicBezTo>
                  <a:cubicBezTo>
                    <a:pt x="65" y="57"/>
                    <a:pt x="65" y="57"/>
                    <a:pt x="65" y="57"/>
                  </a:cubicBezTo>
                  <a:cubicBezTo>
                    <a:pt x="65" y="58"/>
                    <a:pt x="65" y="58"/>
                    <a:pt x="66" y="59"/>
                  </a:cubicBezTo>
                  <a:cubicBezTo>
                    <a:pt x="66" y="59"/>
                    <a:pt x="70" y="59"/>
                    <a:pt x="70" y="59"/>
                  </a:cubicBezTo>
                  <a:cubicBezTo>
                    <a:pt x="72" y="60"/>
                    <a:pt x="81" y="57"/>
                    <a:pt x="85" y="59"/>
                  </a:cubicBezTo>
                  <a:cubicBezTo>
                    <a:pt x="85" y="59"/>
                    <a:pt x="86" y="59"/>
                    <a:pt x="86" y="60"/>
                  </a:cubicBezTo>
                  <a:cubicBezTo>
                    <a:pt x="92" y="59"/>
                    <a:pt x="92" y="59"/>
                    <a:pt x="92" y="59"/>
                  </a:cubicBezTo>
                  <a:cubicBezTo>
                    <a:pt x="92" y="59"/>
                    <a:pt x="92" y="59"/>
                    <a:pt x="93" y="59"/>
                  </a:cubicBezTo>
                  <a:cubicBezTo>
                    <a:pt x="94" y="61"/>
                    <a:pt x="100" y="62"/>
                    <a:pt x="102" y="60"/>
                  </a:cubicBezTo>
                  <a:cubicBezTo>
                    <a:pt x="105" y="61"/>
                    <a:pt x="110" y="61"/>
                    <a:pt x="113" y="64"/>
                  </a:cubicBezTo>
                  <a:cubicBezTo>
                    <a:pt x="114" y="65"/>
                    <a:pt x="116" y="69"/>
                    <a:pt x="118" y="71"/>
                  </a:cubicBezTo>
                  <a:cubicBezTo>
                    <a:pt x="117" y="72"/>
                    <a:pt x="116" y="74"/>
                    <a:pt x="116" y="75"/>
                  </a:cubicBezTo>
                  <a:cubicBezTo>
                    <a:pt x="114" y="76"/>
                    <a:pt x="108" y="76"/>
                    <a:pt x="106" y="75"/>
                  </a:cubicBezTo>
                  <a:cubicBezTo>
                    <a:pt x="104" y="75"/>
                    <a:pt x="103" y="75"/>
                    <a:pt x="101" y="75"/>
                  </a:cubicBezTo>
                  <a:cubicBezTo>
                    <a:pt x="101" y="75"/>
                    <a:pt x="100" y="74"/>
                    <a:pt x="99" y="75"/>
                  </a:cubicBezTo>
                  <a:cubicBezTo>
                    <a:pt x="97" y="76"/>
                    <a:pt x="90" y="76"/>
                    <a:pt x="88" y="76"/>
                  </a:cubicBezTo>
                  <a:cubicBezTo>
                    <a:pt x="87" y="76"/>
                    <a:pt x="83" y="75"/>
                    <a:pt x="82" y="76"/>
                  </a:cubicBezTo>
                  <a:cubicBezTo>
                    <a:pt x="81" y="76"/>
                    <a:pt x="78" y="74"/>
                    <a:pt x="76" y="75"/>
                  </a:cubicBezTo>
                  <a:cubicBezTo>
                    <a:pt x="74" y="75"/>
                    <a:pt x="65" y="74"/>
                    <a:pt x="61" y="75"/>
                  </a:cubicBezTo>
                  <a:cubicBezTo>
                    <a:pt x="60" y="75"/>
                    <a:pt x="53" y="74"/>
                    <a:pt x="50" y="75"/>
                  </a:cubicBezTo>
                  <a:cubicBezTo>
                    <a:pt x="49" y="75"/>
                    <a:pt x="48" y="75"/>
                    <a:pt x="47" y="76"/>
                  </a:cubicBezTo>
                  <a:cubicBezTo>
                    <a:pt x="46" y="75"/>
                    <a:pt x="45" y="75"/>
                    <a:pt x="44" y="75"/>
                  </a:cubicBezTo>
                  <a:cubicBezTo>
                    <a:pt x="43" y="76"/>
                    <a:pt x="42" y="76"/>
                    <a:pt x="41" y="77"/>
                  </a:cubicBezTo>
                  <a:cubicBezTo>
                    <a:pt x="40" y="77"/>
                    <a:pt x="34" y="77"/>
                    <a:pt x="34" y="77"/>
                  </a:cubicBezTo>
                  <a:cubicBezTo>
                    <a:pt x="33" y="77"/>
                    <a:pt x="33" y="77"/>
                    <a:pt x="32" y="76"/>
                  </a:cubicBezTo>
                  <a:cubicBezTo>
                    <a:pt x="32" y="76"/>
                    <a:pt x="24" y="74"/>
                    <a:pt x="23" y="75"/>
                  </a:cubicBezTo>
                  <a:cubicBezTo>
                    <a:pt x="22" y="74"/>
                    <a:pt x="21" y="74"/>
                    <a:pt x="19" y="72"/>
                  </a:cubicBezTo>
                  <a:cubicBezTo>
                    <a:pt x="17" y="72"/>
                    <a:pt x="18" y="70"/>
                    <a:pt x="16" y="69"/>
                  </a:cubicBezTo>
                  <a:cubicBezTo>
                    <a:pt x="16" y="68"/>
                    <a:pt x="16" y="68"/>
                    <a:pt x="16" y="67"/>
                  </a:cubicBezTo>
                  <a:cubicBezTo>
                    <a:pt x="17" y="67"/>
                    <a:pt x="17" y="66"/>
                    <a:pt x="18" y="65"/>
                  </a:cubicBezTo>
                  <a:cubicBezTo>
                    <a:pt x="23" y="67"/>
                    <a:pt x="40" y="61"/>
                    <a:pt x="44" y="58"/>
                  </a:cubicBezTo>
                  <a:cubicBezTo>
                    <a:pt x="47" y="59"/>
                    <a:pt x="53" y="56"/>
                    <a:pt x="56" y="54"/>
                  </a:cubicBezTo>
                  <a:cubicBezTo>
                    <a:pt x="56" y="53"/>
                    <a:pt x="56" y="52"/>
                    <a:pt x="57" y="51"/>
                  </a:cubicBezTo>
                  <a:cubicBezTo>
                    <a:pt x="58" y="50"/>
                    <a:pt x="60" y="49"/>
                    <a:pt x="61" y="48"/>
                  </a:cubicBezTo>
                  <a:cubicBezTo>
                    <a:pt x="62" y="48"/>
                    <a:pt x="62" y="47"/>
                    <a:pt x="62" y="46"/>
                  </a:cubicBezTo>
                  <a:cubicBezTo>
                    <a:pt x="64" y="45"/>
                    <a:pt x="66" y="43"/>
                    <a:pt x="68" y="42"/>
                  </a:cubicBezTo>
                  <a:cubicBezTo>
                    <a:pt x="70" y="40"/>
                    <a:pt x="71" y="38"/>
                    <a:pt x="72" y="37"/>
                  </a:cubicBezTo>
                  <a:cubicBezTo>
                    <a:pt x="69" y="31"/>
                    <a:pt x="62" y="32"/>
                    <a:pt x="60" y="29"/>
                  </a:cubicBezTo>
                  <a:cubicBezTo>
                    <a:pt x="59" y="29"/>
                    <a:pt x="58" y="28"/>
                    <a:pt x="58" y="28"/>
                  </a:cubicBezTo>
                  <a:cubicBezTo>
                    <a:pt x="54" y="26"/>
                    <a:pt x="53" y="29"/>
                    <a:pt x="50" y="26"/>
                  </a:cubicBezTo>
                  <a:cubicBezTo>
                    <a:pt x="50" y="25"/>
                    <a:pt x="50" y="26"/>
                    <a:pt x="50" y="25"/>
                  </a:cubicBezTo>
                  <a:cubicBezTo>
                    <a:pt x="49" y="25"/>
                    <a:pt x="49" y="25"/>
                    <a:pt x="48" y="25"/>
                  </a:cubicBezTo>
                  <a:cubicBezTo>
                    <a:pt x="47" y="27"/>
                    <a:pt x="44" y="29"/>
                    <a:pt x="42" y="30"/>
                  </a:cubicBezTo>
                  <a:cubicBezTo>
                    <a:pt x="41" y="30"/>
                    <a:pt x="41" y="31"/>
                    <a:pt x="40" y="31"/>
                  </a:cubicBezTo>
                  <a:cubicBezTo>
                    <a:pt x="40" y="35"/>
                    <a:pt x="35" y="36"/>
                    <a:pt x="32" y="37"/>
                  </a:cubicBezTo>
                  <a:cubicBezTo>
                    <a:pt x="27" y="40"/>
                    <a:pt x="24" y="44"/>
                    <a:pt x="20" y="47"/>
                  </a:cubicBezTo>
                  <a:cubicBezTo>
                    <a:pt x="19" y="48"/>
                    <a:pt x="18" y="47"/>
                    <a:pt x="17" y="48"/>
                  </a:cubicBezTo>
                  <a:cubicBezTo>
                    <a:pt x="14" y="49"/>
                    <a:pt x="11" y="50"/>
                    <a:pt x="9" y="53"/>
                  </a:cubicBezTo>
                  <a:cubicBezTo>
                    <a:pt x="7" y="53"/>
                    <a:pt x="7" y="53"/>
                    <a:pt x="6" y="52"/>
                  </a:cubicBezTo>
                  <a:cubicBezTo>
                    <a:pt x="5" y="52"/>
                    <a:pt x="4" y="53"/>
                    <a:pt x="3" y="53"/>
                  </a:cubicBezTo>
                  <a:cubicBezTo>
                    <a:pt x="2" y="53"/>
                    <a:pt x="2" y="53"/>
                    <a:pt x="1" y="52"/>
                  </a:cubicBezTo>
                  <a:cubicBezTo>
                    <a:pt x="1" y="51"/>
                    <a:pt x="0" y="48"/>
                    <a:pt x="0" y="48"/>
                  </a:cubicBezTo>
                  <a:cubicBezTo>
                    <a:pt x="3" y="45"/>
                    <a:pt x="13" y="41"/>
                    <a:pt x="14" y="38"/>
                  </a:cubicBezTo>
                  <a:cubicBezTo>
                    <a:pt x="15" y="38"/>
                    <a:pt x="17" y="34"/>
                    <a:pt x="18" y="33"/>
                  </a:cubicBezTo>
                  <a:cubicBezTo>
                    <a:pt x="19" y="33"/>
                    <a:pt x="19" y="33"/>
                    <a:pt x="20" y="32"/>
                  </a:cubicBezTo>
                  <a:cubicBezTo>
                    <a:pt x="21" y="32"/>
                    <a:pt x="20" y="31"/>
                    <a:pt x="21" y="30"/>
                  </a:cubicBezTo>
                  <a:cubicBezTo>
                    <a:pt x="21" y="30"/>
                    <a:pt x="23" y="30"/>
                    <a:pt x="24" y="29"/>
                  </a:cubicBezTo>
                  <a:cubicBezTo>
                    <a:pt x="24" y="29"/>
                    <a:pt x="24" y="29"/>
                    <a:pt x="24" y="29"/>
                  </a:cubicBezTo>
                  <a:cubicBezTo>
                    <a:pt x="23" y="28"/>
                    <a:pt x="24" y="28"/>
                    <a:pt x="25" y="27"/>
                  </a:cubicBezTo>
                  <a:cubicBezTo>
                    <a:pt x="25" y="27"/>
                    <a:pt x="25" y="27"/>
                    <a:pt x="26" y="27"/>
                  </a:cubicBezTo>
                  <a:cubicBezTo>
                    <a:pt x="26" y="25"/>
                    <a:pt x="30" y="23"/>
                    <a:pt x="31" y="22"/>
                  </a:cubicBezTo>
                  <a:cubicBezTo>
                    <a:pt x="32" y="19"/>
                    <a:pt x="33" y="16"/>
                    <a:pt x="34" y="14"/>
                  </a:cubicBezTo>
                  <a:cubicBezTo>
                    <a:pt x="34" y="14"/>
                    <a:pt x="34" y="13"/>
                    <a:pt x="34" y="13"/>
                  </a:cubicBezTo>
                  <a:cubicBezTo>
                    <a:pt x="35" y="10"/>
                    <a:pt x="30" y="7"/>
                    <a:pt x="31" y="3"/>
                  </a:cubicBezTo>
                  <a:cubicBezTo>
                    <a:pt x="32" y="2"/>
                    <a:pt x="38" y="0"/>
                    <a:pt x="38" y="0"/>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6" name="Freeform 13"/>
            <p:cNvSpPr>
              <a:spLocks noEditPoints="1"/>
            </p:cNvSpPr>
            <p:nvPr userDrawn="1"/>
          </p:nvSpPr>
          <p:spPr bwMode="auto">
            <a:xfrm>
              <a:off x="1517375" y="5006921"/>
              <a:ext cx="390121" cy="379605"/>
            </a:xfrm>
            <a:custGeom>
              <a:avLst/>
              <a:gdLst>
                <a:gd name="T0" fmla="*/ 150 w 156"/>
                <a:gd name="T1" fmla="*/ 104 h 151"/>
                <a:gd name="T2" fmla="*/ 142 w 156"/>
                <a:gd name="T3" fmla="*/ 107 h 151"/>
                <a:gd name="T4" fmla="*/ 118 w 156"/>
                <a:gd name="T5" fmla="*/ 108 h 151"/>
                <a:gd name="T6" fmla="*/ 95 w 156"/>
                <a:gd name="T7" fmla="*/ 111 h 151"/>
                <a:gd name="T8" fmla="*/ 83 w 156"/>
                <a:gd name="T9" fmla="*/ 110 h 151"/>
                <a:gd name="T10" fmla="*/ 72 w 156"/>
                <a:gd name="T11" fmla="*/ 107 h 151"/>
                <a:gd name="T12" fmla="*/ 91 w 156"/>
                <a:gd name="T13" fmla="*/ 86 h 151"/>
                <a:gd name="T14" fmla="*/ 125 w 156"/>
                <a:gd name="T15" fmla="*/ 82 h 151"/>
                <a:gd name="T16" fmla="*/ 126 w 156"/>
                <a:gd name="T17" fmla="*/ 73 h 151"/>
                <a:gd name="T18" fmla="*/ 112 w 156"/>
                <a:gd name="T19" fmla="*/ 64 h 151"/>
                <a:gd name="T20" fmla="*/ 98 w 156"/>
                <a:gd name="T21" fmla="*/ 64 h 151"/>
                <a:gd name="T22" fmla="*/ 74 w 156"/>
                <a:gd name="T23" fmla="*/ 64 h 151"/>
                <a:gd name="T24" fmla="*/ 75 w 156"/>
                <a:gd name="T25" fmla="*/ 51 h 151"/>
                <a:gd name="T26" fmla="*/ 122 w 156"/>
                <a:gd name="T27" fmla="*/ 47 h 151"/>
                <a:gd name="T28" fmla="*/ 122 w 156"/>
                <a:gd name="T29" fmla="*/ 37 h 151"/>
                <a:gd name="T30" fmla="*/ 84 w 156"/>
                <a:gd name="T31" fmla="*/ 31 h 151"/>
                <a:gd name="T32" fmla="*/ 70 w 156"/>
                <a:gd name="T33" fmla="*/ 28 h 151"/>
                <a:gd name="T34" fmla="*/ 63 w 156"/>
                <a:gd name="T35" fmla="*/ 22 h 151"/>
                <a:gd name="T36" fmla="*/ 45 w 156"/>
                <a:gd name="T37" fmla="*/ 33 h 151"/>
                <a:gd name="T38" fmla="*/ 19 w 156"/>
                <a:gd name="T39" fmla="*/ 31 h 151"/>
                <a:gd name="T40" fmla="*/ 20 w 156"/>
                <a:gd name="T41" fmla="*/ 20 h 151"/>
                <a:gd name="T42" fmla="*/ 18 w 156"/>
                <a:gd name="T43" fmla="*/ 5 h 151"/>
                <a:gd name="T44" fmla="*/ 11 w 156"/>
                <a:gd name="T45" fmla="*/ 0 h 151"/>
                <a:gd name="T46" fmla="*/ 8 w 156"/>
                <a:gd name="T47" fmla="*/ 27 h 151"/>
                <a:gd name="T48" fmla="*/ 8 w 156"/>
                <a:gd name="T49" fmla="*/ 41 h 151"/>
                <a:gd name="T50" fmla="*/ 5 w 156"/>
                <a:gd name="T51" fmla="*/ 68 h 151"/>
                <a:gd name="T52" fmla="*/ 5 w 156"/>
                <a:gd name="T53" fmla="*/ 82 h 151"/>
                <a:gd name="T54" fmla="*/ 1 w 156"/>
                <a:gd name="T55" fmla="*/ 119 h 151"/>
                <a:gd name="T56" fmla="*/ 5 w 156"/>
                <a:gd name="T57" fmla="*/ 150 h 151"/>
                <a:gd name="T58" fmla="*/ 11 w 156"/>
                <a:gd name="T59" fmla="*/ 148 h 151"/>
                <a:gd name="T60" fmla="*/ 13 w 156"/>
                <a:gd name="T61" fmla="*/ 143 h 151"/>
                <a:gd name="T62" fmla="*/ 25 w 156"/>
                <a:gd name="T63" fmla="*/ 137 h 151"/>
                <a:gd name="T64" fmla="*/ 39 w 156"/>
                <a:gd name="T65" fmla="*/ 134 h 151"/>
                <a:gd name="T66" fmla="*/ 58 w 156"/>
                <a:gd name="T67" fmla="*/ 134 h 151"/>
                <a:gd name="T68" fmla="*/ 82 w 156"/>
                <a:gd name="T69" fmla="*/ 135 h 151"/>
                <a:gd name="T70" fmla="*/ 113 w 156"/>
                <a:gd name="T71" fmla="*/ 142 h 151"/>
                <a:gd name="T72" fmla="*/ 131 w 156"/>
                <a:gd name="T73" fmla="*/ 147 h 151"/>
                <a:gd name="T74" fmla="*/ 147 w 156"/>
                <a:gd name="T75" fmla="*/ 143 h 151"/>
                <a:gd name="T76" fmla="*/ 153 w 156"/>
                <a:gd name="T77" fmla="*/ 133 h 151"/>
                <a:gd name="T78" fmla="*/ 56 w 156"/>
                <a:gd name="T79" fmla="*/ 109 h 151"/>
                <a:gd name="T80" fmla="*/ 46 w 156"/>
                <a:gd name="T81" fmla="*/ 112 h 151"/>
                <a:gd name="T82" fmla="*/ 20 w 156"/>
                <a:gd name="T83" fmla="*/ 114 h 151"/>
                <a:gd name="T84" fmla="*/ 28 w 156"/>
                <a:gd name="T85" fmla="*/ 92 h 151"/>
                <a:gd name="T86" fmla="*/ 44 w 156"/>
                <a:gd name="T87" fmla="*/ 87 h 151"/>
                <a:gd name="T88" fmla="*/ 60 w 156"/>
                <a:gd name="T89" fmla="*/ 60 h 151"/>
                <a:gd name="T90" fmla="*/ 43 w 156"/>
                <a:gd name="T91" fmla="*/ 67 h 151"/>
                <a:gd name="T92" fmla="*/ 20 w 156"/>
                <a:gd name="T93" fmla="*/ 71 h 151"/>
                <a:gd name="T94" fmla="*/ 46 w 156"/>
                <a:gd name="T95" fmla="*/ 51 h 151"/>
                <a:gd name="T96" fmla="*/ 59 w 156"/>
                <a:gd name="T97" fmla="*/ 4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151">
                  <a:moveTo>
                    <a:pt x="156" y="123"/>
                  </a:moveTo>
                  <a:cubicBezTo>
                    <a:pt x="156" y="122"/>
                    <a:pt x="155" y="117"/>
                    <a:pt x="155" y="117"/>
                  </a:cubicBezTo>
                  <a:cubicBezTo>
                    <a:pt x="154" y="115"/>
                    <a:pt x="149" y="107"/>
                    <a:pt x="150" y="104"/>
                  </a:cubicBezTo>
                  <a:cubicBezTo>
                    <a:pt x="149" y="103"/>
                    <a:pt x="149" y="103"/>
                    <a:pt x="147" y="103"/>
                  </a:cubicBezTo>
                  <a:cubicBezTo>
                    <a:pt x="147" y="105"/>
                    <a:pt x="145" y="106"/>
                    <a:pt x="143" y="108"/>
                  </a:cubicBezTo>
                  <a:cubicBezTo>
                    <a:pt x="142" y="108"/>
                    <a:pt x="142" y="108"/>
                    <a:pt x="142" y="107"/>
                  </a:cubicBezTo>
                  <a:cubicBezTo>
                    <a:pt x="142" y="106"/>
                    <a:pt x="141" y="106"/>
                    <a:pt x="141" y="106"/>
                  </a:cubicBezTo>
                  <a:cubicBezTo>
                    <a:pt x="139" y="109"/>
                    <a:pt x="123" y="105"/>
                    <a:pt x="120" y="109"/>
                  </a:cubicBezTo>
                  <a:cubicBezTo>
                    <a:pt x="119" y="109"/>
                    <a:pt x="119" y="109"/>
                    <a:pt x="118" y="108"/>
                  </a:cubicBezTo>
                  <a:cubicBezTo>
                    <a:pt x="115" y="110"/>
                    <a:pt x="105" y="112"/>
                    <a:pt x="103" y="110"/>
                  </a:cubicBezTo>
                  <a:cubicBezTo>
                    <a:pt x="103" y="110"/>
                    <a:pt x="102" y="111"/>
                    <a:pt x="102" y="111"/>
                  </a:cubicBezTo>
                  <a:cubicBezTo>
                    <a:pt x="102" y="110"/>
                    <a:pt x="96" y="111"/>
                    <a:pt x="95" y="111"/>
                  </a:cubicBezTo>
                  <a:cubicBezTo>
                    <a:pt x="94" y="110"/>
                    <a:pt x="89" y="110"/>
                    <a:pt x="88" y="110"/>
                  </a:cubicBezTo>
                  <a:cubicBezTo>
                    <a:pt x="87" y="110"/>
                    <a:pt x="87" y="111"/>
                    <a:pt x="86" y="111"/>
                  </a:cubicBezTo>
                  <a:cubicBezTo>
                    <a:pt x="85" y="111"/>
                    <a:pt x="84" y="110"/>
                    <a:pt x="83" y="110"/>
                  </a:cubicBezTo>
                  <a:cubicBezTo>
                    <a:pt x="83" y="110"/>
                    <a:pt x="82" y="111"/>
                    <a:pt x="81" y="111"/>
                  </a:cubicBezTo>
                  <a:cubicBezTo>
                    <a:pt x="81" y="111"/>
                    <a:pt x="81" y="111"/>
                    <a:pt x="80" y="111"/>
                  </a:cubicBezTo>
                  <a:cubicBezTo>
                    <a:pt x="78" y="109"/>
                    <a:pt x="75" y="109"/>
                    <a:pt x="72" y="107"/>
                  </a:cubicBezTo>
                  <a:cubicBezTo>
                    <a:pt x="74" y="101"/>
                    <a:pt x="76" y="97"/>
                    <a:pt x="75" y="89"/>
                  </a:cubicBezTo>
                  <a:cubicBezTo>
                    <a:pt x="76" y="89"/>
                    <a:pt x="76" y="88"/>
                    <a:pt x="77" y="87"/>
                  </a:cubicBezTo>
                  <a:cubicBezTo>
                    <a:pt x="78" y="87"/>
                    <a:pt x="90" y="86"/>
                    <a:pt x="91" y="86"/>
                  </a:cubicBezTo>
                  <a:cubicBezTo>
                    <a:pt x="97" y="87"/>
                    <a:pt x="109" y="90"/>
                    <a:pt x="113" y="87"/>
                  </a:cubicBezTo>
                  <a:cubicBezTo>
                    <a:pt x="115" y="87"/>
                    <a:pt x="117" y="88"/>
                    <a:pt x="119" y="88"/>
                  </a:cubicBezTo>
                  <a:cubicBezTo>
                    <a:pt x="121" y="87"/>
                    <a:pt x="124" y="84"/>
                    <a:pt x="125" y="82"/>
                  </a:cubicBezTo>
                  <a:cubicBezTo>
                    <a:pt x="126" y="80"/>
                    <a:pt x="124" y="77"/>
                    <a:pt x="126" y="76"/>
                  </a:cubicBezTo>
                  <a:cubicBezTo>
                    <a:pt x="125" y="75"/>
                    <a:pt x="126" y="75"/>
                    <a:pt x="125" y="75"/>
                  </a:cubicBezTo>
                  <a:cubicBezTo>
                    <a:pt x="125" y="74"/>
                    <a:pt x="125" y="73"/>
                    <a:pt x="126" y="73"/>
                  </a:cubicBezTo>
                  <a:cubicBezTo>
                    <a:pt x="128" y="70"/>
                    <a:pt x="118" y="66"/>
                    <a:pt x="117" y="65"/>
                  </a:cubicBezTo>
                  <a:cubicBezTo>
                    <a:pt x="117" y="65"/>
                    <a:pt x="117" y="65"/>
                    <a:pt x="117" y="65"/>
                  </a:cubicBezTo>
                  <a:cubicBezTo>
                    <a:pt x="116" y="65"/>
                    <a:pt x="113" y="64"/>
                    <a:pt x="112" y="64"/>
                  </a:cubicBezTo>
                  <a:cubicBezTo>
                    <a:pt x="100" y="64"/>
                    <a:pt x="100" y="64"/>
                    <a:pt x="100" y="64"/>
                  </a:cubicBezTo>
                  <a:cubicBezTo>
                    <a:pt x="100" y="64"/>
                    <a:pt x="99" y="64"/>
                    <a:pt x="99" y="64"/>
                  </a:cubicBezTo>
                  <a:cubicBezTo>
                    <a:pt x="98" y="64"/>
                    <a:pt x="99" y="64"/>
                    <a:pt x="98" y="64"/>
                  </a:cubicBezTo>
                  <a:cubicBezTo>
                    <a:pt x="88" y="63"/>
                    <a:pt x="88" y="63"/>
                    <a:pt x="88" y="63"/>
                  </a:cubicBezTo>
                  <a:cubicBezTo>
                    <a:pt x="87" y="64"/>
                    <a:pt x="84" y="65"/>
                    <a:pt x="83" y="65"/>
                  </a:cubicBezTo>
                  <a:cubicBezTo>
                    <a:pt x="80" y="66"/>
                    <a:pt x="78" y="64"/>
                    <a:pt x="74" y="64"/>
                  </a:cubicBezTo>
                  <a:cubicBezTo>
                    <a:pt x="73" y="61"/>
                    <a:pt x="71" y="60"/>
                    <a:pt x="73" y="57"/>
                  </a:cubicBezTo>
                  <a:cubicBezTo>
                    <a:pt x="73" y="56"/>
                    <a:pt x="73" y="55"/>
                    <a:pt x="73" y="54"/>
                  </a:cubicBezTo>
                  <a:cubicBezTo>
                    <a:pt x="74" y="53"/>
                    <a:pt x="75" y="52"/>
                    <a:pt x="75" y="51"/>
                  </a:cubicBezTo>
                  <a:cubicBezTo>
                    <a:pt x="77" y="51"/>
                    <a:pt x="83" y="50"/>
                    <a:pt x="84" y="50"/>
                  </a:cubicBezTo>
                  <a:cubicBezTo>
                    <a:pt x="90" y="53"/>
                    <a:pt x="116" y="51"/>
                    <a:pt x="122" y="48"/>
                  </a:cubicBezTo>
                  <a:cubicBezTo>
                    <a:pt x="121" y="48"/>
                    <a:pt x="122" y="47"/>
                    <a:pt x="122" y="47"/>
                  </a:cubicBezTo>
                  <a:cubicBezTo>
                    <a:pt x="124" y="44"/>
                    <a:pt x="123" y="42"/>
                    <a:pt x="124" y="39"/>
                  </a:cubicBezTo>
                  <a:cubicBezTo>
                    <a:pt x="124" y="39"/>
                    <a:pt x="124" y="39"/>
                    <a:pt x="124" y="39"/>
                  </a:cubicBezTo>
                  <a:cubicBezTo>
                    <a:pt x="123" y="38"/>
                    <a:pt x="122" y="38"/>
                    <a:pt x="122" y="37"/>
                  </a:cubicBezTo>
                  <a:cubicBezTo>
                    <a:pt x="121" y="36"/>
                    <a:pt x="122" y="35"/>
                    <a:pt x="121" y="34"/>
                  </a:cubicBezTo>
                  <a:cubicBezTo>
                    <a:pt x="118" y="33"/>
                    <a:pt x="112" y="34"/>
                    <a:pt x="110" y="33"/>
                  </a:cubicBezTo>
                  <a:cubicBezTo>
                    <a:pt x="105" y="30"/>
                    <a:pt x="87" y="30"/>
                    <a:pt x="84" y="31"/>
                  </a:cubicBezTo>
                  <a:cubicBezTo>
                    <a:pt x="79" y="33"/>
                    <a:pt x="76" y="31"/>
                    <a:pt x="73" y="31"/>
                  </a:cubicBezTo>
                  <a:cubicBezTo>
                    <a:pt x="72" y="30"/>
                    <a:pt x="71" y="29"/>
                    <a:pt x="70" y="29"/>
                  </a:cubicBezTo>
                  <a:cubicBezTo>
                    <a:pt x="70" y="29"/>
                    <a:pt x="70" y="29"/>
                    <a:pt x="70" y="28"/>
                  </a:cubicBezTo>
                  <a:cubicBezTo>
                    <a:pt x="69" y="27"/>
                    <a:pt x="68" y="26"/>
                    <a:pt x="68" y="24"/>
                  </a:cubicBezTo>
                  <a:cubicBezTo>
                    <a:pt x="67" y="23"/>
                    <a:pt x="66" y="22"/>
                    <a:pt x="65" y="22"/>
                  </a:cubicBezTo>
                  <a:cubicBezTo>
                    <a:pt x="64" y="22"/>
                    <a:pt x="64" y="22"/>
                    <a:pt x="63" y="22"/>
                  </a:cubicBezTo>
                  <a:cubicBezTo>
                    <a:pt x="62" y="24"/>
                    <a:pt x="59" y="27"/>
                    <a:pt x="57" y="30"/>
                  </a:cubicBezTo>
                  <a:cubicBezTo>
                    <a:pt x="58" y="31"/>
                    <a:pt x="53" y="32"/>
                    <a:pt x="52" y="32"/>
                  </a:cubicBezTo>
                  <a:cubicBezTo>
                    <a:pt x="51" y="31"/>
                    <a:pt x="47" y="33"/>
                    <a:pt x="45" y="33"/>
                  </a:cubicBezTo>
                  <a:cubicBezTo>
                    <a:pt x="45" y="32"/>
                    <a:pt x="42" y="32"/>
                    <a:pt x="41" y="33"/>
                  </a:cubicBezTo>
                  <a:cubicBezTo>
                    <a:pt x="36" y="34"/>
                    <a:pt x="27" y="35"/>
                    <a:pt x="23" y="35"/>
                  </a:cubicBezTo>
                  <a:cubicBezTo>
                    <a:pt x="23" y="34"/>
                    <a:pt x="20" y="31"/>
                    <a:pt x="19" y="31"/>
                  </a:cubicBezTo>
                  <a:cubicBezTo>
                    <a:pt x="19" y="30"/>
                    <a:pt x="19" y="29"/>
                    <a:pt x="19" y="28"/>
                  </a:cubicBezTo>
                  <a:cubicBezTo>
                    <a:pt x="20" y="25"/>
                    <a:pt x="20" y="23"/>
                    <a:pt x="20" y="20"/>
                  </a:cubicBezTo>
                  <a:cubicBezTo>
                    <a:pt x="20" y="21"/>
                    <a:pt x="20" y="20"/>
                    <a:pt x="20" y="20"/>
                  </a:cubicBezTo>
                  <a:cubicBezTo>
                    <a:pt x="20" y="19"/>
                    <a:pt x="21" y="16"/>
                    <a:pt x="21" y="14"/>
                  </a:cubicBezTo>
                  <a:cubicBezTo>
                    <a:pt x="20" y="13"/>
                    <a:pt x="20" y="13"/>
                    <a:pt x="19" y="12"/>
                  </a:cubicBezTo>
                  <a:cubicBezTo>
                    <a:pt x="18" y="9"/>
                    <a:pt x="19" y="7"/>
                    <a:pt x="18" y="5"/>
                  </a:cubicBezTo>
                  <a:cubicBezTo>
                    <a:pt x="18" y="5"/>
                    <a:pt x="18" y="5"/>
                    <a:pt x="18" y="5"/>
                  </a:cubicBezTo>
                  <a:cubicBezTo>
                    <a:pt x="17" y="4"/>
                    <a:pt x="14" y="2"/>
                    <a:pt x="13" y="0"/>
                  </a:cubicBezTo>
                  <a:cubicBezTo>
                    <a:pt x="12" y="0"/>
                    <a:pt x="12" y="0"/>
                    <a:pt x="11" y="0"/>
                  </a:cubicBezTo>
                  <a:cubicBezTo>
                    <a:pt x="10" y="2"/>
                    <a:pt x="12" y="5"/>
                    <a:pt x="11" y="8"/>
                  </a:cubicBezTo>
                  <a:cubicBezTo>
                    <a:pt x="8" y="13"/>
                    <a:pt x="8" y="19"/>
                    <a:pt x="7" y="24"/>
                  </a:cubicBezTo>
                  <a:cubicBezTo>
                    <a:pt x="7" y="25"/>
                    <a:pt x="8" y="26"/>
                    <a:pt x="8" y="27"/>
                  </a:cubicBezTo>
                  <a:cubicBezTo>
                    <a:pt x="8" y="27"/>
                    <a:pt x="8" y="32"/>
                    <a:pt x="8" y="32"/>
                  </a:cubicBezTo>
                  <a:cubicBezTo>
                    <a:pt x="8" y="32"/>
                    <a:pt x="8" y="33"/>
                    <a:pt x="8" y="34"/>
                  </a:cubicBezTo>
                  <a:cubicBezTo>
                    <a:pt x="7" y="37"/>
                    <a:pt x="8" y="39"/>
                    <a:pt x="8" y="41"/>
                  </a:cubicBezTo>
                  <a:cubicBezTo>
                    <a:pt x="9" y="44"/>
                    <a:pt x="7" y="46"/>
                    <a:pt x="7" y="48"/>
                  </a:cubicBezTo>
                  <a:cubicBezTo>
                    <a:pt x="6" y="50"/>
                    <a:pt x="8" y="54"/>
                    <a:pt x="7" y="55"/>
                  </a:cubicBezTo>
                  <a:cubicBezTo>
                    <a:pt x="5" y="60"/>
                    <a:pt x="6" y="64"/>
                    <a:pt x="5" y="68"/>
                  </a:cubicBezTo>
                  <a:cubicBezTo>
                    <a:pt x="6" y="69"/>
                    <a:pt x="6" y="70"/>
                    <a:pt x="6" y="71"/>
                  </a:cubicBezTo>
                  <a:cubicBezTo>
                    <a:pt x="6" y="71"/>
                    <a:pt x="6" y="71"/>
                    <a:pt x="6" y="71"/>
                  </a:cubicBezTo>
                  <a:cubicBezTo>
                    <a:pt x="5" y="74"/>
                    <a:pt x="4" y="79"/>
                    <a:pt x="5" y="82"/>
                  </a:cubicBezTo>
                  <a:cubicBezTo>
                    <a:pt x="5" y="90"/>
                    <a:pt x="3" y="97"/>
                    <a:pt x="5" y="100"/>
                  </a:cubicBezTo>
                  <a:cubicBezTo>
                    <a:pt x="5" y="102"/>
                    <a:pt x="2" y="106"/>
                    <a:pt x="2" y="108"/>
                  </a:cubicBezTo>
                  <a:cubicBezTo>
                    <a:pt x="3" y="113"/>
                    <a:pt x="1" y="118"/>
                    <a:pt x="1" y="119"/>
                  </a:cubicBezTo>
                  <a:cubicBezTo>
                    <a:pt x="0" y="126"/>
                    <a:pt x="1" y="139"/>
                    <a:pt x="2" y="142"/>
                  </a:cubicBezTo>
                  <a:cubicBezTo>
                    <a:pt x="2" y="142"/>
                    <a:pt x="4" y="144"/>
                    <a:pt x="4" y="144"/>
                  </a:cubicBezTo>
                  <a:cubicBezTo>
                    <a:pt x="5" y="145"/>
                    <a:pt x="4" y="148"/>
                    <a:pt x="5" y="150"/>
                  </a:cubicBezTo>
                  <a:cubicBezTo>
                    <a:pt x="5" y="150"/>
                    <a:pt x="6" y="150"/>
                    <a:pt x="6" y="151"/>
                  </a:cubicBezTo>
                  <a:cubicBezTo>
                    <a:pt x="7" y="151"/>
                    <a:pt x="8" y="150"/>
                    <a:pt x="10" y="150"/>
                  </a:cubicBezTo>
                  <a:cubicBezTo>
                    <a:pt x="10" y="149"/>
                    <a:pt x="11" y="149"/>
                    <a:pt x="11" y="148"/>
                  </a:cubicBezTo>
                  <a:cubicBezTo>
                    <a:pt x="11" y="147"/>
                    <a:pt x="11" y="146"/>
                    <a:pt x="11" y="145"/>
                  </a:cubicBezTo>
                  <a:cubicBezTo>
                    <a:pt x="11" y="145"/>
                    <a:pt x="11" y="145"/>
                    <a:pt x="11" y="145"/>
                  </a:cubicBezTo>
                  <a:cubicBezTo>
                    <a:pt x="12" y="144"/>
                    <a:pt x="13" y="144"/>
                    <a:pt x="13" y="143"/>
                  </a:cubicBezTo>
                  <a:cubicBezTo>
                    <a:pt x="14" y="142"/>
                    <a:pt x="13" y="141"/>
                    <a:pt x="14" y="141"/>
                  </a:cubicBezTo>
                  <a:cubicBezTo>
                    <a:pt x="15" y="138"/>
                    <a:pt x="21" y="139"/>
                    <a:pt x="21" y="139"/>
                  </a:cubicBezTo>
                  <a:cubicBezTo>
                    <a:pt x="23" y="138"/>
                    <a:pt x="24" y="137"/>
                    <a:pt x="25" y="137"/>
                  </a:cubicBezTo>
                  <a:cubicBezTo>
                    <a:pt x="26" y="137"/>
                    <a:pt x="27" y="138"/>
                    <a:pt x="28" y="137"/>
                  </a:cubicBezTo>
                  <a:cubicBezTo>
                    <a:pt x="30" y="136"/>
                    <a:pt x="32" y="135"/>
                    <a:pt x="33" y="134"/>
                  </a:cubicBezTo>
                  <a:cubicBezTo>
                    <a:pt x="35" y="134"/>
                    <a:pt x="38" y="134"/>
                    <a:pt x="39" y="134"/>
                  </a:cubicBezTo>
                  <a:cubicBezTo>
                    <a:pt x="41" y="133"/>
                    <a:pt x="50" y="134"/>
                    <a:pt x="51" y="134"/>
                  </a:cubicBezTo>
                  <a:cubicBezTo>
                    <a:pt x="51" y="134"/>
                    <a:pt x="52" y="134"/>
                    <a:pt x="52" y="134"/>
                  </a:cubicBezTo>
                  <a:cubicBezTo>
                    <a:pt x="53" y="133"/>
                    <a:pt x="58" y="134"/>
                    <a:pt x="58" y="134"/>
                  </a:cubicBezTo>
                  <a:cubicBezTo>
                    <a:pt x="59" y="134"/>
                    <a:pt x="63" y="134"/>
                    <a:pt x="64" y="134"/>
                  </a:cubicBezTo>
                  <a:cubicBezTo>
                    <a:pt x="68" y="134"/>
                    <a:pt x="69" y="134"/>
                    <a:pt x="73" y="135"/>
                  </a:cubicBezTo>
                  <a:cubicBezTo>
                    <a:pt x="74" y="135"/>
                    <a:pt x="81" y="135"/>
                    <a:pt x="82" y="135"/>
                  </a:cubicBezTo>
                  <a:cubicBezTo>
                    <a:pt x="84" y="137"/>
                    <a:pt x="87" y="137"/>
                    <a:pt x="89" y="139"/>
                  </a:cubicBezTo>
                  <a:cubicBezTo>
                    <a:pt x="90" y="137"/>
                    <a:pt x="101" y="140"/>
                    <a:pt x="103" y="140"/>
                  </a:cubicBezTo>
                  <a:cubicBezTo>
                    <a:pt x="107" y="139"/>
                    <a:pt x="112" y="142"/>
                    <a:pt x="113" y="142"/>
                  </a:cubicBezTo>
                  <a:cubicBezTo>
                    <a:pt x="116" y="141"/>
                    <a:pt x="116" y="143"/>
                    <a:pt x="117" y="144"/>
                  </a:cubicBezTo>
                  <a:cubicBezTo>
                    <a:pt x="119" y="144"/>
                    <a:pt x="120" y="144"/>
                    <a:pt x="121" y="144"/>
                  </a:cubicBezTo>
                  <a:cubicBezTo>
                    <a:pt x="125" y="146"/>
                    <a:pt x="127" y="147"/>
                    <a:pt x="131" y="147"/>
                  </a:cubicBezTo>
                  <a:cubicBezTo>
                    <a:pt x="133" y="148"/>
                    <a:pt x="138" y="148"/>
                    <a:pt x="138" y="148"/>
                  </a:cubicBezTo>
                  <a:cubicBezTo>
                    <a:pt x="139" y="147"/>
                    <a:pt x="143" y="146"/>
                    <a:pt x="144" y="146"/>
                  </a:cubicBezTo>
                  <a:cubicBezTo>
                    <a:pt x="145" y="145"/>
                    <a:pt x="146" y="144"/>
                    <a:pt x="147" y="143"/>
                  </a:cubicBezTo>
                  <a:cubicBezTo>
                    <a:pt x="147" y="143"/>
                    <a:pt x="147" y="142"/>
                    <a:pt x="147" y="142"/>
                  </a:cubicBezTo>
                  <a:cubicBezTo>
                    <a:pt x="147" y="141"/>
                    <a:pt x="150" y="140"/>
                    <a:pt x="150" y="140"/>
                  </a:cubicBezTo>
                  <a:cubicBezTo>
                    <a:pt x="152" y="138"/>
                    <a:pt x="151" y="135"/>
                    <a:pt x="153" y="133"/>
                  </a:cubicBezTo>
                  <a:cubicBezTo>
                    <a:pt x="154" y="132"/>
                    <a:pt x="155" y="132"/>
                    <a:pt x="155" y="130"/>
                  </a:cubicBezTo>
                  <a:cubicBezTo>
                    <a:pt x="154" y="129"/>
                    <a:pt x="156" y="124"/>
                    <a:pt x="156" y="123"/>
                  </a:cubicBezTo>
                  <a:close/>
                  <a:moveTo>
                    <a:pt x="56" y="109"/>
                  </a:moveTo>
                  <a:cubicBezTo>
                    <a:pt x="54" y="111"/>
                    <a:pt x="52" y="110"/>
                    <a:pt x="49" y="111"/>
                  </a:cubicBezTo>
                  <a:cubicBezTo>
                    <a:pt x="49" y="111"/>
                    <a:pt x="48" y="111"/>
                    <a:pt x="47" y="111"/>
                  </a:cubicBezTo>
                  <a:cubicBezTo>
                    <a:pt x="47" y="111"/>
                    <a:pt x="47" y="111"/>
                    <a:pt x="46" y="112"/>
                  </a:cubicBezTo>
                  <a:cubicBezTo>
                    <a:pt x="45" y="112"/>
                    <a:pt x="43" y="112"/>
                    <a:pt x="42" y="112"/>
                  </a:cubicBezTo>
                  <a:cubicBezTo>
                    <a:pt x="40" y="112"/>
                    <a:pt x="39" y="112"/>
                    <a:pt x="37" y="112"/>
                  </a:cubicBezTo>
                  <a:cubicBezTo>
                    <a:pt x="33" y="114"/>
                    <a:pt x="25" y="114"/>
                    <a:pt x="20" y="114"/>
                  </a:cubicBezTo>
                  <a:cubicBezTo>
                    <a:pt x="20" y="114"/>
                    <a:pt x="19" y="113"/>
                    <a:pt x="19" y="112"/>
                  </a:cubicBezTo>
                  <a:cubicBezTo>
                    <a:pt x="18" y="111"/>
                    <a:pt x="18" y="98"/>
                    <a:pt x="19" y="97"/>
                  </a:cubicBezTo>
                  <a:cubicBezTo>
                    <a:pt x="19" y="97"/>
                    <a:pt x="28" y="92"/>
                    <a:pt x="28" y="92"/>
                  </a:cubicBezTo>
                  <a:cubicBezTo>
                    <a:pt x="29" y="92"/>
                    <a:pt x="29" y="92"/>
                    <a:pt x="30" y="92"/>
                  </a:cubicBezTo>
                  <a:cubicBezTo>
                    <a:pt x="31" y="91"/>
                    <a:pt x="32" y="90"/>
                    <a:pt x="34" y="89"/>
                  </a:cubicBezTo>
                  <a:cubicBezTo>
                    <a:pt x="36" y="88"/>
                    <a:pt x="42" y="89"/>
                    <a:pt x="44" y="87"/>
                  </a:cubicBezTo>
                  <a:cubicBezTo>
                    <a:pt x="48" y="88"/>
                    <a:pt x="55" y="87"/>
                    <a:pt x="59" y="89"/>
                  </a:cubicBezTo>
                  <a:cubicBezTo>
                    <a:pt x="61" y="95"/>
                    <a:pt x="59" y="107"/>
                    <a:pt x="56" y="109"/>
                  </a:cubicBezTo>
                  <a:close/>
                  <a:moveTo>
                    <a:pt x="60" y="60"/>
                  </a:moveTo>
                  <a:cubicBezTo>
                    <a:pt x="60" y="62"/>
                    <a:pt x="60" y="64"/>
                    <a:pt x="59" y="64"/>
                  </a:cubicBezTo>
                  <a:cubicBezTo>
                    <a:pt x="57" y="66"/>
                    <a:pt x="53" y="68"/>
                    <a:pt x="49" y="67"/>
                  </a:cubicBezTo>
                  <a:cubicBezTo>
                    <a:pt x="48" y="67"/>
                    <a:pt x="45" y="67"/>
                    <a:pt x="43" y="67"/>
                  </a:cubicBezTo>
                  <a:cubicBezTo>
                    <a:pt x="42" y="67"/>
                    <a:pt x="40" y="68"/>
                    <a:pt x="39" y="68"/>
                  </a:cubicBezTo>
                  <a:cubicBezTo>
                    <a:pt x="38" y="68"/>
                    <a:pt x="37" y="68"/>
                    <a:pt x="36" y="68"/>
                  </a:cubicBezTo>
                  <a:cubicBezTo>
                    <a:pt x="29" y="70"/>
                    <a:pt x="27" y="71"/>
                    <a:pt x="20" y="71"/>
                  </a:cubicBezTo>
                  <a:cubicBezTo>
                    <a:pt x="15" y="59"/>
                    <a:pt x="24" y="56"/>
                    <a:pt x="33" y="51"/>
                  </a:cubicBezTo>
                  <a:cubicBezTo>
                    <a:pt x="35" y="50"/>
                    <a:pt x="38" y="52"/>
                    <a:pt x="40" y="52"/>
                  </a:cubicBezTo>
                  <a:cubicBezTo>
                    <a:pt x="42" y="51"/>
                    <a:pt x="44" y="52"/>
                    <a:pt x="46" y="51"/>
                  </a:cubicBezTo>
                  <a:cubicBezTo>
                    <a:pt x="47" y="51"/>
                    <a:pt x="49" y="49"/>
                    <a:pt x="50" y="49"/>
                  </a:cubicBezTo>
                  <a:cubicBezTo>
                    <a:pt x="51" y="48"/>
                    <a:pt x="53" y="49"/>
                    <a:pt x="54" y="48"/>
                  </a:cubicBezTo>
                  <a:cubicBezTo>
                    <a:pt x="56" y="48"/>
                    <a:pt x="57" y="49"/>
                    <a:pt x="59" y="49"/>
                  </a:cubicBezTo>
                  <a:cubicBezTo>
                    <a:pt x="62" y="52"/>
                    <a:pt x="61" y="55"/>
                    <a:pt x="60" y="60"/>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7" name="Freeform 14"/>
            <p:cNvSpPr>
              <a:spLocks noEditPoints="1"/>
            </p:cNvSpPr>
            <p:nvPr userDrawn="1"/>
          </p:nvSpPr>
          <p:spPr bwMode="auto">
            <a:xfrm>
              <a:off x="3578389" y="4849190"/>
              <a:ext cx="686655" cy="286018"/>
            </a:xfrm>
            <a:custGeom>
              <a:avLst/>
              <a:gdLst>
                <a:gd name="T0" fmla="*/ 262 w 275"/>
                <a:gd name="T1" fmla="*/ 71 h 114"/>
                <a:gd name="T2" fmla="*/ 242 w 275"/>
                <a:gd name="T3" fmla="*/ 70 h 114"/>
                <a:gd name="T4" fmla="*/ 227 w 275"/>
                <a:gd name="T5" fmla="*/ 69 h 114"/>
                <a:gd name="T6" fmla="*/ 178 w 275"/>
                <a:gd name="T7" fmla="*/ 63 h 114"/>
                <a:gd name="T8" fmla="*/ 186 w 275"/>
                <a:gd name="T9" fmla="*/ 34 h 114"/>
                <a:gd name="T10" fmla="*/ 121 w 275"/>
                <a:gd name="T11" fmla="*/ 40 h 114"/>
                <a:gd name="T12" fmla="*/ 96 w 275"/>
                <a:gd name="T13" fmla="*/ 36 h 114"/>
                <a:gd name="T14" fmla="*/ 104 w 275"/>
                <a:gd name="T15" fmla="*/ 28 h 114"/>
                <a:gd name="T16" fmla="*/ 126 w 275"/>
                <a:gd name="T17" fmla="*/ 32 h 114"/>
                <a:gd name="T18" fmla="*/ 144 w 275"/>
                <a:gd name="T19" fmla="*/ 31 h 114"/>
                <a:gd name="T20" fmla="*/ 178 w 275"/>
                <a:gd name="T21" fmla="*/ 29 h 114"/>
                <a:gd name="T22" fmla="*/ 208 w 275"/>
                <a:gd name="T23" fmla="*/ 40 h 114"/>
                <a:gd name="T24" fmla="*/ 229 w 275"/>
                <a:gd name="T25" fmla="*/ 34 h 114"/>
                <a:gd name="T26" fmla="*/ 217 w 275"/>
                <a:gd name="T27" fmla="*/ 20 h 114"/>
                <a:gd name="T28" fmla="*/ 198 w 275"/>
                <a:gd name="T29" fmla="*/ 17 h 114"/>
                <a:gd name="T30" fmla="*/ 161 w 275"/>
                <a:gd name="T31" fmla="*/ 15 h 114"/>
                <a:gd name="T32" fmla="*/ 146 w 275"/>
                <a:gd name="T33" fmla="*/ 9 h 114"/>
                <a:gd name="T34" fmla="*/ 118 w 275"/>
                <a:gd name="T35" fmla="*/ 1 h 114"/>
                <a:gd name="T36" fmla="*/ 96 w 275"/>
                <a:gd name="T37" fmla="*/ 15 h 114"/>
                <a:gd name="T38" fmla="*/ 56 w 275"/>
                <a:gd name="T39" fmla="*/ 19 h 114"/>
                <a:gd name="T40" fmla="*/ 40 w 275"/>
                <a:gd name="T41" fmla="*/ 32 h 114"/>
                <a:gd name="T42" fmla="*/ 30 w 275"/>
                <a:gd name="T43" fmla="*/ 53 h 114"/>
                <a:gd name="T44" fmla="*/ 36 w 275"/>
                <a:gd name="T45" fmla="*/ 63 h 114"/>
                <a:gd name="T46" fmla="*/ 50 w 275"/>
                <a:gd name="T47" fmla="*/ 61 h 114"/>
                <a:gd name="T48" fmla="*/ 58 w 275"/>
                <a:gd name="T49" fmla="*/ 34 h 114"/>
                <a:gd name="T50" fmla="*/ 87 w 275"/>
                <a:gd name="T51" fmla="*/ 54 h 114"/>
                <a:gd name="T52" fmla="*/ 52 w 275"/>
                <a:gd name="T53" fmla="*/ 69 h 114"/>
                <a:gd name="T54" fmla="*/ 0 w 275"/>
                <a:gd name="T55" fmla="*/ 80 h 114"/>
                <a:gd name="T56" fmla="*/ 46 w 275"/>
                <a:gd name="T57" fmla="*/ 86 h 114"/>
                <a:gd name="T58" fmla="*/ 56 w 275"/>
                <a:gd name="T59" fmla="*/ 97 h 114"/>
                <a:gd name="T60" fmla="*/ 49 w 275"/>
                <a:gd name="T61" fmla="*/ 113 h 114"/>
                <a:gd name="T62" fmla="*/ 73 w 275"/>
                <a:gd name="T63" fmla="*/ 98 h 114"/>
                <a:gd name="T64" fmla="*/ 112 w 275"/>
                <a:gd name="T65" fmla="*/ 98 h 114"/>
                <a:gd name="T66" fmla="*/ 150 w 275"/>
                <a:gd name="T67" fmla="*/ 99 h 114"/>
                <a:gd name="T68" fmla="*/ 175 w 275"/>
                <a:gd name="T69" fmla="*/ 100 h 114"/>
                <a:gd name="T70" fmla="*/ 213 w 275"/>
                <a:gd name="T71" fmla="*/ 103 h 114"/>
                <a:gd name="T72" fmla="*/ 185 w 275"/>
                <a:gd name="T73" fmla="*/ 88 h 114"/>
                <a:gd name="T74" fmla="*/ 189 w 275"/>
                <a:gd name="T75" fmla="*/ 78 h 114"/>
                <a:gd name="T76" fmla="*/ 215 w 275"/>
                <a:gd name="T77" fmla="*/ 83 h 114"/>
                <a:gd name="T78" fmla="*/ 232 w 275"/>
                <a:gd name="T79" fmla="*/ 89 h 114"/>
                <a:gd name="T80" fmla="*/ 259 w 275"/>
                <a:gd name="T81" fmla="*/ 91 h 114"/>
                <a:gd name="T82" fmla="*/ 273 w 275"/>
                <a:gd name="T83" fmla="*/ 80 h 114"/>
                <a:gd name="T84" fmla="*/ 115 w 275"/>
                <a:gd name="T85" fmla="*/ 80 h 114"/>
                <a:gd name="T86" fmla="*/ 91 w 275"/>
                <a:gd name="T87" fmla="*/ 88 h 114"/>
                <a:gd name="T88" fmla="*/ 85 w 275"/>
                <a:gd name="T89" fmla="*/ 80 h 114"/>
                <a:gd name="T90" fmla="*/ 114 w 275"/>
                <a:gd name="T91" fmla="*/ 74 h 114"/>
                <a:gd name="T92" fmla="*/ 125 w 275"/>
                <a:gd name="T93" fmla="*/ 60 h 114"/>
                <a:gd name="T94" fmla="*/ 98 w 275"/>
                <a:gd name="T95" fmla="*/ 63 h 114"/>
                <a:gd name="T96" fmla="*/ 118 w 275"/>
                <a:gd name="T97" fmla="*/ 52 h 114"/>
                <a:gd name="T98" fmla="*/ 125 w 275"/>
                <a:gd name="T99" fmla="*/ 60 h 114"/>
                <a:gd name="T100" fmla="*/ 150 w 275"/>
                <a:gd name="T101" fmla="*/ 84 h 114"/>
                <a:gd name="T102" fmla="*/ 132 w 275"/>
                <a:gd name="T103" fmla="*/ 76 h 114"/>
                <a:gd name="T104" fmla="*/ 161 w 275"/>
                <a:gd name="T105" fmla="*/ 75 h 114"/>
                <a:gd name="T106" fmla="*/ 140 w 275"/>
                <a:gd name="T107" fmla="*/ 61 h 114"/>
                <a:gd name="T108" fmla="*/ 167 w 275"/>
                <a:gd name="T109" fmla="*/ 5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5" h="114">
                  <a:moveTo>
                    <a:pt x="271" y="73"/>
                  </a:moveTo>
                  <a:cubicBezTo>
                    <a:pt x="271" y="73"/>
                    <a:pt x="271" y="73"/>
                    <a:pt x="270" y="72"/>
                  </a:cubicBezTo>
                  <a:cubicBezTo>
                    <a:pt x="270" y="72"/>
                    <a:pt x="267" y="73"/>
                    <a:pt x="267" y="74"/>
                  </a:cubicBezTo>
                  <a:cubicBezTo>
                    <a:pt x="265" y="73"/>
                    <a:pt x="263" y="72"/>
                    <a:pt x="262" y="71"/>
                  </a:cubicBezTo>
                  <a:cubicBezTo>
                    <a:pt x="261" y="71"/>
                    <a:pt x="261" y="71"/>
                    <a:pt x="261" y="71"/>
                  </a:cubicBezTo>
                  <a:cubicBezTo>
                    <a:pt x="259" y="72"/>
                    <a:pt x="252" y="68"/>
                    <a:pt x="251" y="68"/>
                  </a:cubicBezTo>
                  <a:cubicBezTo>
                    <a:pt x="249" y="69"/>
                    <a:pt x="247" y="70"/>
                    <a:pt x="244" y="70"/>
                  </a:cubicBezTo>
                  <a:cubicBezTo>
                    <a:pt x="244" y="69"/>
                    <a:pt x="243" y="71"/>
                    <a:pt x="242" y="70"/>
                  </a:cubicBezTo>
                  <a:cubicBezTo>
                    <a:pt x="241" y="70"/>
                    <a:pt x="238" y="68"/>
                    <a:pt x="236" y="68"/>
                  </a:cubicBezTo>
                  <a:cubicBezTo>
                    <a:pt x="235" y="69"/>
                    <a:pt x="234" y="69"/>
                    <a:pt x="233" y="70"/>
                  </a:cubicBezTo>
                  <a:cubicBezTo>
                    <a:pt x="233" y="70"/>
                    <a:pt x="232" y="69"/>
                    <a:pt x="232" y="69"/>
                  </a:cubicBezTo>
                  <a:cubicBezTo>
                    <a:pt x="231" y="68"/>
                    <a:pt x="229" y="70"/>
                    <a:pt x="227" y="69"/>
                  </a:cubicBezTo>
                  <a:cubicBezTo>
                    <a:pt x="222" y="66"/>
                    <a:pt x="216" y="68"/>
                    <a:pt x="209" y="68"/>
                  </a:cubicBezTo>
                  <a:cubicBezTo>
                    <a:pt x="207" y="66"/>
                    <a:pt x="203" y="68"/>
                    <a:pt x="202" y="67"/>
                  </a:cubicBezTo>
                  <a:cubicBezTo>
                    <a:pt x="198" y="64"/>
                    <a:pt x="190" y="67"/>
                    <a:pt x="185" y="64"/>
                  </a:cubicBezTo>
                  <a:cubicBezTo>
                    <a:pt x="183" y="66"/>
                    <a:pt x="178" y="63"/>
                    <a:pt x="178" y="63"/>
                  </a:cubicBezTo>
                  <a:cubicBezTo>
                    <a:pt x="176" y="63"/>
                    <a:pt x="177" y="60"/>
                    <a:pt x="178" y="58"/>
                  </a:cubicBezTo>
                  <a:cubicBezTo>
                    <a:pt x="179" y="56"/>
                    <a:pt x="190" y="48"/>
                    <a:pt x="192" y="48"/>
                  </a:cubicBezTo>
                  <a:cubicBezTo>
                    <a:pt x="193" y="45"/>
                    <a:pt x="193" y="38"/>
                    <a:pt x="190" y="36"/>
                  </a:cubicBezTo>
                  <a:cubicBezTo>
                    <a:pt x="189" y="35"/>
                    <a:pt x="186" y="34"/>
                    <a:pt x="186" y="34"/>
                  </a:cubicBezTo>
                  <a:cubicBezTo>
                    <a:pt x="185" y="34"/>
                    <a:pt x="174" y="39"/>
                    <a:pt x="174" y="40"/>
                  </a:cubicBezTo>
                  <a:cubicBezTo>
                    <a:pt x="163" y="39"/>
                    <a:pt x="149" y="41"/>
                    <a:pt x="141" y="40"/>
                  </a:cubicBezTo>
                  <a:cubicBezTo>
                    <a:pt x="138" y="39"/>
                    <a:pt x="129" y="41"/>
                    <a:pt x="127" y="40"/>
                  </a:cubicBezTo>
                  <a:cubicBezTo>
                    <a:pt x="125" y="40"/>
                    <a:pt x="123" y="40"/>
                    <a:pt x="121" y="40"/>
                  </a:cubicBezTo>
                  <a:cubicBezTo>
                    <a:pt x="120" y="40"/>
                    <a:pt x="118" y="41"/>
                    <a:pt x="116" y="40"/>
                  </a:cubicBezTo>
                  <a:cubicBezTo>
                    <a:pt x="113" y="40"/>
                    <a:pt x="108" y="40"/>
                    <a:pt x="105" y="39"/>
                  </a:cubicBezTo>
                  <a:cubicBezTo>
                    <a:pt x="104" y="40"/>
                    <a:pt x="103" y="40"/>
                    <a:pt x="102" y="40"/>
                  </a:cubicBezTo>
                  <a:cubicBezTo>
                    <a:pt x="100" y="38"/>
                    <a:pt x="98" y="37"/>
                    <a:pt x="96" y="36"/>
                  </a:cubicBezTo>
                  <a:cubicBezTo>
                    <a:pt x="92" y="34"/>
                    <a:pt x="87" y="35"/>
                    <a:pt x="85" y="32"/>
                  </a:cubicBezTo>
                  <a:cubicBezTo>
                    <a:pt x="85" y="32"/>
                    <a:pt x="85" y="32"/>
                    <a:pt x="85" y="31"/>
                  </a:cubicBezTo>
                  <a:cubicBezTo>
                    <a:pt x="84" y="30"/>
                    <a:pt x="91" y="28"/>
                    <a:pt x="93" y="29"/>
                  </a:cubicBezTo>
                  <a:cubicBezTo>
                    <a:pt x="93" y="29"/>
                    <a:pt x="102" y="29"/>
                    <a:pt x="104" y="28"/>
                  </a:cubicBezTo>
                  <a:cubicBezTo>
                    <a:pt x="106" y="28"/>
                    <a:pt x="108" y="26"/>
                    <a:pt x="111" y="27"/>
                  </a:cubicBezTo>
                  <a:cubicBezTo>
                    <a:pt x="113" y="27"/>
                    <a:pt x="115" y="29"/>
                    <a:pt x="118" y="30"/>
                  </a:cubicBezTo>
                  <a:cubicBezTo>
                    <a:pt x="120" y="30"/>
                    <a:pt x="122" y="28"/>
                    <a:pt x="125" y="29"/>
                  </a:cubicBezTo>
                  <a:cubicBezTo>
                    <a:pt x="125" y="30"/>
                    <a:pt x="125" y="31"/>
                    <a:pt x="126" y="32"/>
                  </a:cubicBezTo>
                  <a:cubicBezTo>
                    <a:pt x="126" y="33"/>
                    <a:pt x="128" y="31"/>
                    <a:pt x="128" y="32"/>
                  </a:cubicBezTo>
                  <a:cubicBezTo>
                    <a:pt x="129" y="33"/>
                    <a:pt x="129" y="33"/>
                    <a:pt x="130" y="33"/>
                  </a:cubicBezTo>
                  <a:cubicBezTo>
                    <a:pt x="130" y="33"/>
                    <a:pt x="130" y="33"/>
                    <a:pt x="130" y="33"/>
                  </a:cubicBezTo>
                  <a:cubicBezTo>
                    <a:pt x="134" y="31"/>
                    <a:pt x="140" y="33"/>
                    <a:pt x="144" y="31"/>
                  </a:cubicBezTo>
                  <a:cubicBezTo>
                    <a:pt x="143" y="30"/>
                    <a:pt x="148" y="31"/>
                    <a:pt x="148" y="31"/>
                  </a:cubicBezTo>
                  <a:cubicBezTo>
                    <a:pt x="151" y="29"/>
                    <a:pt x="153" y="28"/>
                    <a:pt x="157" y="29"/>
                  </a:cubicBezTo>
                  <a:cubicBezTo>
                    <a:pt x="158" y="29"/>
                    <a:pt x="163" y="26"/>
                    <a:pt x="165" y="28"/>
                  </a:cubicBezTo>
                  <a:cubicBezTo>
                    <a:pt x="169" y="29"/>
                    <a:pt x="177" y="28"/>
                    <a:pt x="178" y="29"/>
                  </a:cubicBezTo>
                  <a:cubicBezTo>
                    <a:pt x="179" y="29"/>
                    <a:pt x="192" y="28"/>
                    <a:pt x="195" y="27"/>
                  </a:cubicBezTo>
                  <a:cubicBezTo>
                    <a:pt x="196" y="27"/>
                    <a:pt x="198" y="28"/>
                    <a:pt x="199" y="28"/>
                  </a:cubicBezTo>
                  <a:cubicBezTo>
                    <a:pt x="205" y="28"/>
                    <a:pt x="212" y="28"/>
                    <a:pt x="213" y="35"/>
                  </a:cubicBezTo>
                  <a:cubicBezTo>
                    <a:pt x="211" y="37"/>
                    <a:pt x="209" y="39"/>
                    <a:pt x="208" y="40"/>
                  </a:cubicBezTo>
                  <a:cubicBezTo>
                    <a:pt x="205" y="45"/>
                    <a:pt x="208" y="56"/>
                    <a:pt x="209" y="61"/>
                  </a:cubicBezTo>
                  <a:cubicBezTo>
                    <a:pt x="212" y="62"/>
                    <a:pt x="217" y="59"/>
                    <a:pt x="220" y="56"/>
                  </a:cubicBezTo>
                  <a:cubicBezTo>
                    <a:pt x="221" y="57"/>
                    <a:pt x="224" y="52"/>
                    <a:pt x="224" y="51"/>
                  </a:cubicBezTo>
                  <a:cubicBezTo>
                    <a:pt x="227" y="48"/>
                    <a:pt x="231" y="40"/>
                    <a:pt x="229" y="34"/>
                  </a:cubicBezTo>
                  <a:cubicBezTo>
                    <a:pt x="228" y="32"/>
                    <a:pt x="226" y="31"/>
                    <a:pt x="225" y="30"/>
                  </a:cubicBezTo>
                  <a:cubicBezTo>
                    <a:pt x="225" y="29"/>
                    <a:pt x="224" y="28"/>
                    <a:pt x="224" y="27"/>
                  </a:cubicBezTo>
                  <a:cubicBezTo>
                    <a:pt x="223" y="26"/>
                    <a:pt x="221" y="24"/>
                    <a:pt x="221" y="23"/>
                  </a:cubicBezTo>
                  <a:cubicBezTo>
                    <a:pt x="219" y="22"/>
                    <a:pt x="219" y="21"/>
                    <a:pt x="217" y="20"/>
                  </a:cubicBezTo>
                  <a:cubicBezTo>
                    <a:pt x="216" y="21"/>
                    <a:pt x="209" y="16"/>
                    <a:pt x="206" y="18"/>
                  </a:cubicBezTo>
                  <a:cubicBezTo>
                    <a:pt x="206" y="18"/>
                    <a:pt x="205" y="18"/>
                    <a:pt x="205" y="18"/>
                  </a:cubicBezTo>
                  <a:cubicBezTo>
                    <a:pt x="203" y="18"/>
                    <a:pt x="201" y="17"/>
                    <a:pt x="198" y="17"/>
                  </a:cubicBezTo>
                  <a:cubicBezTo>
                    <a:pt x="198" y="17"/>
                    <a:pt x="198" y="17"/>
                    <a:pt x="198" y="17"/>
                  </a:cubicBezTo>
                  <a:cubicBezTo>
                    <a:pt x="197" y="16"/>
                    <a:pt x="187" y="15"/>
                    <a:pt x="184" y="14"/>
                  </a:cubicBezTo>
                  <a:cubicBezTo>
                    <a:pt x="178" y="13"/>
                    <a:pt x="174" y="16"/>
                    <a:pt x="170" y="16"/>
                  </a:cubicBezTo>
                  <a:cubicBezTo>
                    <a:pt x="169" y="16"/>
                    <a:pt x="166" y="18"/>
                    <a:pt x="165" y="17"/>
                  </a:cubicBezTo>
                  <a:cubicBezTo>
                    <a:pt x="164" y="17"/>
                    <a:pt x="161" y="15"/>
                    <a:pt x="161" y="15"/>
                  </a:cubicBezTo>
                  <a:cubicBezTo>
                    <a:pt x="160" y="15"/>
                    <a:pt x="160" y="16"/>
                    <a:pt x="159" y="15"/>
                  </a:cubicBezTo>
                  <a:cubicBezTo>
                    <a:pt x="158" y="15"/>
                    <a:pt x="156" y="14"/>
                    <a:pt x="155" y="13"/>
                  </a:cubicBezTo>
                  <a:cubicBezTo>
                    <a:pt x="155" y="13"/>
                    <a:pt x="150" y="13"/>
                    <a:pt x="150" y="12"/>
                  </a:cubicBezTo>
                  <a:cubicBezTo>
                    <a:pt x="149" y="11"/>
                    <a:pt x="147" y="9"/>
                    <a:pt x="146" y="9"/>
                  </a:cubicBezTo>
                  <a:cubicBezTo>
                    <a:pt x="143" y="8"/>
                    <a:pt x="139" y="7"/>
                    <a:pt x="137" y="5"/>
                  </a:cubicBezTo>
                  <a:cubicBezTo>
                    <a:pt x="137" y="5"/>
                    <a:pt x="136" y="4"/>
                    <a:pt x="136" y="4"/>
                  </a:cubicBezTo>
                  <a:cubicBezTo>
                    <a:pt x="132" y="2"/>
                    <a:pt x="129" y="5"/>
                    <a:pt x="125" y="3"/>
                  </a:cubicBezTo>
                  <a:cubicBezTo>
                    <a:pt x="126" y="3"/>
                    <a:pt x="118" y="1"/>
                    <a:pt x="118" y="1"/>
                  </a:cubicBezTo>
                  <a:cubicBezTo>
                    <a:pt x="117" y="0"/>
                    <a:pt x="117" y="0"/>
                    <a:pt x="116" y="0"/>
                  </a:cubicBezTo>
                  <a:cubicBezTo>
                    <a:pt x="116" y="1"/>
                    <a:pt x="114" y="1"/>
                    <a:pt x="113" y="2"/>
                  </a:cubicBezTo>
                  <a:cubicBezTo>
                    <a:pt x="113" y="2"/>
                    <a:pt x="112" y="8"/>
                    <a:pt x="110" y="9"/>
                  </a:cubicBezTo>
                  <a:cubicBezTo>
                    <a:pt x="105" y="11"/>
                    <a:pt x="101" y="13"/>
                    <a:pt x="96" y="15"/>
                  </a:cubicBezTo>
                  <a:cubicBezTo>
                    <a:pt x="94" y="15"/>
                    <a:pt x="92" y="16"/>
                    <a:pt x="90" y="16"/>
                  </a:cubicBezTo>
                  <a:cubicBezTo>
                    <a:pt x="87" y="18"/>
                    <a:pt x="83" y="17"/>
                    <a:pt x="79" y="18"/>
                  </a:cubicBezTo>
                  <a:cubicBezTo>
                    <a:pt x="78" y="19"/>
                    <a:pt x="76" y="18"/>
                    <a:pt x="75" y="18"/>
                  </a:cubicBezTo>
                  <a:cubicBezTo>
                    <a:pt x="69" y="19"/>
                    <a:pt x="63" y="16"/>
                    <a:pt x="56" y="19"/>
                  </a:cubicBezTo>
                  <a:cubicBezTo>
                    <a:pt x="53" y="20"/>
                    <a:pt x="50" y="22"/>
                    <a:pt x="48" y="24"/>
                  </a:cubicBezTo>
                  <a:cubicBezTo>
                    <a:pt x="48" y="25"/>
                    <a:pt x="47" y="26"/>
                    <a:pt x="47" y="27"/>
                  </a:cubicBezTo>
                  <a:cubicBezTo>
                    <a:pt x="45" y="28"/>
                    <a:pt x="44" y="30"/>
                    <a:pt x="42" y="32"/>
                  </a:cubicBezTo>
                  <a:cubicBezTo>
                    <a:pt x="41" y="32"/>
                    <a:pt x="40" y="32"/>
                    <a:pt x="40" y="32"/>
                  </a:cubicBezTo>
                  <a:cubicBezTo>
                    <a:pt x="39" y="33"/>
                    <a:pt x="36" y="36"/>
                    <a:pt x="36" y="38"/>
                  </a:cubicBezTo>
                  <a:cubicBezTo>
                    <a:pt x="36" y="38"/>
                    <a:pt x="36" y="39"/>
                    <a:pt x="36" y="39"/>
                  </a:cubicBezTo>
                  <a:cubicBezTo>
                    <a:pt x="34" y="42"/>
                    <a:pt x="31" y="44"/>
                    <a:pt x="30" y="47"/>
                  </a:cubicBezTo>
                  <a:cubicBezTo>
                    <a:pt x="30" y="49"/>
                    <a:pt x="30" y="51"/>
                    <a:pt x="30" y="53"/>
                  </a:cubicBezTo>
                  <a:cubicBezTo>
                    <a:pt x="29" y="54"/>
                    <a:pt x="29" y="55"/>
                    <a:pt x="29" y="57"/>
                  </a:cubicBezTo>
                  <a:cubicBezTo>
                    <a:pt x="30" y="57"/>
                    <a:pt x="30" y="58"/>
                    <a:pt x="30" y="59"/>
                  </a:cubicBezTo>
                  <a:cubicBezTo>
                    <a:pt x="31" y="59"/>
                    <a:pt x="31" y="59"/>
                    <a:pt x="31" y="59"/>
                  </a:cubicBezTo>
                  <a:cubicBezTo>
                    <a:pt x="34" y="60"/>
                    <a:pt x="34" y="61"/>
                    <a:pt x="36" y="63"/>
                  </a:cubicBezTo>
                  <a:cubicBezTo>
                    <a:pt x="37" y="62"/>
                    <a:pt x="42" y="65"/>
                    <a:pt x="43" y="65"/>
                  </a:cubicBezTo>
                  <a:cubicBezTo>
                    <a:pt x="45" y="66"/>
                    <a:pt x="48" y="64"/>
                    <a:pt x="49" y="62"/>
                  </a:cubicBezTo>
                  <a:cubicBezTo>
                    <a:pt x="50" y="62"/>
                    <a:pt x="50" y="62"/>
                    <a:pt x="50" y="61"/>
                  </a:cubicBezTo>
                  <a:cubicBezTo>
                    <a:pt x="50" y="61"/>
                    <a:pt x="50" y="61"/>
                    <a:pt x="50" y="61"/>
                  </a:cubicBezTo>
                  <a:cubicBezTo>
                    <a:pt x="50" y="61"/>
                    <a:pt x="50" y="61"/>
                    <a:pt x="50" y="61"/>
                  </a:cubicBezTo>
                  <a:cubicBezTo>
                    <a:pt x="50" y="61"/>
                    <a:pt x="52" y="56"/>
                    <a:pt x="52" y="56"/>
                  </a:cubicBezTo>
                  <a:cubicBezTo>
                    <a:pt x="52" y="55"/>
                    <a:pt x="52" y="54"/>
                    <a:pt x="52" y="53"/>
                  </a:cubicBezTo>
                  <a:cubicBezTo>
                    <a:pt x="56" y="47"/>
                    <a:pt x="56" y="40"/>
                    <a:pt x="58" y="34"/>
                  </a:cubicBezTo>
                  <a:cubicBezTo>
                    <a:pt x="61" y="33"/>
                    <a:pt x="70" y="31"/>
                    <a:pt x="73" y="32"/>
                  </a:cubicBezTo>
                  <a:cubicBezTo>
                    <a:pt x="77" y="34"/>
                    <a:pt x="85" y="45"/>
                    <a:pt x="85" y="51"/>
                  </a:cubicBezTo>
                  <a:cubicBezTo>
                    <a:pt x="86" y="52"/>
                    <a:pt x="86" y="53"/>
                    <a:pt x="87" y="54"/>
                  </a:cubicBezTo>
                  <a:cubicBezTo>
                    <a:pt x="87" y="54"/>
                    <a:pt x="87" y="54"/>
                    <a:pt x="87" y="54"/>
                  </a:cubicBezTo>
                  <a:cubicBezTo>
                    <a:pt x="86" y="54"/>
                    <a:pt x="84" y="60"/>
                    <a:pt x="83" y="61"/>
                  </a:cubicBezTo>
                  <a:cubicBezTo>
                    <a:pt x="81" y="63"/>
                    <a:pt x="73" y="66"/>
                    <a:pt x="69" y="66"/>
                  </a:cubicBezTo>
                  <a:cubicBezTo>
                    <a:pt x="65" y="65"/>
                    <a:pt x="60" y="67"/>
                    <a:pt x="56" y="67"/>
                  </a:cubicBezTo>
                  <a:cubicBezTo>
                    <a:pt x="54" y="67"/>
                    <a:pt x="53" y="68"/>
                    <a:pt x="52" y="69"/>
                  </a:cubicBezTo>
                  <a:cubicBezTo>
                    <a:pt x="40" y="69"/>
                    <a:pt x="27" y="70"/>
                    <a:pt x="15" y="75"/>
                  </a:cubicBezTo>
                  <a:cubicBezTo>
                    <a:pt x="14" y="76"/>
                    <a:pt x="12" y="75"/>
                    <a:pt x="12" y="75"/>
                  </a:cubicBezTo>
                  <a:cubicBezTo>
                    <a:pt x="9" y="76"/>
                    <a:pt x="7" y="75"/>
                    <a:pt x="5" y="76"/>
                  </a:cubicBezTo>
                  <a:cubicBezTo>
                    <a:pt x="3" y="77"/>
                    <a:pt x="2" y="79"/>
                    <a:pt x="0" y="80"/>
                  </a:cubicBezTo>
                  <a:cubicBezTo>
                    <a:pt x="0" y="91"/>
                    <a:pt x="3" y="91"/>
                    <a:pt x="7" y="97"/>
                  </a:cubicBezTo>
                  <a:cubicBezTo>
                    <a:pt x="17" y="97"/>
                    <a:pt x="21" y="95"/>
                    <a:pt x="30" y="91"/>
                  </a:cubicBezTo>
                  <a:cubicBezTo>
                    <a:pt x="31" y="90"/>
                    <a:pt x="33" y="91"/>
                    <a:pt x="34" y="91"/>
                  </a:cubicBezTo>
                  <a:cubicBezTo>
                    <a:pt x="38" y="89"/>
                    <a:pt x="42" y="88"/>
                    <a:pt x="46" y="86"/>
                  </a:cubicBezTo>
                  <a:cubicBezTo>
                    <a:pt x="48" y="85"/>
                    <a:pt x="57" y="79"/>
                    <a:pt x="59" y="82"/>
                  </a:cubicBezTo>
                  <a:cubicBezTo>
                    <a:pt x="60" y="81"/>
                    <a:pt x="67" y="80"/>
                    <a:pt x="69" y="80"/>
                  </a:cubicBezTo>
                  <a:cubicBezTo>
                    <a:pt x="69" y="80"/>
                    <a:pt x="68" y="80"/>
                    <a:pt x="69" y="80"/>
                  </a:cubicBezTo>
                  <a:cubicBezTo>
                    <a:pt x="69" y="84"/>
                    <a:pt x="59" y="95"/>
                    <a:pt x="56" y="97"/>
                  </a:cubicBezTo>
                  <a:cubicBezTo>
                    <a:pt x="55" y="97"/>
                    <a:pt x="55" y="100"/>
                    <a:pt x="53" y="101"/>
                  </a:cubicBezTo>
                  <a:cubicBezTo>
                    <a:pt x="53" y="102"/>
                    <a:pt x="54" y="103"/>
                    <a:pt x="53" y="105"/>
                  </a:cubicBezTo>
                  <a:cubicBezTo>
                    <a:pt x="53" y="106"/>
                    <a:pt x="52" y="106"/>
                    <a:pt x="51" y="107"/>
                  </a:cubicBezTo>
                  <a:cubicBezTo>
                    <a:pt x="50" y="108"/>
                    <a:pt x="50" y="111"/>
                    <a:pt x="49" y="113"/>
                  </a:cubicBezTo>
                  <a:cubicBezTo>
                    <a:pt x="49" y="113"/>
                    <a:pt x="49" y="114"/>
                    <a:pt x="50" y="114"/>
                  </a:cubicBezTo>
                  <a:cubicBezTo>
                    <a:pt x="50" y="114"/>
                    <a:pt x="54" y="112"/>
                    <a:pt x="55" y="112"/>
                  </a:cubicBezTo>
                  <a:cubicBezTo>
                    <a:pt x="57" y="110"/>
                    <a:pt x="71" y="99"/>
                    <a:pt x="71" y="99"/>
                  </a:cubicBezTo>
                  <a:cubicBezTo>
                    <a:pt x="72" y="98"/>
                    <a:pt x="72" y="98"/>
                    <a:pt x="73" y="98"/>
                  </a:cubicBezTo>
                  <a:cubicBezTo>
                    <a:pt x="79" y="103"/>
                    <a:pt x="86" y="102"/>
                    <a:pt x="93" y="100"/>
                  </a:cubicBezTo>
                  <a:cubicBezTo>
                    <a:pt x="95" y="99"/>
                    <a:pt x="100" y="100"/>
                    <a:pt x="101" y="100"/>
                  </a:cubicBezTo>
                  <a:cubicBezTo>
                    <a:pt x="101" y="99"/>
                    <a:pt x="107" y="99"/>
                    <a:pt x="107" y="99"/>
                  </a:cubicBezTo>
                  <a:cubicBezTo>
                    <a:pt x="108" y="100"/>
                    <a:pt x="110" y="97"/>
                    <a:pt x="112" y="98"/>
                  </a:cubicBezTo>
                  <a:cubicBezTo>
                    <a:pt x="123" y="99"/>
                    <a:pt x="123" y="99"/>
                    <a:pt x="123" y="99"/>
                  </a:cubicBezTo>
                  <a:cubicBezTo>
                    <a:pt x="124" y="98"/>
                    <a:pt x="130" y="97"/>
                    <a:pt x="130" y="97"/>
                  </a:cubicBezTo>
                  <a:cubicBezTo>
                    <a:pt x="132" y="97"/>
                    <a:pt x="134" y="97"/>
                    <a:pt x="136" y="97"/>
                  </a:cubicBezTo>
                  <a:cubicBezTo>
                    <a:pt x="139" y="99"/>
                    <a:pt x="149" y="97"/>
                    <a:pt x="150" y="99"/>
                  </a:cubicBezTo>
                  <a:cubicBezTo>
                    <a:pt x="150" y="98"/>
                    <a:pt x="155" y="98"/>
                    <a:pt x="156" y="99"/>
                  </a:cubicBezTo>
                  <a:cubicBezTo>
                    <a:pt x="156" y="99"/>
                    <a:pt x="159" y="98"/>
                    <a:pt x="160" y="99"/>
                  </a:cubicBezTo>
                  <a:cubicBezTo>
                    <a:pt x="160" y="99"/>
                    <a:pt x="161" y="99"/>
                    <a:pt x="161" y="99"/>
                  </a:cubicBezTo>
                  <a:cubicBezTo>
                    <a:pt x="162" y="99"/>
                    <a:pt x="173" y="99"/>
                    <a:pt x="175" y="100"/>
                  </a:cubicBezTo>
                  <a:cubicBezTo>
                    <a:pt x="175" y="100"/>
                    <a:pt x="177" y="99"/>
                    <a:pt x="179" y="100"/>
                  </a:cubicBezTo>
                  <a:cubicBezTo>
                    <a:pt x="186" y="103"/>
                    <a:pt x="194" y="103"/>
                    <a:pt x="202" y="104"/>
                  </a:cubicBezTo>
                  <a:cubicBezTo>
                    <a:pt x="203" y="105"/>
                    <a:pt x="204" y="103"/>
                    <a:pt x="207" y="104"/>
                  </a:cubicBezTo>
                  <a:cubicBezTo>
                    <a:pt x="208" y="103"/>
                    <a:pt x="211" y="103"/>
                    <a:pt x="213" y="103"/>
                  </a:cubicBezTo>
                  <a:cubicBezTo>
                    <a:pt x="214" y="101"/>
                    <a:pt x="213" y="98"/>
                    <a:pt x="213" y="96"/>
                  </a:cubicBezTo>
                  <a:cubicBezTo>
                    <a:pt x="208" y="93"/>
                    <a:pt x="204" y="88"/>
                    <a:pt x="196" y="90"/>
                  </a:cubicBezTo>
                  <a:cubicBezTo>
                    <a:pt x="196" y="89"/>
                    <a:pt x="191" y="88"/>
                    <a:pt x="190" y="88"/>
                  </a:cubicBezTo>
                  <a:cubicBezTo>
                    <a:pt x="188" y="88"/>
                    <a:pt x="187" y="88"/>
                    <a:pt x="185" y="88"/>
                  </a:cubicBezTo>
                  <a:cubicBezTo>
                    <a:pt x="180" y="85"/>
                    <a:pt x="172" y="86"/>
                    <a:pt x="165" y="85"/>
                  </a:cubicBezTo>
                  <a:cubicBezTo>
                    <a:pt x="164" y="82"/>
                    <a:pt x="168" y="81"/>
                    <a:pt x="169" y="79"/>
                  </a:cubicBezTo>
                  <a:cubicBezTo>
                    <a:pt x="168" y="78"/>
                    <a:pt x="170" y="77"/>
                    <a:pt x="170" y="76"/>
                  </a:cubicBezTo>
                  <a:cubicBezTo>
                    <a:pt x="176" y="76"/>
                    <a:pt x="184" y="74"/>
                    <a:pt x="189" y="78"/>
                  </a:cubicBezTo>
                  <a:cubicBezTo>
                    <a:pt x="190" y="76"/>
                    <a:pt x="197" y="80"/>
                    <a:pt x="198" y="80"/>
                  </a:cubicBezTo>
                  <a:cubicBezTo>
                    <a:pt x="200" y="79"/>
                    <a:pt x="203" y="81"/>
                    <a:pt x="204" y="82"/>
                  </a:cubicBezTo>
                  <a:cubicBezTo>
                    <a:pt x="206" y="79"/>
                    <a:pt x="210" y="83"/>
                    <a:pt x="213" y="83"/>
                  </a:cubicBezTo>
                  <a:cubicBezTo>
                    <a:pt x="214" y="83"/>
                    <a:pt x="214" y="83"/>
                    <a:pt x="215" y="83"/>
                  </a:cubicBezTo>
                  <a:cubicBezTo>
                    <a:pt x="216" y="84"/>
                    <a:pt x="216" y="85"/>
                    <a:pt x="217" y="86"/>
                  </a:cubicBezTo>
                  <a:cubicBezTo>
                    <a:pt x="218" y="85"/>
                    <a:pt x="221" y="87"/>
                    <a:pt x="222" y="87"/>
                  </a:cubicBezTo>
                  <a:cubicBezTo>
                    <a:pt x="223" y="87"/>
                    <a:pt x="227" y="88"/>
                    <a:pt x="228" y="89"/>
                  </a:cubicBezTo>
                  <a:cubicBezTo>
                    <a:pt x="229" y="89"/>
                    <a:pt x="231" y="89"/>
                    <a:pt x="232" y="89"/>
                  </a:cubicBezTo>
                  <a:cubicBezTo>
                    <a:pt x="233" y="89"/>
                    <a:pt x="234" y="90"/>
                    <a:pt x="235" y="90"/>
                  </a:cubicBezTo>
                  <a:cubicBezTo>
                    <a:pt x="236" y="90"/>
                    <a:pt x="235" y="90"/>
                    <a:pt x="235" y="90"/>
                  </a:cubicBezTo>
                  <a:cubicBezTo>
                    <a:pt x="239" y="91"/>
                    <a:pt x="253" y="93"/>
                    <a:pt x="255" y="90"/>
                  </a:cubicBezTo>
                  <a:cubicBezTo>
                    <a:pt x="257" y="91"/>
                    <a:pt x="258" y="91"/>
                    <a:pt x="259" y="91"/>
                  </a:cubicBezTo>
                  <a:cubicBezTo>
                    <a:pt x="259" y="90"/>
                    <a:pt x="260" y="89"/>
                    <a:pt x="261" y="88"/>
                  </a:cubicBezTo>
                  <a:cubicBezTo>
                    <a:pt x="263" y="87"/>
                    <a:pt x="268" y="87"/>
                    <a:pt x="270" y="85"/>
                  </a:cubicBezTo>
                  <a:cubicBezTo>
                    <a:pt x="270" y="84"/>
                    <a:pt x="271" y="83"/>
                    <a:pt x="271" y="82"/>
                  </a:cubicBezTo>
                  <a:cubicBezTo>
                    <a:pt x="272" y="81"/>
                    <a:pt x="273" y="81"/>
                    <a:pt x="273" y="80"/>
                  </a:cubicBezTo>
                  <a:cubicBezTo>
                    <a:pt x="275" y="77"/>
                    <a:pt x="271" y="75"/>
                    <a:pt x="271" y="73"/>
                  </a:cubicBezTo>
                  <a:close/>
                  <a:moveTo>
                    <a:pt x="119" y="76"/>
                  </a:moveTo>
                  <a:cubicBezTo>
                    <a:pt x="119" y="76"/>
                    <a:pt x="119" y="76"/>
                    <a:pt x="119" y="77"/>
                  </a:cubicBezTo>
                  <a:cubicBezTo>
                    <a:pt x="118" y="78"/>
                    <a:pt x="117" y="79"/>
                    <a:pt x="115" y="80"/>
                  </a:cubicBezTo>
                  <a:cubicBezTo>
                    <a:pt x="115" y="81"/>
                    <a:pt x="115" y="82"/>
                    <a:pt x="115" y="83"/>
                  </a:cubicBezTo>
                  <a:cubicBezTo>
                    <a:pt x="114" y="84"/>
                    <a:pt x="112" y="84"/>
                    <a:pt x="111" y="85"/>
                  </a:cubicBezTo>
                  <a:cubicBezTo>
                    <a:pt x="110" y="85"/>
                    <a:pt x="110" y="85"/>
                    <a:pt x="109" y="85"/>
                  </a:cubicBezTo>
                  <a:cubicBezTo>
                    <a:pt x="109" y="85"/>
                    <a:pt x="93" y="87"/>
                    <a:pt x="91" y="88"/>
                  </a:cubicBezTo>
                  <a:cubicBezTo>
                    <a:pt x="89" y="89"/>
                    <a:pt x="87" y="88"/>
                    <a:pt x="87" y="88"/>
                  </a:cubicBezTo>
                  <a:cubicBezTo>
                    <a:pt x="85" y="89"/>
                    <a:pt x="83" y="89"/>
                    <a:pt x="81" y="90"/>
                  </a:cubicBezTo>
                  <a:cubicBezTo>
                    <a:pt x="80" y="90"/>
                    <a:pt x="80" y="90"/>
                    <a:pt x="79" y="89"/>
                  </a:cubicBezTo>
                  <a:cubicBezTo>
                    <a:pt x="79" y="88"/>
                    <a:pt x="84" y="82"/>
                    <a:pt x="85" y="80"/>
                  </a:cubicBezTo>
                  <a:cubicBezTo>
                    <a:pt x="90" y="81"/>
                    <a:pt x="95" y="78"/>
                    <a:pt x="98" y="76"/>
                  </a:cubicBezTo>
                  <a:cubicBezTo>
                    <a:pt x="98" y="76"/>
                    <a:pt x="101" y="77"/>
                    <a:pt x="101" y="77"/>
                  </a:cubicBezTo>
                  <a:cubicBezTo>
                    <a:pt x="101" y="76"/>
                    <a:pt x="105" y="75"/>
                    <a:pt x="105" y="75"/>
                  </a:cubicBezTo>
                  <a:cubicBezTo>
                    <a:pt x="108" y="74"/>
                    <a:pt x="113" y="76"/>
                    <a:pt x="114" y="74"/>
                  </a:cubicBezTo>
                  <a:cubicBezTo>
                    <a:pt x="115" y="74"/>
                    <a:pt x="115" y="74"/>
                    <a:pt x="115" y="75"/>
                  </a:cubicBezTo>
                  <a:cubicBezTo>
                    <a:pt x="117" y="74"/>
                    <a:pt x="118" y="75"/>
                    <a:pt x="119" y="75"/>
                  </a:cubicBezTo>
                  <a:cubicBezTo>
                    <a:pt x="119" y="76"/>
                    <a:pt x="119" y="76"/>
                    <a:pt x="119" y="76"/>
                  </a:cubicBezTo>
                  <a:close/>
                  <a:moveTo>
                    <a:pt x="125" y="60"/>
                  </a:moveTo>
                  <a:cubicBezTo>
                    <a:pt x="124" y="61"/>
                    <a:pt x="122" y="63"/>
                    <a:pt x="120" y="63"/>
                  </a:cubicBezTo>
                  <a:cubicBezTo>
                    <a:pt x="120" y="62"/>
                    <a:pt x="120" y="62"/>
                    <a:pt x="120" y="63"/>
                  </a:cubicBezTo>
                  <a:cubicBezTo>
                    <a:pt x="116" y="64"/>
                    <a:pt x="110" y="60"/>
                    <a:pt x="106" y="62"/>
                  </a:cubicBezTo>
                  <a:cubicBezTo>
                    <a:pt x="104" y="63"/>
                    <a:pt x="100" y="64"/>
                    <a:pt x="98" y="63"/>
                  </a:cubicBezTo>
                  <a:cubicBezTo>
                    <a:pt x="97" y="63"/>
                    <a:pt x="97" y="63"/>
                    <a:pt x="97" y="63"/>
                  </a:cubicBezTo>
                  <a:cubicBezTo>
                    <a:pt x="97" y="60"/>
                    <a:pt x="97" y="60"/>
                    <a:pt x="98" y="58"/>
                  </a:cubicBezTo>
                  <a:cubicBezTo>
                    <a:pt x="102" y="56"/>
                    <a:pt x="112" y="51"/>
                    <a:pt x="117" y="53"/>
                  </a:cubicBezTo>
                  <a:cubicBezTo>
                    <a:pt x="118" y="53"/>
                    <a:pt x="118" y="52"/>
                    <a:pt x="118" y="52"/>
                  </a:cubicBezTo>
                  <a:cubicBezTo>
                    <a:pt x="122" y="53"/>
                    <a:pt x="125" y="54"/>
                    <a:pt x="127" y="54"/>
                  </a:cubicBezTo>
                  <a:cubicBezTo>
                    <a:pt x="127" y="54"/>
                    <a:pt x="128" y="55"/>
                    <a:pt x="128" y="55"/>
                  </a:cubicBezTo>
                  <a:cubicBezTo>
                    <a:pt x="128" y="57"/>
                    <a:pt x="127" y="59"/>
                    <a:pt x="125" y="60"/>
                  </a:cubicBezTo>
                  <a:cubicBezTo>
                    <a:pt x="125" y="60"/>
                    <a:pt x="125" y="60"/>
                    <a:pt x="125" y="60"/>
                  </a:cubicBezTo>
                  <a:close/>
                  <a:moveTo>
                    <a:pt x="161" y="75"/>
                  </a:moveTo>
                  <a:cubicBezTo>
                    <a:pt x="159" y="77"/>
                    <a:pt x="158" y="79"/>
                    <a:pt x="157" y="81"/>
                  </a:cubicBezTo>
                  <a:cubicBezTo>
                    <a:pt x="157" y="82"/>
                    <a:pt x="157" y="82"/>
                    <a:pt x="158" y="83"/>
                  </a:cubicBezTo>
                  <a:cubicBezTo>
                    <a:pt x="157" y="86"/>
                    <a:pt x="152" y="85"/>
                    <a:pt x="150" y="84"/>
                  </a:cubicBezTo>
                  <a:cubicBezTo>
                    <a:pt x="149" y="84"/>
                    <a:pt x="148" y="85"/>
                    <a:pt x="147" y="85"/>
                  </a:cubicBezTo>
                  <a:cubicBezTo>
                    <a:pt x="147" y="85"/>
                    <a:pt x="129" y="85"/>
                    <a:pt x="126" y="83"/>
                  </a:cubicBezTo>
                  <a:cubicBezTo>
                    <a:pt x="126" y="81"/>
                    <a:pt x="129" y="79"/>
                    <a:pt x="131" y="78"/>
                  </a:cubicBezTo>
                  <a:cubicBezTo>
                    <a:pt x="132" y="77"/>
                    <a:pt x="131" y="76"/>
                    <a:pt x="132" y="76"/>
                  </a:cubicBezTo>
                  <a:cubicBezTo>
                    <a:pt x="134" y="74"/>
                    <a:pt x="149" y="73"/>
                    <a:pt x="152" y="73"/>
                  </a:cubicBezTo>
                  <a:cubicBezTo>
                    <a:pt x="152" y="73"/>
                    <a:pt x="152" y="73"/>
                    <a:pt x="152" y="73"/>
                  </a:cubicBezTo>
                  <a:cubicBezTo>
                    <a:pt x="156" y="73"/>
                    <a:pt x="158" y="73"/>
                    <a:pt x="161" y="74"/>
                  </a:cubicBezTo>
                  <a:cubicBezTo>
                    <a:pt x="161" y="74"/>
                    <a:pt x="161" y="75"/>
                    <a:pt x="161" y="75"/>
                  </a:cubicBezTo>
                  <a:close/>
                  <a:moveTo>
                    <a:pt x="168" y="56"/>
                  </a:moveTo>
                  <a:cubicBezTo>
                    <a:pt x="169" y="56"/>
                    <a:pt x="166" y="61"/>
                    <a:pt x="165" y="61"/>
                  </a:cubicBezTo>
                  <a:cubicBezTo>
                    <a:pt x="163" y="60"/>
                    <a:pt x="152" y="62"/>
                    <a:pt x="149" y="62"/>
                  </a:cubicBezTo>
                  <a:cubicBezTo>
                    <a:pt x="146" y="63"/>
                    <a:pt x="141" y="60"/>
                    <a:pt x="140" y="61"/>
                  </a:cubicBezTo>
                  <a:cubicBezTo>
                    <a:pt x="139" y="61"/>
                    <a:pt x="139" y="61"/>
                    <a:pt x="138" y="61"/>
                  </a:cubicBezTo>
                  <a:cubicBezTo>
                    <a:pt x="138" y="60"/>
                    <a:pt x="138" y="60"/>
                    <a:pt x="138" y="59"/>
                  </a:cubicBezTo>
                  <a:cubicBezTo>
                    <a:pt x="140" y="57"/>
                    <a:pt x="144" y="56"/>
                    <a:pt x="145" y="53"/>
                  </a:cubicBezTo>
                  <a:cubicBezTo>
                    <a:pt x="150" y="50"/>
                    <a:pt x="162" y="55"/>
                    <a:pt x="167" y="51"/>
                  </a:cubicBezTo>
                  <a:cubicBezTo>
                    <a:pt x="168" y="51"/>
                    <a:pt x="168" y="51"/>
                    <a:pt x="170" y="51"/>
                  </a:cubicBezTo>
                  <a:cubicBezTo>
                    <a:pt x="170" y="52"/>
                    <a:pt x="171" y="52"/>
                    <a:pt x="171" y="52"/>
                  </a:cubicBezTo>
                  <a:cubicBezTo>
                    <a:pt x="171" y="55"/>
                    <a:pt x="170" y="55"/>
                    <a:pt x="168" y="56"/>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8" name="Freeform 15"/>
            <p:cNvSpPr>
              <a:spLocks noEditPoints="1"/>
            </p:cNvSpPr>
            <p:nvPr userDrawn="1"/>
          </p:nvSpPr>
          <p:spPr bwMode="auto">
            <a:xfrm>
              <a:off x="3745584" y="5107869"/>
              <a:ext cx="364884" cy="283915"/>
            </a:xfrm>
            <a:custGeom>
              <a:avLst/>
              <a:gdLst>
                <a:gd name="T0" fmla="*/ 142 w 146"/>
                <a:gd name="T1" fmla="*/ 77 h 113"/>
                <a:gd name="T2" fmla="*/ 130 w 146"/>
                <a:gd name="T3" fmla="*/ 78 h 113"/>
                <a:gd name="T4" fmla="*/ 120 w 146"/>
                <a:gd name="T5" fmla="*/ 74 h 113"/>
                <a:gd name="T6" fmla="*/ 108 w 146"/>
                <a:gd name="T7" fmla="*/ 55 h 113"/>
                <a:gd name="T8" fmla="*/ 107 w 146"/>
                <a:gd name="T9" fmla="*/ 38 h 113"/>
                <a:gd name="T10" fmla="*/ 108 w 146"/>
                <a:gd name="T11" fmla="*/ 23 h 113"/>
                <a:gd name="T12" fmla="*/ 113 w 146"/>
                <a:gd name="T13" fmla="*/ 8 h 113"/>
                <a:gd name="T14" fmla="*/ 79 w 146"/>
                <a:gd name="T15" fmla="*/ 2 h 113"/>
                <a:gd name="T16" fmla="*/ 62 w 146"/>
                <a:gd name="T17" fmla="*/ 2 h 113"/>
                <a:gd name="T18" fmla="*/ 41 w 146"/>
                <a:gd name="T19" fmla="*/ 4 h 113"/>
                <a:gd name="T20" fmla="*/ 23 w 146"/>
                <a:gd name="T21" fmla="*/ 7 h 113"/>
                <a:gd name="T22" fmla="*/ 9 w 146"/>
                <a:gd name="T23" fmla="*/ 21 h 113"/>
                <a:gd name="T24" fmla="*/ 12 w 146"/>
                <a:gd name="T25" fmla="*/ 41 h 113"/>
                <a:gd name="T26" fmla="*/ 9 w 146"/>
                <a:gd name="T27" fmla="*/ 68 h 113"/>
                <a:gd name="T28" fmla="*/ 11 w 146"/>
                <a:gd name="T29" fmla="*/ 81 h 113"/>
                <a:gd name="T30" fmla="*/ 20 w 146"/>
                <a:gd name="T31" fmla="*/ 87 h 113"/>
                <a:gd name="T32" fmla="*/ 30 w 146"/>
                <a:gd name="T33" fmla="*/ 87 h 113"/>
                <a:gd name="T34" fmla="*/ 33 w 146"/>
                <a:gd name="T35" fmla="*/ 87 h 113"/>
                <a:gd name="T36" fmla="*/ 43 w 146"/>
                <a:gd name="T37" fmla="*/ 86 h 113"/>
                <a:gd name="T38" fmla="*/ 57 w 146"/>
                <a:gd name="T39" fmla="*/ 85 h 113"/>
                <a:gd name="T40" fmla="*/ 63 w 146"/>
                <a:gd name="T41" fmla="*/ 85 h 113"/>
                <a:gd name="T42" fmla="*/ 71 w 146"/>
                <a:gd name="T43" fmla="*/ 85 h 113"/>
                <a:gd name="T44" fmla="*/ 76 w 146"/>
                <a:gd name="T45" fmla="*/ 84 h 113"/>
                <a:gd name="T46" fmla="*/ 101 w 146"/>
                <a:gd name="T47" fmla="*/ 87 h 113"/>
                <a:gd name="T48" fmla="*/ 107 w 146"/>
                <a:gd name="T49" fmla="*/ 97 h 113"/>
                <a:gd name="T50" fmla="*/ 118 w 146"/>
                <a:gd name="T51" fmla="*/ 112 h 113"/>
                <a:gd name="T52" fmla="*/ 145 w 146"/>
                <a:gd name="T53" fmla="*/ 88 h 113"/>
                <a:gd name="T54" fmla="*/ 48 w 146"/>
                <a:gd name="T55" fmla="*/ 71 h 113"/>
                <a:gd name="T56" fmla="*/ 35 w 146"/>
                <a:gd name="T57" fmla="*/ 73 h 113"/>
                <a:gd name="T58" fmla="*/ 17 w 146"/>
                <a:gd name="T59" fmla="*/ 77 h 113"/>
                <a:gd name="T60" fmla="*/ 46 w 146"/>
                <a:gd name="T61" fmla="*/ 62 h 113"/>
                <a:gd name="T62" fmla="*/ 69 w 146"/>
                <a:gd name="T63" fmla="*/ 61 h 113"/>
                <a:gd name="T64" fmla="*/ 95 w 146"/>
                <a:gd name="T65" fmla="*/ 61 h 113"/>
                <a:gd name="T66" fmla="*/ 57 w 146"/>
                <a:gd name="T67" fmla="*/ 46 h 113"/>
                <a:gd name="T68" fmla="*/ 42 w 146"/>
                <a:gd name="T69" fmla="*/ 48 h 113"/>
                <a:gd name="T70" fmla="*/ 26 w 146"/>
                <a:gd name="T71" fmla="*/ 44 h 113"/>
                <a:gd name="T72" fmla="*/ 43 w 146"/>
                <a:gd name="T73" fmla="*/ 39 h 113"/>
                <a:gd name="T74" fmla="*/ 54 w 146"/>
                <a:gd name="T75" fmla="*/ 39 h 113"/>
                <a:gd name="T76" fmla="*/ 84 w 146"/>
                <a:gd name="T77" fmla="*/ 39 h 113"/>
                <a:gd name="T78" fmla="*/ 92 w 146"/>
                <a:gd name="T79" fmla="*/ 48 h 113"/>
                <a:gd name="T80" fmla="*/ 66 w 146"/>
                <a:gd name="T81" fmla="*/ 25 h 113"/>
                <a:gd name="T82" fmla="*/ 54 w 146"/>
                <a:gd name="T83" fmla="*/ 25 h 113"/>
                <a:gd name="T84" fmla="*/ 30 w 146"/>
                <a:gd name="T85" fmla="*/ 29 h 113"/>
                <a:gd name="T86" fmla="*/ 31 w 146"/>
                <a:gd name="T87" fmla="*/ 21 h 113"/>
                <a:gd name="T88" fmla="*/ 46 w 146"/>
                <a:gd name="T89" fmla="*/ 18 h 113"/>
                <a:gd name="T90" fmla="*/ 67 w 146"/>
                <a:gd name="T91" fmla="*/ 18 h 113"/>
                <a:gd name="T92" fmla="*/ 80 w 146"/>
                <a:gd name="T93" fmla="*/ 16 h 113"/>
                <a:gd name="T94" fmla="*/ 95 w 146"/>
                <a:gd name="T95" fmla="*/ 18 h 113"/>
                <a:gd name="T96" fmla="*/ 97 w 146"/>
                <a:gd name="T97" fmla="*/ 2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 h="113">
                  <a:moveTo>
                    <a:pt x="145" y="88"/>
                  </a:moveTo>
                  <a:cubicBezTo>
                    <a:pt x="143" y="84"/>
                    <a:pt x="140" y="83"/>
                    <a:pt x="142" y="78"/>
                  </a:cubicBezTo>
                  <a:cubicBezTo>
                    <a:pt x="142" y="77"/>
                    <a:pt x="142" y="78"/>
                    <a:pt x="142" y="77"/>
                  </a:cubicBezTo>
                  <a:cubicBezTo>
                    <a:pt x="139" y="77"/>
                    <a:pt x="138" y="80"/>
                    <a:pt x="137" y="81"/>
                  </a:cubicBezTo>
                  <a:cubicBezTo>
                    <a:pt x="135" y="81"/>
                    <a:pt x="135" y="81"/>
                    <a:pt x="135" y="81"/>
                  </a:cubicBezTo>
                  <a:cubicBezTo>
                    <a:pt x="133" y="81"/>
                    <a:pt x="132" y="79"/>
                    <a:pt x="130" y="78"/>
                  </a:cubicBezTo>
                  <a:cubicBezTo>
                    <a:pt x="128" y="76"/>
                    <a:pt x="126" y="77"/>
                    <a:pt x="123" y="75"/>
                  </a:cubicBezTo>
                  <a:cubicBezTo>
                    <a:pt x="123" y="75"/>
                    <a:pt x="122" y="75"/>
                    <a:pt x="122" y="76"/>
                  </a:cubicBezTo>
                  <a:cubicBezTo>
                    <a:pt x="122" y="76"/>
                    <a:pt x="120" y="74"/>
                    <a:pt x="120" y="74"/>
                  </a:cubicBezTo>
                  <a:cubicBezTo>
                    <a:pt x="118" y="74"/>
                    <a:pt x="115" y="75"/>
                    <a:pt x="114" y="75"/>
                  </a:cubicBezTo>
                  <a:cubicBezTo>
                    <a:pt x="112" y="74"/>
                    <a:pt x="111" y="72"/>
                    <a:pt x="108" y="71"/>
                  </a:cubicBezTo>
                  <a:cubicBezTo>
                    <a:pt x="106" y="68"/>
                    <a:pt x="107" y="59"/>
                    <a:pt x="108" y="55"/>
                  </a:cubicBezTo>
                  <a:cubicBezTo>
                    <a:pt x="107" y="53"/>
                    <a:pt x="107" y="50"/>
                    <a:pt x="107" y="48"/>
                  </a:cubicBezTo>
                  <a:cubicBezTo>
                    <a:pt x="107" y="47"/>
                    <a:pt x="107" y="47"/>
                    <a:pt x="107" y="46"/>
                  </a:cubicBezTo>
                  <a:cubicBezTo>
                    <a:pt x="108" y="45"/>
                    <a:pt x="108" y="39"/>
                    <a:pt x="107" y="38"/>
                  </a:cubicBezTo>
                  <a:cubicBezTo>
                    <a:pt x="108" y="37"/>
                    <a:pt x="108" y="37"/>
                    <a:pt x="109" y="36"/>
                  </a:cubicBezTo>
                  <a:cubicBezTo>
                    <a:pt x="109" y="34"/>
                    <a:pt x="108" y="33"/>
                    <a:pt x="108" y="32"/>
                  </a:cubicBezTo>
                  <a:cubicBezTo>
                    <a:pt x="109" y="31"/>
                    <a:pt x="107" y="24"/>
                    <a:pt x="108" y="23"/>
                  </a:cubicBezTo>
                  <a:cubicBezTo>
                    <a:pt x="108" y="22"/>
                    <a:pt x="110" y="21"/>
                    <a:pt x="110" y="21"/>
                  </a:cubicBezTo>
                  <a:cubicBezTo>
                    <a:pt x="110" y="21"/>
                    <a:pt x="111" y="18"/>
                    <a:pt x="112" y="18"/>
                  </a:cubicBezTo>
                  <a:cubicBezTo>
                    <a:pt x="115" y="15"/>
                    <a:pt x="114" y="11"/>
                    <a:pt x="113" y="8"/>
                  </a:cubicBezTo>
                  <a:cubicBezTo>
                    <a:pt x="112" y="7"/>
                    <a:pt x="111" y="6"/>
                    <a:pt x="110" y="5"/>
                  </a:cubicBezTo>
                  <a:cubicBezTo>
                    <a:pt x="107" y="4"/>
                    <a:pt x="102" y="3"/>
                    <a:pt x="97" y="2"/>
                  </a:cubicBezTo>
                  <a:cubicBezTo>
                    <a:pt x="91" y="0"/>
                    <a:pt x="83" y="5"/>
                    <a:pt x="79" y="2"/>
                  </a:cubicBezTo>
                  <a:cubicBezTo>
                    <a:pt x="77" y="3"/>
                    <a:pt x="74" y="2"/>
                    <a:pt x="74" y="1"/>
                  </a:cubicBezTo>
                  <a:cubicBezTo>
                    <a:pt x="73" y="2"/>
                    <a:pt x="69" y="2"/>
                    <a:pt x="68" y="1"/>
                  </a:cubicBezTo>
                  <a:cubicBezTo>
                    <a:pt x="67" y="3"/>
                    <a:pt x="64" y="1"/>
                    <a:pt x="62" y="2"/>
                  </a:cubicBezTo>
                  <a:cubicBezTo>
                    <a:pt x="60" y="2"/>
                    <a:pt x="58" y="3"/>
                    <a:pt x="56" y="4"/>
                  </a:cubicBezTo>
                  <a:cubicBezTo>
                    <a:pt x="56" y="3"/>
                    <a:pt x="53" y="3"/>
                    <a:pt x="52" y="3"/>
                  </a:cubicBezTo>
                  <a:cubicBezTo>
                    <a:pt x="49" y="5"/>
                    <a:pt x="46" y="3"/>
                    <a:pt x="41" y="4"/>
                  </a:cubicBezTo>
                  <a:cubicBezTo>
                    <a:pt x="41" y="4"/>
                    <a:pt x="38" y="5"/>
                    <a:pt x="36" y="5"/>
                  </a:cubicBezTo>
                  <a:cubicBezTo>
                    <a:pt x="36" y="5"/>
                    <a:pt x="36" y="4"/>
                    <a:pt x="36" y="4"/>
                  </a:cubicBezTo>
                  <a:cubicBezTo>
                    <a:pt x="35" y="6"/>
                    <a:pt x="25" y="6"/>
                    <a:pt x="23" y="7"/>
                  </a:cubicBezTo>
                  <a:cubicBezTo>
                    <a:pt x="17" y="7"/>
                    <a:pt x="10" y="4"/>
                    <a:pt x="7" y="6"/>
                  </a:cubicBezTo>
                  <a:cubicBezTo>
                    <a:pt x="0" y="11"/>
                    <a:pt x="6" y="13"/>
                    <a:pt x="9" y="19"/>
                  </a:cubicBezTo>
                  <a:cubicBezTo>
                    <a:pt x="10" y="20"/>
                    <a:pt x="9" y="21"/>
                    <a:pt x="9" y="21"/>
                  </a:cubicBezTo>
                  <a:cubicBezTo>
                    <a:pt x="10" y="22"/>
                    <a:pt x="11" y="23"/>
                    <a:pt x="11" y="24"/>
                  </a:cubicBezTo>
                  <a:cubicBezTo>
                    <a:pt x="11" y="24"/>
                    <a:pt x="14" y="31"/>
                    <a:pt x="13" y="32"/>
                  </a:cubicBezTo>
                  <a:cubicBezTo>
                    <a:pt x="11" y="35"/>
                    <a:pt x="12" y="36"/>
                    <a:pt x="12" y="41"/>
                  </a:cubicBezTo>
                  <a:cubicBezTo>
                    <a:pt x="12" y="44"/>
                    <a:pt x="12" y="44"/>
                    <a:pt x="12" y="44"/>
                  </a:cubicBezTo>
                  <a:cubicBezTo>
                    <a:pt x="11" y="46"/>
                    <a:pt x="9" y="56"/>
                    <a:pt x="9" y="56"/>
                  </a:cubicBezTo>
                  <a:cubicBezTo>
                    <a:pt x="10" y="60"/>
                    <a:pt x="10" y="67"/>
                    <a:pt x="9" y="68"/>
                  </a:cubicBezTo>
                  <a:cubicBezTo>
                    <a:pt x="9" y="71"/>
                    <a:pt x="10" y="75"/>
                    <a:pt x="10" y="76"/>
                  </a:cubicBezTo>
                  <a:cubicBezTo>
                    <a:pt x="9" y="77"/>
                    <a:pt x="9" y="79"/>
                    <a:pt x="9" y="81"/>
                  </a:cubicBezTo>
                  <a:cubicBezTo>
                    <a:pt x="10" y="81"/>
                    <a:pt x="11" y="81"/>
                    <a:pt x="11" y="81"/>
                  </a:cubicBezTo>
                  <a:cubicBezTo>
                    <a:pt x="13" y="82"/>
                    <a:pt x="13" y="84"/>
                    <a:pt x="15" y="85"/>
                  </a:cubicBezTo>
                  <a:cubicBezTo>
                    <a:pt x="16" y="87"/>
                    <a:pt x="19" y="86"/>
                    <a:pt x="20" y="87"/>
                  </a:cubicBezTo>
                  <a:cubicBezTo>
                    <a:pt x="20" y="87"/>
                    <a:pt x="20" y="87"/>
                    <a:pt x="20" y="87"/>
                  </a:cubicBezTo>
                  <a:cubicBezTo>
                    <a:pt x="21" y="87"/>
                    <a:pt x="20" y="87"/>
                    <a:pt x="21" y="87"/>
                  </a:cubicBezTo>
                  <a:cubicBezTo>
                    <a:pt x="24" y="87"/>
                    <a:pt x="25" y="87"/>
                    <a:pt x="27" y="86"/>
                  </a:cubicBezTo>
                  <a:cubicBezTo>
                    <a:pt x="28" y="86"/>
                    <a:pt x="29" y="86"/>
                    <a:pt x="30" y="87"/>
                  </a:cubicBezTo>
                  <a:cubicBezTo>
                    <a:pt x="30" y="86"/>
                    <a:pt x="30" y="86"/>
                    <a:pt x="31" y="86"/>
                  </a:cubicBezTo>
                  <a:cubicBezTo>
                    <a:pt x="32" y="86"/>
                    <a:pt x="32" y="86"/>
                    <a:pt x="32" y="86"/>
                  </a:cubicBezTo>
                  <a:cubicBezTo>
                    <a:pt x="32" y="86"/>
                    <a:pt x="33" y="87"/>
                    <a:pt x="33" y="87"/>
                  </a:cubicBezTo>
                  <a:cubicBezTo>
                    <a:pt x="33" y="87"/>
                    <a:pt x="33" y="87"/>
                    <a:pt x="33" y="87"/>
                  </a:cubicBezTo>
                  <a:cubicBezTo>
                    <a:pt x="36" y="87"/>
                    <a:pt x="40" y="85"/>
                    <a:pt x="43" y="85"/>
                  </a:cubicBezTo>
                  <a:cubicBezTo>
                    <a:pt x="43" y="86"/>
                    <a:pt x="43" y="86"/>
                    <a:pt x="43" y="86"/>
                  </a:cubicBezTo>
                  <a:cubicBezTo>
                    <a:pt x="44" y="85"/>
                    <a:pt x="46" y="84"/>
                    <a:pt x="46" y="84"/>
                  </a:cubicBezTo>
                  <a:cubicBezTo>
                    <a:pt x="46" y="84"/>
                    <a:pt x="49" y="85"/>
                    <a:pt x="50" y="86"/>
                  </a:cubicBezTo>
                  <a:cubicBezTo>
                    <a:pt x="52" y="85"/>
                    <a:pt x="55" y="85"/>
                    <a:pt x="57" y="85"/>
                  </a:cubicBezTo>
                  <a:cubicBezTo>
                    <a:pt x="57" y="85"/>
                    <a:pt x="57" y="86"/>
                    <a:pt x="58" y="86"/>
                  </a:cubicBezTo>
                  <a:cubicBezTo>
                    <a:pt x="59" y="86"/>
                    <a:pt x="61" y="85"/>
                    <a:pt x="62" y="85"/>
                  </a:cubicBezTo>
                  <a:cubicBezTo>
                    <a:pt x="63" y="84"/>
                    <a:pt x="62" y="85"/>
                    <a:pt x="63" y="85"/>
                  </a:cubicBezTo>
                  <a:cubicBezTo>
                    <a:pt x="63" y="85"/>
                    <a:pt x="63" y="85"/>
                    <a:pt x="63" y="85"/>
                  </a:cubicBezTo>
                  <a:cubicBezTo>
                    <a:pt x="65" y="85"/>
                    <a:pt x="69" y="84"/>
                    <a:pt x="70" y="85"/>
                  </a:cubicBezTo>
                  <a:cubicBezTo>
                    <a:pt x="71" y="85"/>
                    <a:pt x="71" y="85"/>
                    <a:pt x="71" y="85"/>
                  </a:cubicBezTo>
                  <a:cubicBezTo>
                    <a:pt x="72" y="85"/>
                    <a:pt x="72" y="84"/>
                    <a:pt x="72" y="84"/>
                  </a:cubicBezTo>
                  <a:cubicBezTo>
                    <a:pt x="72" y="85"/>
                    <a:pt x="72" y="85"/>
                    <a:pt x="72" y="85"/>
                  </a:cubicBezTo>
                  <a:cubicBezTo>
                    <a:pt x="74" y="85"/>
                    <a:pt x="75" y="83"/>
                    <a:pt x="76" y="84"/>
                  </a:cubicBezTo>
                  <a:cubicBezTo>
                    <a:pt x="77" y="85"/>
                    <a:pt x="82" y="84"/>
                    <a:pt x="83" y="84"/>
                  </a:cubicBezTo>
                  <a:cubicBezTo>
                    <a:pt x="89" y="87"/>
                    <a:pt x="97" y="86"/>
                    <a:pt x="99" y="88"/>
                  </a:cubicBezTo>
                  <a:cubicBezTo>
                    <a:pt x="99" y="87"/>
                    <a:pt x="100" y="87"/>
                    <a:pt x="101" y="87"/>
                  </a:cubicBezTo>
                  <a:cubicBezTo>
                    <a:pt x="102" y="88"/>
                    <a:pt x="104" y="91"/>
                    <a:pt x="105" y="91"/>
                  </a:cubicBezTo>
                  <a:cubicBezTo>
                    <a:pt x="105" y="94"/>
                    <a:pt x="105" y="95"/>
                    <a:pt x="106" y="97"/>
                  </a:cubicBezTo>
                  <a:cubicBezTo>
                    <a:pt x="106" y="97"/>
                    <a:pt x="106" y="97"/>
                    <a:pt x="107" y="97"/>
                  </a:cubicBezTo>
                  <a:cubicBezTo>
                    <a:pt x="106" y="99"/>
                    <a:pt x="112" y="108"/>
                    <a:pt x="113" y="110"/>
                  </a:cubicBezTo>
                  <a:cubicBezTo>
                    <a:pt x="114" y="110"/>
                    <a:pt x="116" y="110"/>
                    <a:pt x="117" y="111"/>
                  </a:cubicBezTo>
                  <a:cubicBezTo>
                    <a:pt x="117" y="111"/>
                    <a:pt x="118" y="112"/>
                    <a:pt x="118" y="112"/>
                  </a:cubicBezTo>
                  <a:cubicBezTo>
                    <a:pt x="119" y="112"/>
                    <a:pt x="123" y="113"/>
                    <a:pt x="125" y="112"/>
                  </a:cubicBezTo>
                  <a:cubicBezTo>
                    <a:pt x="130" y="109"/>
                    <a:pt x="145" y="99"/>
                    <a:pt x="146" y="91"/>
                  </a:cubicBezTo>
                  <a:cubicBezTo>
                    <a:pt x="145" y="90"/>
                    <a:pt x="146" y="89"/>
                    <a:pt x="145" y="88"/>
                  </a:cubicBezTo>
                  <a:close/>
                  <a:moveTo>
                    <a:pt x="97" y="69"/>
                  </a:moveTo>
                  <a:cubicBezTo>
                    <a:pt x="96" y="72"/>
                    <a:pt x="88" y="72"/>
                    <a:pt x="85" y="71"/>
                  </a:cubicBezTo>
                  <a:cubicBezTo>
                    <a:pt x="78" y="70"/>
                    <a:pt x="53" y="69"/>
                    <a:pt x="48" y="71"/>
                  </a:cubicBezTo>
                  <a:cubicBezTo>
                    <a:pt x="37" y="71"/>
                    <a:pt x="37" y="71"/>
                    <a:pt x="37" y="71"/>
                  </a:cubicBezTo>
                  <a:cubicBezTo>
                    <a:pt x="37" y="72"/>
                    <a:pt x="37" y="72"/>
                    <a:pt x="37" y="72"/>
                  </a:cubicBezTo>
                  <a:cubicBezTo>
                    <a:pt x="36" y="73"/>
                    <a:pt x="35" y="71"/>
                    <a:pt x="35" y="73"/>
                  </a:cubicBezTo>
                  <a:cubicBezTo>
                    <a:pt x="34" y="73"/>
                    <a:pt x="34" y="72"/>
                    <a:pt x="33" y="72"/>
                  </a:cubicBezTo>
                  <a:cubicBezTo>
                    <a:pt x="33" y="72"/>
                    <a:pt x="19" y="78"/>
                    <a:pt x="18" y="78"/>
                  </a:cubicBezTo>
                  <a:cubicBezTo>
                    <a:pt x="18" y="78"/>
                    <a:pt x="17" y="77"/>
                    <a:pt x="17" y="77"/>
                  </a:cubicBezTo>
                  <a:cubicBezTo>
                    <a:pt x="17" y="64"/>
                    <a:pt x="29" y="66"/>
                    <a:pt x="38" y="61"/>
                  </a:cubicBezTo>
                  <a:cubicBezTo>
                    <a:pt x="40" y="62"/>
                    <a:pt x="41" y="62"/>
                    <a:pt x="43" y="62"/>
                  </a:cubicBezTo>
                  <a:cubicBezTo>
                    <a:pt x="43" y="61"/>
                    <a:pt x="46" y="62"/>
                    <a:pt x="46" y="62"/>
                  </a:cubicBezTo>
                  <a:cubicBezTo>
                    <a:pt x="46" y="61"/>
                    <a:pt x="53" y="60"/>
                    <a:pt x="53" y="60"/>
                  </a:cubicBezTo>
                  <a:cubicBezTo>
                    <a:pt x="57" y="58"/>
                    <a:pt x="61" y="62"/>
                    <a:pt x="65" y="60"/>
                  </a:cubicBezTo>
                  <a:cubicBezTo>
                    <a:pt x="65" y="60"/>
                    <a:pt x="68" y="60"/>
                    <a:pt x="69" y="61"/>
                  </a:cubicBezTo>
                  <a:cubicBezTo>
                    <a:pt x="70" y="59"/>
                    <a:pt x="79" y="62"/>
                    <a:pt x="80" y="60"/>
                  </a:cubicBezTo>
                  <a:cubicBezTo>
                    <a:pt x="81" y="60"/>
                    <a:pt x="89" y="60"/>
                    <a:pt x="90" y="60"/>
                  </a:cubicBezTo>
                  <a:cubicBezTo>
                    <a:pt x="91" y="60"/>
                    <a:pt x="93" y="61"/>
                    <a:pt x="95" y="61"/>
                  </a:cubicBezTo>
                  <a:cubicBezTo>
                    <a:pt x="94" y="62"/>
                    <a:pt x="98" y="66"/>
                    <a:pt x="97" y="69"/>
                  </a:cubicBezTo>
                  <a:close/>
                  <a:moveTo>
                    <a:pt x="92" y="48"/>
                  </a:moveTo>
                  <a:cubicBezTo>
                    <a:pt x="84" y="44"/>
                    <a:pt x="59" y="48"/>
                    <a:pt x="57" y="46"/>
                  </a:cubicBezTo>
                  <a:cubicBezTo>
                    <a:pt x="54" y="47"/>
                    <a:pt x="51" y="47"/>
                    <a:pt x="48" y="48"/>
                  </a:cubicBezTo>
                  <a:cubicBezTo>
                    <a:pt x="49" y="47"/>
                    <a:pt x="43" y="49"/>
                    <a:pt x="42" y="48"/>
                  </a:cubicBezTo>
                  <a:cubicBezTo>
                    <a:pt x="42" y="48"/>
                    <a:pt x="42" y="48"/>
                    <a:pt x="42" y="48"/>
                  </a:cubicBezTo>
                  <a:cubicBezTo>
                    <a:pt x="39" y="50"/>
                    <a:pt x="27" y="53"/>
                    <a:pt x="23" y="51"/>
                  </a:cubicBezTo>
                  <a:cubicBezTo>
                    <a:pt x="23" y="50"/>
                    <a:pt x="23" y="48"/>
                    <a:pt x="23" y="47"/>
                  </a:cubicBezTo>
                  <a:cubicBezTo>
                    <a:pt x="24" y="46"/>
                    <a:pt x="25" y="45"/>
                    <a:pt x="26" y="44"/>
                  </a:cubicBezTo>
                  <a:cubicBezTo>
                    <a:pt x="27" y="44"/>
                    <a:pt x="28" y="44"/>
                    <a:pt x="30" y="44"/>
                  </a:cubicBezTo>
                  <a:cubicBezTo>
                    <a:pt x="31" y="42"/>
                    <a:pt x="33" y="42"/>
                    <a:pt x="35" y="42"/>
                  </a:cubicBezTo>
                  <a:cubicBezTo>
                    <a:pt x="37" y="41"/>
                    <a:pt x="40" y="40"/>
                    <a:pt x="43" y="39"/>
                  </a:cubicBezTo>
                  <a:cubicBezTo>
                    <a:pt x="44" y="39"/>
                    <a:pt x="45" y="39"/>
                    <a:pt x="46" y="40"/>
                  </a:cubicBezTo>
                  <a:cubicBezTo>
                    <a:pt x="48" y="39"/>
                    <a:pt x="51" y="39"/>
                    <a:pt x="52" y="38"/>
                  </a:cubicBezTo>
                  <a:cubicBezTo>
                    <a:pt x="52" y="38"/>
                    <a:pt x="54" y="39"/>
                    <a:pt x="54" y="39"/>
                  </a:cubicBezTo>
                  <a:cubicBezTo>
                    <a:pt x="55" y="39"/>
                    <a:pt x="64" y="38"/>
                    <a:pt x="64" y="37"/>
                  </a:cubicBezTo>
                  <a:cubicBezTo>
                    <a:pt x="67" y="37"/>
                    <a:pt x="77" y="38"/>
                    <a:pt x="78" y="39"/>
                  </a:cubicBezTo>
                  <a:cubicBezTo>
                    <a:pt x="79" y="38"/>
                    <a:pt x="84" y="39"/>
                    <a:pt x="84" y="39"/>
                  </a:cubicBezTo>
                  <a:cubicBezTo>
                    <a:pt x="85" y="39"/>
                    <a:pt x="95" y="39"/>
                    <a:pt x="96" y="40"/>
                  </a:cubicBezTo>
                  <a:cubicBezTo>
                    <a:pt x="98" y="41"/>
                    <a:pt x="96" y="45"/>
                    <a:pt x="97" y="46"/>
                  </a:cubicBezTo>
                  <a:cubicBezTo>
                    <a:pt x="97" y="46"/>
                    <a:pt x="93" y="49"/>
                    <a:pt x="92" y="48"/>
                  </a:cubicBezTo>
                  <a:close/>
                  <a:moveTo>
                    <a:pt x="97" y="25"/>
                  </a:moveTo>
                  <a:cubicBezTo>
                    <a:pt x="91" y="29"/>
                    <a:pt x="82" y="22"/>
                    <a:pt x="78" y="24"/>
                  </a:cubicBezTo>
                  <a:cubicBezTo>
                    <a:pt x="75" y="25"/>
                    <a:pt x="70" y="24"/>
                    <a:pt x="66" y="25"/>
                  </a:cubicBezTo>
                  <a:cubicBezTo>
                    <a:pt x="65" y="25"/>
                    <a:pt x="64" y="25"/>
                    <a:pt x="63" y="25"/>
                  </a:cubicBezTo>
                  <a:cubicBezTo>
                    <a:pt x="62" y="25"/>
                    <a:pt x="57" y="26"/>
                    <a:pt x="56" y="26"/>
                  </a:cubicBezTo>
                  <a:cubicBezTo>
                    <a:pt x="55" y="26"/>
                    <a:pt x="55" y="25"/>
                    <a:pt x="54" y="25"/>
                  </a:cubicBezTo>
                  <a:cubicBezTo>
                    <a:pt x="50" y="26"/>
                    <a:pt x="48" y="27"/>
                    <a:pt x="42" y="27"/>
                  </a:cubicBezTo>
                  <a:cubicBezTo>
                    <a:pt x="41" y="27"/>
                    <a:pt x="41" y="28"/>
                    <a:pt x="40" y="28"/>
                  </a:cubicBezTo>
                  <a:cubicBezTo>
                    <a:pt x="30" y="29"/>
                    <a:pt x="30" y="29"/>
                    <a:pt x="30" y="29"/>
                  </a:cubicBezTo>
                  <a:cubicBezTo>
                    <a:pt x="28" y="29"/>
                    <a:pt x="26" y="26"/>
                    <a:pt x="25" y="26"/>
                  </a:cubicBezTo>
                  <a:cubicBezTo>
                    <a:pt x="25" y="24"/>
                    <a:pt x="26" y="25"/>
                    <a:pt x="27" y="24"/>
                  </a:cubicBezTo>
                  <a:cubicBezTo>
                    <a:pt x="29" y="23"/>
                    <a:pt x="29" y="22"/>
                    <a:pt x="31" y="21"/>
                  </a:cubicBezTo>
                  <a:cubicBezTo>
                    <a:pt x="33" y="21"/>
                    <a:pt x="33" y="21"/>
                    <a:pt x="33" y="21"/>
                  </a:cubicBezTo>
                  <a:cubicBezTo>
                    <a:pt x="35" y="20"/>
                    <a:pt x="38" y="20"/>
                    <a:pt x="42" y="18"/>
                  </a:cubicBezTo>
                  <a:cubicBezTo>
                    <a:pt x="42" y="17"/>
                    <a:pt x="45" y="18"/>
                    <a:pt x="46" y="18"/>
                  </a:cubicBezTo>
                  <a:cubicBezTo>
                    <a:pt x="46" y="17"/>
                    <a:pt x="50" y="17"/>
                    <a:pt x="51" y="17"/>
                  </a:cubicBezTo>
                  <a:cubicBezTo>
                    <a:pt x="53" y="16"/>
                    <a:pt x="59" y="17"/>
                    <a:pt x="61" y="17"/>
                  </a:cubicBezTo>
                  <a:cubicBezTo>
                    <a:pt x="64" y="16"/>
                    <a:pt x="66" y="17"/>
                    <a:pt x="67" y="18"/>
                  </a:cubicBezTo>
                  <a:cubicBezTo>
                    <a:pt x="70" y="18"/>
                    <a:pt x="74" y="17"/>
                    <a:pt x="75" y="17"/>
                  </a:cubicBezTo>
                  <a:cubicBezTo>
                    <a:pt x="77" y="16"/>
                    <a:pt x="79" y="18"/>
                    <a:pt x="80" y="17"/>
                  </a:cubicBezTo>
                  <a:cubicBezTo>
                    <a:pt x="80" y="17"/>
                    <a:pt x="80" y="17"/>
                    <a:pt x="80" y="16"/>
                  </a:cubicBezTo>
                  <a:cubicBezTo>
                    <a:pt x="81" y="16"/>
                    <a:pt x="83" y="17"/>
                    <a:pt x="83" y="17"/>
                  </a:cubicBezTo>
                  <a:cubicBezTo>
                    <a:pt x="83" y="17"/>
                    <a:pt x="88" y="16"/>
                    <a:pt x="89" y="17"/>
                  </a:cubicBezTo>
                  <a:cubicBezTo>
                    <a:pt x="89" y="17"/>
                    <a:pt x="94" y="18"/>
                    <a:pt x="95" y="18"/>
                  </a:cubicBezTo>
                  <a:cubicBezTo>
                    <a:pt x="96" y="18"/>
                    <a:pt x="96" y="19"/>
                    <a:pt x="96" y="18"/>
                  </a:cubicBezTo>
                  <a:cubicBezTo>
                    <a:pt x="97" y="19"/>
                    <a:pt x="98" y="19"/>
                    <a:pt x="99" y="20"/>
                  </a:cubicBezTo>
                  <a:cubicBezTo>
                    <a:pt x="99" y="22"/>
                    <a:pt x="98" y="23"/>
                    <a:pt x="97" y="25"/>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109" name="Freeform 16"/>
            <p:cNvSpPr/>
            <p:nvPr userDrawn="1"/>
          </p:nvSpPr>
          <p:spPr bwMode="auto">
            <a:xfrm>
              <a:off x="3698265" y="5288733"/>
              <a:ext cx="59938" cy="97793"/>
            </a:xfrm>
            <a:custGeom>
              <a:avLst/>
              <a:gdLst>
                <a:gd name="T0" fmla="*/ 6 w 24"/>
                <a:gd name="T1" fmla="*/ 0 h 39"/>
                <a:gd name="T2" fmla="*/ 8 w 24"/>
                <a:gd name="T3" fmla="*/ 0 h 39"/>
                <a:gd name="T4" fmla="*/ 8 w 24"/>
                <a:gd name="T5" fmla="*/ 1 h 39"/>
                <a:gd name="T6" fmla="*/ 13 w 24"/>
                <a:gd name="T7" fmla="*/ 16 h 39"/>
                <a:gd name="T8" fmla="*/ 16 w 24"/>
                <a:gd name="T9" fmla="*/ 18 h 39"/>
                <a:gd name="T10" fmla="*/ 17 w 24"/>
                <a:gd name="T11" fmla="*/ 18 h 39"/>
                <a:gd name="T12" fmla="*/ 23 w 24"/>
                <a:gd name="T13" fmla="*/ 15 h 39"/>
                <a:gd name="T14" fmla="*/ 24 w 24"/>
                <a:gd name="T15" fmla="*/ 25 h 39"/>
                <a:gd name="T16" fmla="*/ 24 w 24"/>
                <a:gd name="T17" fmla="*/ 33 h 39"/>
                <a:gd name="T18" fmla="*/ 21 w 24"/>
                <a:gd name="T19" fmla="*/ 37 h 39"/>
                <a:gd name="T20" fmla="*/ 18 w 24"/>
                <a:gd name="T21" fmla="*/ 39 h 39"/>
                <a:gd name="T22" fmla="*/ 3 w 24"/>
                <a:gd name="T23" fmla="*/ 26 h 39"/>
                <a:gd name="T24" fmla="*/ 3 w 24"/>
                <a:gd name="T25" fmla="*/ 24 h 39"/>
                <a:gd name="T26" fmla="*/ 1 w 24"/>
                <a:gd name="T27" fmla="*/ 20 h 39"/>
                <a:gd name="T28" fmla="*/ 2 w 24"/>
                <a:gd name="T29" fmla="*/ 17 h 39"/>
                <a:gd name="T30" fmla="*/ 0 w 24"/>
                <a:gd name="T31" fmla="*/ 10 h 39"/>
                <a:gd name="T32" fmla="*/ 3 w 24"/>
                <a:gd name="T33" fmla="*/ 5 h 39"/>
                <a:gd name="T34" fmla="*/ 6 w 24"/>
                <a:gd name="T3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 h="39">
                  <a:moveTo>
                    <a:pt x="6" y="0"/>
                  </a:moveTo>
                  <a:cubicBezTo>
                    <a:pt x="7" y="0"/>
                    <a:pt x="7" y="0"/>
                    <a:pt x="8" y="0"/>
                  </a:cubicBezTo>
                  <a:cubicBezTo>
                    <a:pt x="8" y="1"/>
                    <a:pt x="8" y="1"/>
                    <a:pt x="8" y="1"/>
                  </a:cubicBezTo>
                  <a:cubicBezTo>
                    <a:pt x="5" y="5"/>
                    <a:pt x="12" y="13"/>
                    <a:pt x="13" y="16"/>
                  </a:cubicBezTo>
                  <a:cubicBezTo>
                    <a:pt x="14" y="17"/>
                    <a:pt x="15" y="16"/>
                    <a:pt x="16" y="18"/>
                  </a:cubicBezTo>
                  <a:cubicBezTo>
                    <a:pt x="16" y="18"/>
                    <a:pt x="17" y="18"/>
                    <a:pt x="17" y="18"/>
                  </a:cubicBezTo>
                  <a:cubicBezTo>
                    <a:pt x="18" y="16"/>
                    <a:pt x="21" y="15"/>
                    <a:pt x="23" y="15"/>
                  </a:cubicBezTo>
                  <a:cubicBezTo>
                    <a:pt x="24" y="19"/>
                    <a:pt x="20" y="21"/>
                    <a:pt x="24" y="25"/>
                  </a:cubicBezTo>
                  <a:cubicBezTo>
                    <a:pt x="24" y="28"/>
                    <a:pt x="24" y="30"/>
                    <a:pt x="24" y="33"/>
                  </a:cubicBezTo>
                  <a:cubicBezTo>
                    <a:pt x="23" y="34"/>
                    <a:pt x="22" y="36"/>
                    <a:pt x="21" y="37"/>
                  </a:cubicBezTo>
                  <a:cubicBezTo>
                    <a:pt x="20" y="38"/>
                    <a:pt x="19" y="38"/>
                    <a:pt x="18" y="39"/>
                  </a:cubicBezTo>
                  <a:cubicBezTo>
                    <a:pt x="12" y="37"/>
                    <a:pt x="6" y="31"/>
                    <a:pt x="3" y="26"/>
                  </a:cubicBezTo>
                  <a:cubicBezTo>
                    <a:pt x="3" y="26"/>
                    <a:pt x="4" y="25"/>
                    <a:pt x="3" y="24"/>
                  </a:cubicBezTo>
                  <a:cubicBezTo>
                    <a:pt x="3" y="23"/>
                    <a:pt x="2" y="21"/>
                    <a:pt x="1" y="20"/>
                  </a:cubicBezTo>
                  <a:cubicBezTo>
                    <a:pt x="1" y="19"/>
                    <a:pt x="2" y="18"/>
                    <a:pt x="2" y="17"/>
                  </a:cubicBezTo>
                  <a:cubicBezTo>
                    <a:pt x="1" y="15"/>
                    <a:pt x="0" y="13"/>
                    <a:pt x="0" y="10"/>
                  </a:cubicBezTo>
                  <a:cubicBezTo>
                    <a:pt x="1" y="9"/>
                    <a:pt x="2" y="7"/>
                    <a:pt x="3" y="5"/>
                  </a:cubicBezTo>
                  <a:cubicBezTo>
                    <a:pt x="4" y="3"/>
                    <a:pt x="4" y="2"/>
                    <a:pt x="6" y="0"/>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grpSp>
      <p:pic>
        <p:nvPicPr>
          <p:cNvPr id="110" name="图片 109"/>
          <p:cNvPicPr>
            <a:picLocks noChangeAspect="1"/>
          </p:cNvPicPr>
          <p:nvPr userDrawn="1"/>
        </p:nvPicPr>
        <p:blipFill>
          <a:blip r:embed="rId2" cstate="hq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587376" y="1370277"/>
            <a:ext cx="4457114" cy="282283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红过渡页-1">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2205879"/>
            <a:ext cx="5508625" cy="2446241"/>
          </a:xfrm>
          <a:prstGeom prst="rect">
            <a:avLst/>
          </a:prstGeom>
        </p:spPr>
      </p:pic>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第壹部分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3"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此处插入第一部分标题</a:t>
            </a:r>
            <a:endParaRPr lang="zh-CN" altLang="en-US" dirty="0"/>
          </a:p>
        </p:txBody>
      </p:sp>
      <p:sp>
        <p:nvSpPr>
          <p:cNvPr id="4" name="矩形: 圆角 3"/>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红过渡页-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第贰部分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1731021"/>
            <a:ext cx="5508625" cy="3395958"/>
          </a:xfrm>
          <a:prstGeom prst="rect">
            <a:avLst/>
          </a:prstGeom>
        </p:spPr>
      </p:pic>
      <p:sp>
        <p:nvSpPr>
          <p:cNvPr id="9"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此处插入第二部分标题</a:t>
            </a:r>
            <a:endParaRPr lang="zh-CN" altLang="en-US" dirty="0"/>
          </a:p>
        </p:txBody>
      </p:sp>
      <p:sp>
        <p:nvSpPr>
          <p:cNvPr id="14" name="矩形: 圆角 13"/>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红过渡页-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第叁部分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84602"/>
            <a:ext cx="5508625" cy="3488796"/>
          </a:xfrm>
          <a:prstGeom prst="rect">
            <a:avLst/>
          </a:prstGeom>
        </p:spPr>
      </p:pic>
      <p:sp>
        <p:nvSpPr>
          <p:cNvPr id="9"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此处插入第三部分标题</a:t>
            </a:r>
            <a:endParaRPr lang="zh-CN" altLang="en-US" dirty="0"/>
          </a:p>
        </p:txBody>
      </p:sp>
      <p:sp>
        <p:nvSpPr>
          <p:cNvPr id="14" name="矩形: 圆角 13"/>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红过渡页-4">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第肆部分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23530"/>
            <a:ext cx="5508625" cy="3610940"/>
          </a:xfrm>
          <a:prstGeom prst="rect">
            <a:avLst/>
          </a:prstGeom>
        </p:spPr>
      </p:pic>
      <p:sp>
        <p:nvSpPr>
          <p:cNvPr id="9"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此处插入第四部分标题</a:t>
            </a:r>
            <a:endParaRPr lang="zh-CN" altLang="en-US" dirty="0"/>
          </a:p>
        </p:txBody>
      </p:sp>
      <p:sp>
        <p:nvSpPr>
          <p:cNvPr id="14" name="矩形: 圆角 13"/>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蓝过渡页-1">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2205879"/>
            <a:ext cx="5508625" cy="2446241"/>
          </a:xfrm>
          <a:prstGeom prst="rect">
            <a:avLst/>
          </a:prstGeom>
        </p:spPr>
      </p:pic>
      <p:sp>
        <p:nvSpPr>
          <p:cNvPr id="11" name="矩形: 圆角 10"/>
          <p:cNvSpPr/>
          <p:nvPr userDrawn="1"/>
        </p:nvSpPr>
        <p:spPr>
          <a:xfrm>
            <a:off x="6353175" y="2126877"/>
            <a:ext cx="628650" cy="2604246"/>
          </a:xfrm>
          <a:prstGeom prst="roundRect">
            <a:avLst>
              <a:gd name="adj" fmla="val 20834"/>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第壹部分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此处插入第一部分标题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蓝过渡页-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第贰部分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1731021"/>
            <a:ext cx="5508625" cy="3395958"/>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此处插入第二部分标题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蓝过渡页-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第叁部分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84602"/>
            <a:ext cx="5508625" cy="3488796"/>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此处插入第三部分标题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蓝过渡页-4">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第肆部分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23530"/>
            <a:ext cx="5508625" cy="3610940"/>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此处插入第四部分标题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绿过渡页-1">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2205879"/>
            <a:ext cx="5508625" cy="2446241"/>
          </a:xfrm>
          <a:prstGeom prst="rect">
            <a:avLst/>
          </a:prstGeom>
        </p:spPr>
      </p:pic>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第壹部分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此处插入第一部分标题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绿过渡页-2">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第贰部分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1731021"/>
            <a:ext cx="5508625" cy="3395958"/>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此处插入第二部分标题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绿过渡页-3">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第叁部分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84602"/>
            <a:ext cx="5508625" cy="3488796"/>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此处插入第三部分标题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绿过渡页-4">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第肆部分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23530"/>
            <a:ext cx="5508625" cy="3610940"/>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此处插入第四部分标题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橙过渡页-1">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2205879"/>
            <a:ext cx="5508625" cy="2446241"/>
          </a:xfrm>
          <a:prstGeom prst="rect">
            <a:avLst/>
          </a:prstGeom>
        </p:spPr>
      </p:pic>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第壹部分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此处插入第一部分标题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橙过渡页-2">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第贰部分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1731021"/>
            <a:ext cx="5508625" cy="3395958"/>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此处插入第二部分标题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橙过渡页-3">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第叁部分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84602"/>
            <a:ext cx="5508625" cy="3488796"/>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此处插入第三部分标题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橙过渡页-4">
    <p:spTree>
      <p:nvGrpSpPr>
        <p:cNvPr id="1" name=""/>
        <p:cNvGrpSpPr/>
        <p:nvPr/>
      </p:nvGrpSpPr>
      <p:grpSpPr>
        <a:xfrm>
          <a:off x="0" y="0"/>
          <a:ext cx="0" cy="0"/>
          <a:chOff x="0" y="0"/>
          <a:chExt cx="0" cy="0"/>
        </a:xfrm>
      </p:grpSpPr>
      <p:sp>
        <p:nvSpPr>
          <p:cNvPr id="8" name="矩形 7"/>
          <p:cNvSpPr/>
          <p:nvPr userDrawn="1"/>
        </p:nvSpPr>
        <p:spPr>
          <a:xfrm>
            <a:off x="0" y="1490663"/>
            <a:ext cx="12192000" cy="3876675"/>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6353175" y="2126877"/>
            <a:ext cx="628650" cy="2604246"/>
          </a:xfrm>
          <a:prstGeom prst="roundRect">
            <a:avLst>
              <a:gd name="adj" fmla="val 2083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6353175" y="2528886"/>
            <a:ext cx="615553" cy="1800225"/>
          </a:xfrm>
          <a:prstGeom prst="rect">
            <a:avLst/>
          </a:prstGeom>
          <a:noFill/>
        </p:spPr>
        <p:txBody>
          <a:bodyPr vert="eaVert" wrap="square" rtlCol="0">
            <a:spAutoFit/>
          </a:bodyPr>
          <a:lstStyle/>
          <a:p>
            <a:pPr algn="dist"/>
            <a:r>
              <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rPr>
              <a:t>第肆部分</a:t>
            </a:r>
            <a:endParaRPr lang="zh-CN" altLang="en-US" sz="2800" b="1"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7172325" y="2126877"/>
            <a:ext cx="4432300" cy="2604246"/>
          </a:xfrm>
          <a:prstGeom prst="roundRect">
            <a:avLst>
              <a:gd name="adj" fmla="val 78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3" name="图片 2"/>
          <p:cNvPicPr>
            <a:picLocks noChangeAspect="1"/>
          </p:cNvPicPr>
          <p:nvPr userDrawn="1"/>
        </p:nvPicPr>
        <p:blipFill>
          <a:blip r:embed="rId2" cstate="hq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87375" y="1623530"/>
            <a:ext cx="5508625" cy="3610940"/>
          </a:xfrm>
          <a:prstGeom prst="rect">
            <a:avLst/>
          </a:prstGeom>
        </p:spPr>
      </p:pic>
      <p:sp>
        <p:nvSpPr>
          <p:cNvPr id="7" name="文本占位符 2"/>
          <p:cNvSpPr>
            <a:spLocks noGrp="1"/>
          </p:cNvSpPr>
          <p:nvPr>
            <p:ph type="body" sz="quarter" idx="10" hasCustomPrompt="1"/>
          </p:nvPr>
        </p:nvSpPr>
        <p:spPr>
          <a:xfrm>
            <a:off x="7239000" y="2674698"/>
            <a:ext cx="4365626" cy="458413"/>
          </a:xfrm>
        </p:spPr>
        <p:txBody>
          <a:bodyPr/>
          <a:lstStyle>
            <a:lvl1pPr marL="0" indent="0">
              <a:buNone/>
              <a:defRPr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此处插入第四部分标题</a:t>
            </a:r>
            <a:endParaRPr lang="zh-CN" altLang="en-US" dirty="0"/>
          </a:p>
        </p:txBody>
      </p:sp>
      <p:sp>
        <p:nvSpPr>
          <p:cNvPr id="9" name="矩形: 圆角 8"/>
          <p:cNvSpPr/>
          <p:nvPr userDrawn="1"/>
        </p:nvSpPr>
        <p:spPr>
          <a:xfrm>
            <a:off x="7358332" y="342900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userDrawn="1"/>
        </p:nvSpPr>
        <p:spPr>
          <a:xfrm>
            <a:off x="9388475" y="3428998"/>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userDrawn="1"/>
        </p:nvSpPr>
        <p:spPr>
          <a:xfrm>
            <a:off x="7358332" y="4046662"/>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userDrawn="1"/>
        </p:nvSpPr>
        <p:spPr>
          <a:xfrm>
            <a:off x="9388475" y="4046660"/>
            <a:ext cx="1777042" cy="458413"/>
          </a:xfrm>
          <a:prstGeom prst="roundRect">
            <a:avLst>
              <a:gd name="adj" fmla="val 50000"/>
            </a:avLst>
          </a:prstGeom>
          <a:solidFill>
            <a:schemeClr val="accent5">
              <a:lumMod val="20000"/>
              <a:lumOff val="80000"/>
            </a:schemeClr>
          </a:solidFill>
          <a:ln>
            <a:solidFill>
              <a:schemeClr val="tx1">
                <a:lumMod val="65000"/>
                <a:lumOff val="3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页V1-红">
    <p:spTree>
      <p:nvGrpSpPr>
        <p:cNvPr id="1" name=""/>
        <p:cNvGrpSpPr/>
        <p:nvPr/>
      </p:nvGrpSpPr>
      <p:grpSpPr>
        <a:xfrm>
          <a:off x="0" y="0"/>
          <a:ext cx="0" cy="0"/>
          <a:chOff x="0" y="0"/>
          <a:chExt cx="0" cy="0"/>
        </a:xfrm>
      </p:grpSpPr>
      <p:sp>
        <p:nvSpPr>
          <p:cNvPr id="12" name="任意多边形: 形状 11"/>
          <p:cNvSpPr/>
          <p:nvPr userDrawn="1"/>
        </p:nvSpPr>
        <p:spPr>
          <a:xfrm flipH="1" flipV="1">
            <a:off x="0" y="6248399"/>
            <a:ext cx="12192000" cy="60960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2"/>
          <p:cNvSpPr/>
          <p:nvPr userDrawn="1"/>
        </p:nvSpPr>
        <p:spPr>
          <a:xfrm flipH="1" flipV="1">
            <a:off x="0" y="6356349"/>
            <a:ext cx="12192000" cy="50165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userDrawn="1"/>
        </p:nvSpPr>
        <p:spPr>
          <a:xfrm>
            <a:off x="0" y="0"/>
            <a:ext cx="12192000" cy="908050"/>
          </a:xfrm>
          <a:prstGeom prst="rect">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927100"/>
            <a:ext cx="12192000" cy="72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91649" y="247488"/>
            <a:ext cx="2124075" cy="458438"/>
          </a:xfrm>
          <a:prstGeom prst="rect">
            <a:avLst/>
          </a:prstGeom>
        </p:spPr>
      </p:pic>
      <p:sp>
        <p:nvSpPr>
          <p:cNvPr id="19" name="平行四边形 18"/>
          <p:cNvSpPr/>
          <p:nvPr userDrawn="1"/>
        </p:nvSpPr>
        <p:spPr>
          <a:xfrm>
            <a:off x="163512" y="0"/>
            <a:ext cx="390525" cy="908050"/>
          </a:xfrm>
          <a:prstGeom prst="parallelogram">
            <a:avLst>
              <a:gd name="adj" fmla="val 737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userDrawn="1"/>
        </p:nvSpPr>
        <p:spPr>
          <a:xfrm>
            <a:off x="315912" y="0"/>
            <a:ext cx="390525" cy="908050"/>
          </a:xfrm>
          <a:prstGeom prst="parallelogram">
            <a:avLst>
              <a:gd name="adj" fmla="val 7378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userDrawn="1"/>
        </p:nvSpPr>
        <p:spPr>
          <a:xfrm>
            <a:off x="468312" y="0"/>
            <a:ext cx="390525" cy="908050"/>
          </a:xfrm>
          <a:prstGeom prst="parallelogram">
            <a:avLst>
              <a:gd name="adj" fmla="val 7378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2"/>
          <p:cNvSpPr>
            <a:spLocks noGrp="1"/>
          </p:cNvSpPr>
          <p:nvPr>
            <p:ph type="body" sz="quarter" idx="13" hasCustomPrompt="1"/>
          </p:nvPr>
        </p:nvSpPr>
        <p:spPr>
          <a:xfrm>
            <a:off x="972343" y="201612"/>
            <a:ext cx="8001000" cy="504825"/>
          </a:xfrm>
        </p:spPr>
        <p:txBody>
          <a:bodyPr>
            <a:noAutofit/>
          </a:bodyPr>
          <a:lstStyle>
            <a:lvl1pPr marL="0" indent="0">
              <a:lnSpc>
                <a:spcPct val="100000"/>
              </a:lnSpc>
              <a:spcBef>
                <a:spcPts val="0"/>
              </a:spcBef>
              <a:buNone/>
              <a:defRPr sz="2800" b="1">
                <a:solidFill>
                  <a:schemeClr val="bg1">
                    <a:lumMod val="9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17"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内容页V1-蓝">
    <p:spTree>
      <p:nvGrpSpPr>
        <p:cNvPr id="1" name=""/>
        <p:cNvGrpSpPr/>
        <p:nvPr/>
      </p:nvGrpSpPr>
      <p:grpSpPr>
        <a:xfrm>
          <a:off x="0" y="0"/>
          <a:ext cx="0" cy="0"/>
          <a:chOff x="0" y="0"/>
          <a:chExt cx="0" cy="0"/>
        </a:xfrm>
      </p:grpSpPr>
      <p:sp>
        <p:nvSpPr>
          <p:cNvPr id="12" name="任意多边形: 形状 11"/>
          <p:cNvSpPr/>
          <p:nvPr userDrawn="1"/>
        </p:nvSpPr>
        <p:spPr>
          <a:xfrm flipH="1" flipV="1">
            <a:off x="0" y="6248399"/>
            <a:ext cx="12192000" cy="60960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2"/>
          <p:cNvSpPr/>
          <p:nvPr userDrawn="1"/>
        </p:nvSpPr>
        <p:spPr>
          <a:xfrm flipH="1" flipV="1">
            <a:off x="0" y="6356349"/>
            <a:ext cx="12192000" cy="50165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userDrawn="1"/>
        </p:nvSpPr>
        <p:spPr>
          <a:xfrm>
            <a:off x="0" y="0"/>
            <a:ext cx="12192000" cy="908050"/>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927100"/>
            <a:ext cx="12192000" cy="72000"/>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91649" y="247488"/>
            <a:ext cx="2124075" cy="458438"/>
          </a:xfrm>
          <a:prstGeom prst="rect">
            <a:avLst/>
          </a:prstGeom>
        </p:spPr>
      </p:pic>
      <p:sp>
        <p:nvSpPr>
          <p:cNvPr id="19" name="平行四边形 18"/>
          <p:cNvSpPr/>
          <p:nvPr userDrawn="1"/>
        </p:nvSpPr>
        <p:spPr>
          <a:xfrm>
            <a:off x="163512" y="0"/>
            <a:ext cx="390525" cy="908050"/>
          </a:xfrm>
          <a:prstGeom prst="parallelogram">
            <a:avLst>
              <a:gd name="adj" fmla="val 737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userDrawn="1"/>
        </p:nvSpPr>
        <p:spPr>
          <a:xfrm>
            <a:off x="315912" y="0"/>
            <a:ext cx="390525" cy="908050"/>
          </a:xfrm>
          <a:prstGeom prst="parallelogram">
            <a:avLst>
              <a:gd name="adj" fmla="val 73780"/>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userDrawn="1"/>
        </p:nvSpPr>
        <p:spPr>
          <a:xfrm>
            <a:off x="468312" y="0"/>
            <a:ext cx="390525" cy="908050"/>
          </a:xfrm>
          <a:prstGeom prst="parallelogram">
            <a:avLst>
              <a:gd name="adj" fmla="val 73780"/>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2"/>
          <p:cNvSpPr>
            <a:spLocks noGrp="1"/>
          </p:cNvSpPr>
          <p:nvPr>
            <p:ph type="body" sz="quarter" idx="13" hasCustomPrompt="1"/>
          </p:nvPr>
        </p:nvSpPr>
        <p:spPr>
          <a:xfrm>
            <a:off x="972343" y="201612"/>
            <a:ext cx="8001000" cy="504825"/>
          </a:xfrm>
        </p:spPr>
        <p:txBody>
          <a:bodyPr>
            <a:noAutofit/>
          </a:bodyPr>
          <a:lstStyle>
            <a:lvl1pPr marL="0" indent="0">
              <a:lnSpc>
                <a:spcPct val="100000"/>
              </a:lnSpc>
              <a:spcBef>
                <a:spcPts val="0"/>
              </a:spcBef>
              <a:buNone/>
              <a:defRPr sz="2800" b="1">
                <a:solidFill>
                  <a:schemeClr val="bg1">
                    <a:lumMod val="9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17"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V1-绿">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
        <p:nvSpPr>
          <p:cNvPr id="12" name="任意多边形: 形状 11"/>
          <p:cNvSpPr/>
          <p:nvPr userDrawn="1"/>
        </p:nvSpPr>
        <p:spPr>
          <a:xfrm flipH="1" flipV="1">
            <a:off x="0" y="6248399"/>
            <a:ext cx="12192000" cy="60960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2"/>
          <p:cNvSpPr/>
          <p:nvPr userDrawn="1"/>
        </p:nvSpPr>
        <p:spPr>
          <a:xfrm flipH="1" flipV="1">
            <a:off x="0" y="6356349"/>
            <a:ext cx="12192000" cy="50165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userDrawn="1"/>
        </p:nvSpPr>
        <p:spPr>
          <a:xfrm>
            <a:off x="0" y="0"/>
            <a:ext cx="12192000" cy="908050"/>
          </a:xfrm>
          <a:prstGeom prst="rect">
            <a:avLst/>
          </a:pr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927100"/>
            <a:ext cx="12192000" cy="72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91649" y="247488"/>
            <a:ext cx="2124075" cy="458438"/>
          </a:xfrm>
          <a:prstGeom prst="rect">
            <a:avLst/>
          </a:prstGeom>
        </p:spPr>
      </p:pic>
      <p:sp>
        <p:nvSpPr>
          <p:cNvPr id="19" name="平行四边形 18"/>
          <p:cNvSpPr/>
          <p:nvPr userDrawn="1"/>
        </p:nvSpPr>
        <p:spPr>
          <a:xfrm>
            <a:off x="163512" y="0"/>
            <a:ext cx="390525" cy="908050"/>
          </a:xfrm>
          <a:prstGeom prst="parallelogram">
            <a:avLst>
              <a:gd name="adj" fmla="val 737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userDrawn="1"/>
        </p:nvSpPr>
        <p:spPr>
          <a:xfrm>
            <a:off x="315912" y="0"/>
            <a:ext cx="390525" cy="908050"/>
          </a:xfrm>
          <a:prstGeom prst="parallelogram">
            <a:avLst>
              <a:gd name="adj" fmla="val 73780"/>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userDrawn="1"/>
        </p:nvSpPr>
        <p:spPr>
          <a:xfrm>
            <a:off x="468312" y="0"/>
            <a:ext cx="390525" cy="908050"/>
          </a:xfrm>
          <a:prstGeom prst="parallelogram">
            <a:avLst>
              <a:gd name="adj" fmla="val 73780"/>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2"/>
          <p:cNvSpPr>
            <a:spLocks noGrp="1"/>
          </p:cNvSpPr>
          <p:nvPr>
            <p:ph type="body" sz="quarter" idx="13" hasCustomPrompt="1"/>
          </p:nvPr>
        </p:nvSpPr>
        <p:spPr>
          <a:xfrm>
            <a:off x="972343" y="201612"/>
            <a:ext cx="8001000" cy="504825"/>
          </a:xfrm>
        </p:spPr>
        <p:txBody>
          <a:bodyPr>
            <a:noAutofit/>
          </a:bodyPr>
          <a:lstStyle>
            <a:lvl1pPr marL="0" indent="0">
              <a:lnSpc>
                <a:spcPct val="100000"/>
              </a:lnSpc>
              <a:spcBef>
                <a:spcPts val="0"/>
              </a:spcBef>
              <a:buNone/>
              <a:defRPr sz="2800" b="1">
                <a:solidFill>
                  <a:schemeClr val="bg1">
                    <a:lumMod val="9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V1-橙">
    <p:spTree>
      <p:nvGrpSpPr>
        <p:cNvPr id="1" name=""/>
        <p:cNvGrpSpPr/>
        <p:nvPr/>
      </p:nvGrpSpPr>
      <p:grpSpPr>
        <a:xfrm>
          <a:off x="0" y="0"/>
          <a:ext cx="0" cy="0"/>
          <a:chOff x="0" y="0"/>
          <a:chExt cx="0" cy="0"/>
        </a:xfrm>
      </p:grpSpPr>
      <p:sp>
        <p:nvSpPr>
          <p:cNvPr id="12" name="任意多边形: 形状 11"/>
          <p:cNvSpPr/>
          <p:nvPr userDrawn="1"/>
        </p:nvSpPr>
        <p:spPr>
          <a:xfrm flipH="1" flipV="1">
            <a:off x="0" y="6248399"/>
            <a:ext cx="12192000" cy="60960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2"/>
          <p:cNvSpPr/>
          <p:nvPr userDrawn="1"/>
        </p:nvSpPr>
        <p:spPr>
          <a:xfrm flipH="1" flipV="1">
            <a:off x="0" y="6356349"/>
            <a:ext cx="12192000" cy="501650"/>
          </a:xfrm>
          <a:custGeom>
            <a:avLst/>
            <a:gdLst>
              <a:gd name="connsiteX0" fmla="*/ 7429500 w 12192000"/>
              <a:gd name="connsiteY0" fmla="*/ 757413 h 757703"/>
              <a:gd name="connsiteX1" fmla="*/ 6096000 w 12192000"/>
              <a:gd name="connsiteY1" fmla="*/ 462576 h 757703"/>
              <a:gd name="connsiteX2" fmla="*/ 0 w 12192000"/>
              <a:gd name="connsiteY2" fmla="*/ 462576 h 757703"/>
              <a:gd name="connsiteX3" fmla="*/ 0 w 12192000"/>
              <a:gd name="connsiteY3" fmla="*/ 0 h 757703"/>
              <a:gd name="connsiteX4" fmla="*/ 12192000 w 12192000"/>
              <a:gd name="connsiteY4" fmla="*/ 0 h 757703"/>
              <a:gd name="connsiteX5" fmla="*/ 12192000 w 12192000"/>
              <a:gd name="connsiteY5" fmla="*/ 462576 h 757703"/>
              <a:gd name="connsiteX6" fmla="*/ 7429500 w 12192000"/>
              <a:gd name="connsiteY6" fmla="*/ 757413 h 75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57703">
                <a:moveTo>
                  <a:pt x="7429500" y="757413"/>
                </a:moveTo>
                <a:cubicBezTo>
                  <a:pt x="6985000" y="763091"/>
                  <a:pt x="6540500" y="686215"/>
                  <a:pt x="6096000" y="462576"/>
                </a:cubicBezTo>
                <a:cubicBezTo>
                  <a:pt x="4064000" y="1484926"/>
                  <a:pt x="2032000" y="-559774"/>
                  <a:pt x="0" y="462576"/>
                </a:cubicBezTo>
                <a:lnTo>
                  <a:pt x="0" y="0"/>
                </a:lnTo>
                <a:lnTo>
                  <a:pt x="12192000" y="0"/>
                </a:lnTo>
                <a:lnTo>
                  <a:pt x="12192000" y="462576"/>
                </a:lnTo>
                <a:cubicBezTo>
                  <a:pt x="10604500" y="-336135"/>
                  <a:pt x="9017000" y="737133"/>
                  <a:pt x="7429500" y="757413"/>
                </a:cubicBezTo>
                <a:close/>
              </a:path>
            </a:pathLst>
          </a:cu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userDrawn="1"/>
        </p:nvSpPr>
        <p:spPr>
          <a:xfrm>
            <a:off x="0" y="0"/>
            <a:ext cx="12192000" cy="908050"/>
          </a:xfrm>
          <a:prstGeom prst="rect">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927100"/>
            <a:ext cx="12192000" cy="72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91649" y="247488"/>
            <a:ext cx="2124075" cy="458438"/>
          </a:xfrm>
          <a:prstGeom prst="rect">
            <a:avLst/>
          </a:prstGeom>
        </p:spPr>
      </p:pic>
      <p:sp>
        <p:nvSpPr>
          <p:cNvPr id="19" name="平行四边形 18"/>
          <p:cNvSpPr/>
          <p:nvPr userDrawn="1"/>
        </p:nvSpPr>
        <p:spPr>
          <a:xfrm>
            <a:off x="163512" y="0"/>
            <a:ext cx="390525" cy="908050"/>
          </a:xfrm>
          <a:prstGeom prst="parallelogram">
            <a:avLst>
              <a:gd name="adj" fmla="val 737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userDrawn="1"/>
        </p:nvSpPr>
        <p:spPr>
          <a:xfrm>
            <a:off x="315912" y="0"/>
            <a:ext cx="390525" cy="908050"/>
          </a:xfrm>
          <a:prstGeom prst="parallelogram">
            <a:avLst>
              <a:gd name="adj" fmla="val 7378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userDrawn="1"/>
        </p:nvSpPr>
        <p:spPr>
          <a:xfrm>
            <a:off x="468312" y="0"/>
            <a:ext cx="390525" cy="908050"/>
          </a:xfrm>
          <a:prstGeom prst="parallelogram">
            <a:avLst>
              <a:gd name="adj" fmla="val 7378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22"/>
          <p:cNvSpPr>
            <a:spLocks noGrp="1"/>
          </p:cNvSpPr>
          <p:nvPr>
            <p:ph type="body" sz="quarter" idx="13" hasCustomPrompt="1"/>
          </p:nvPr>
        </p:nvSpPr>
        <p:spPr>
          <a:xfrm>
            <a:off x="972343" y="201612"/>
            <a:ext cx="8001000" cy="504825"/>
          </a:xfrm>
        </p:spPr>
        <p:txBody>
          <a:bodyPr>
            <a:noAutofit/>
          </a:bodyPr>
          <a:lstStyle>
            <a:lvl1pPr marL="0" indent="0">
              <a:lnSpc>
                <a:spcPct val="100000"/>
              </a:lnSpc>
              <a:spcBef>
                <a:spcPts val="0"/>
              </a:spcBef>
              <a:buNone/>
              <a:defRPr sz="2800" b="1">
                <a:solidFill>
                  <a:schemeClr val="bg1">
                    <a:lumMod val="9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
        <p:nvSpPr>
          <p:cNvPr id="17"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V2-红">
    <p:spTree>
      <p:nvGrpSpPr>
        <p:cNvPr id="1" name=""/>
        <p:cNvGrpSpPr/>
        <p:nvPr/>
      </p:nvGrpSpPr>
      <p:grpSpPr>
        <a:xfrm>
          <a:off x="0" y="0"/>
          <a:ext cx="0" cy="0"/>
          <a:chOff x="0" y="0"/>
          <a:chExt cx="0" cy="0"/>
        </a:xfrm>
      </p:grpSpPr>
      <p:sp>
        <p:nvSpPr>
          <p:cNvPr id="10" name="椭圆 9"/>
          <p:cNvSpPr/>
          <p:nvPr userDrawn="1"/>
        </p:nvSpPr>
        <p:spPr>
          <a:xfrm>
            <a:off x="108622" y="63417"/>
            <a:ext cx="749384" cy="749384"/>
          </a:xfrm>
          <a:prstGeom prst="ellipse">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a:srcRect/>
          <a:stretch>
            <a:fillRect/>
          </a:stretch>
        </p:blipFill>
        <p:spPr>
          <a:xfrm>
            <a:off x="156983" y="69287"/>
            <a:ext cx="652663" cy="737645"/>
          </a:xfrm>
          <a:custGeom>
            <a:avLst/>
            <a:gdLst>
              <a:gd name="connsiteX0" fmla="*/ 1410953 w 3511600"/>
              <a:gd name="connsiteY0" fmla="*/ 0 h 3968840"/>
              <a:gd name="connsiteX1" fmla="*/ 2100647 w 3511600"/>
              <a:gd name="connsiteY1" fmla="*/ 0 h 3968840"/>
              <a:gd name="connsiteX2" fmla="*/ 2162095 w 3511600"/>
              <a:gd name="connsiteY2" fmla="*/ 9378 h 3968840"/>
              <a:gd name="connsiteX3" fmla="*/ 3427499 w 3511600"/>
              <a:gd name="connsiteY3" fmla="*/ 857255 h 3968840"/>
              <a:gd name="connsiteX4" fmla="*/ 3511600 w 3511600"/>
              <a:gd name="connsiteY4" fmla="*/ 995690 h 3968840"/>
              <a:gd name="connsiteX5" fmla="*/ 3511600 w 3511600"/>
              <a:gd name="connsiteY5" fmla="*/ 2973150 h 3968840"/>
              <a:gd name="connsiteX6" fmla="*/ 3427499 w 3511600"/>
              <a:gd name="connsiteY6" fmla="*/ 3111585 h 3968840"/>
              <a:gd name="connsiteX7" fmla="*/ 2162095 w 3511600"/>
              <a:gd name="connsiteY7" fmla="*/ 3959462 h 3968840"/>
              <a:gd name="connsiteX8" fmla="*/ 2100647 w 3511600"/>
              <a:gd name="connsiteY8" fmla="*/ 3968840 h 3968840"/>
              <a:gd name="connsiteX9" fmla="*/ 1410953 w 3511600"/>
              <a:gd name="connsiteY9" fmla="*/ 3968840 h 3968840"/>
              <a:gd name="connsiteX10" fmla="*/ 1349506 w 3511600"/>
              <a:gd name="connsiteY10" fmla="*/ 3959462 h 3968840"/>
              <a:gd name="connsiteX11" fmla="*/ 84101 w 3511600"/>
              <a:gd name="connsiteY11" fmla="*/ 3111585 h 3968840"/>
              <a:gd name="connsiteX12" fmla="*/ 0 w 3511600"/>
              <a:gd name="connsiteY12" fmla="*/ 2973150 h 3968840"/>
              <a:gd name="connsiteX13" fmla="*/ 0 w 3511600"/>
              <a:gd name="connsiteY13" fmla="*/ 995690 h 3968840"/>
              <a:gd name="connsiteX14" fmla="*/ 84101 w 3511600"/>
              <a:gd name="connsiteY14" fmla="*/ 857255 h 3968840"/>
              <a:gd name="connsiteX15" fmla="*/ 1349506 w 3511600"/>
              <a:gd name="connsiteY15" fmla="*/ 9378 h 396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11600" h="3968840">
                <a:moveTo>
                  <a:pt x="1410953" y="0"/>
                </a:moveTo>
                <a:lnTo>
                  <a:pt x="2100647" y="0"/>
                </a:lnTo>
                <a:lnTo>
                  <a:pt x="2162095" y="9378"/>
                </a:lnTo>
                <a:cubicBezTo>
                  <a:pt x="2687041" y="116798"/>
                  <a:pt x="3137667" y="428248"/>
                  <a:pt x="3427499" y="857255"/>
                </a:cubicBezTo>
                <a:lnTo>
                  <a:pt x="3511600" y="995690"/>
                </a:lnTo>
                <a:lnTo>
                  <a:pt x="3511600" y="2973150"/>
                </a:lnTo>
                <a:lnTo>
                  <a:pt x="3427499" y="3111585"/>
                </a:lnTo>
                <a:cubicBezTo>
                  <a:pt x="3137667" y="3540593"/>
                  <a:pt x="2687041" y="3852043"/>
                  <a:pt x="2162095" y="3959462"/>
                </a:cubicBezTo>
                <a:lnTo>
                  <a:pt x="2100647" y="3968840"/>
                </a:lnTo>
                <a:lnTo>
                  <a:pt x="1410953" y="3968840"/>
                </a:lnTo>
                <a:lnTo>
                  <a:pt x="1349506" y="3959462"/>
                </a:lnTo>
                <a:cubicBezTo>
                  <a:pt x="824559" y="3852043"/>
                  <a:pt x="373933" y="3540593"/>
                  <a:pt x="84101" y="3111585"/>
                </a:cubicBezTo>
                <a:lnTo>
                  <a:pt x="0" y="2973150"/>
                </a:lnTo>
                <a:lnTo>
                  <a:pt x="0" y="995690"/>
                </a:lnTo>
                <a:lnTo>
                  <a:pt x="84101" y="857255"/>
                </a:lnTo>
                <a:cubicBezTo>
                  <a:pt x="373933" y="428248"/>
                  <a:pt x="824559" y="116798"/>
                  <a:pt x="1349506" y="9378"/>
                </a:cubicBezTo>
                <a:close/>
              </a:path>
            </a:pathLst>
          </a:custGeom>
        </p:spPr>
      </p:pic>
      <p:sp>
        <p:nvSpPr>
          <p:cNvPr id="12" name="矩形 11"/>
          <p:cNvSpPr/>
          <p:nvPr userDrawn="1"/>
        </p:nvSpPr>
        <p:spPr>
          <a:xfrm>
            <a:off x="920813" y="900939"/>
            <a:ext cx="3744000" cy="36000"/>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4684406" y="900939"/>
            <a:ext cx="3744000" cy="3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448000"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6345238"/>
            <a:ext cx="12192000" cy="512762"/>
          </a:xfrm>
          <a:prstGeom prst="rect">
            <a:avLst/>
          </a:prstGeom>
          <a:gradFill flip="none" rotWithShape="1">
            <a:gsLst>
              <a:gs pos="0">
                <a:schemeClr val="accent1">
                  <a:lumMod val="20000"/>
                  <a:lumOff val="80000"/>
                  <a:alpha val="0"/>
                </a:schemeClr>
              </a:gs>
              <a:gs pos="80000">
                <a:srgbClr val="D8001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
        <p:nvSpPr>
          <p:cNvPr id="17" name="矩形 16"/>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997555" y="315729"/>
            <a:ext cx="1607070" cy="346853"/>
          </a:xfrm>
          <a:prstGeom prst="rect">
            <a:avLst/>
          </a:prstGeom>
        </p:spPr>
      </p:pic>
      <p:sp>
        <p:nvSpPr>
          <p:cNvPr id="20" name="矩形 19"/>
          <p:cNvSpPr/>
          <p:nvPr userDrawn="1"/>
        </p:nvSpPr>
        <p:spPr>
          <a:xfrm>
            <a:off x="11727375" y="346280"/>
            <a:ext cx="36000" cy="285750"/>
          </a:xfrm>
          <a:prstGeom prst="rect">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2"/>
          <p:cNvSpPr>
            <a:spLocks noGrp="1"/>
          </p:cNvSpPr>
          <p:nvPr>
            <p:ph type="body" sz="quarter" idx="13" hasCustomPrompt="1"/>
          </p:nvPr>
        </p:nvSpPr>
        <p:spPr>
          <a:xfrm>
            <a:off x="1019968" y="201612"/>
            <a:ext cx="8001000" cy="504825"/>
          </a:xfrm>
        </p:spPr>
        <p:txBody>
          <a:bodyPr>
            <a:noAutofit/>
          </a:bodyPr>
          <a:lstStyle>
            <a:lvl1pPr marL="0" indent="0">
              <a:lnSpc>
                <a:spcPct val="100000"/>
              </a:lnSpc>
              <a:spcBef>
                <a:spcPts val="0"/>
              </a:spcBef>
              <a:buNone/>
              <a:defRPr sz="28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V2-蓝">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03925" y="315729"/>
            <a:ext cx="1600700" cy="345600"/>
          </a:xfrm>
          <a:prstGeom prst="rect">
            <a:avLst/>
          </a:prstGeom>
        </p:spPr>
      </p:pic>
      <p:sp>
        <p:nvSpPr>
          <p:cNvPr id="10" name="椭圆 9"/>
          <p:cNvSpPr/>
          <p:nvPr userDrawn="1"/>
        </p:nvSpPr>
        <p:spPr>
          <a:xfrm>
            <a:off x="108622" y="63417"/>
            <a:ext cx="749384" cy="749384"/>
          </a:xfrm>
          <a:prstGeom prst="ellipse">
            <a:avLst/>
          </a:prstGeom>
          <a:solidFill>
            <a:srgbClr val="0037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a:srcRect/>
          <a:stretch>
            <a:fillRect/>
          </a:stretch>
        </p:blipFill>
        <p:spPr>
          <a:xfrm>
            <a:off x="156983" y="69287"/>
            <a:ext cx="652663" cy="737645"/>
          </a:xfrm>
          <a:custGeom>
            <a:avLst/>
            <a:gdLst>
              <a:gd name="connsiteX0" fmla="*/ 1410953 w 3511600"/>
              <a:gd name="connsiteY0" fmla="*/ 0 h 3968840"/>
              <a:gd name="connsiteX1" fmla="*/ 2100647 w 3511600"/>
              <a:gd name="connsiteY1" fmla="*/ 0 h 3968840"/>
              <a:gd name="connsiteX2" fmla="*/ 2162095 w 3511600"/>
              <a:gd name="connsiteY2" fmla="*/ 9378 h 3968840"/>
              <a:gd name="connsiteX3" fmla="*/ 3427499 w 3511600"/>
              <a:gd name="connsiteY3" fmla="*/ 857255 h 3968840"/>
              <a:gd name="connsiteX4" fmla="*/ 3511600 w 3511600"/>
              <a:gd name="connsiteY4" fmla="*/ 995690 h 3968840"/>
              <a:gd name="connsiteX5" fmla="*/ 3511600 w 3511600"/>
              <a:gd name="connsiteY5" fmla="*/ 2973150 h 3968840"/>
              <a:gd name="connsiteX6" fmla="*/ 3427499 w 3511600"/>
              <a:gd name="connsiteY6" fmla="*/ 3111585 h 3968840"/>
              <a:gd name="connsiteX7" fmla="*/ 2162095 w 3511600"/>
              <a:gd name="connsiteY7" fmla="*/ 3959462 h 3968840"/>
              <a:gd name="connsiteX8" fmla="*/ 2100647 w 3511600"/>
              <a:gd name="connsiteY8" fmla="*/ 3968840 h 3968840"/>
              <a:gd name="connsiteX9" fmla="*/ 1410953 w 3511600"/>
              <a:gd name="connsiteY9" fmla="*/ 3968840 h 3968840"/>
              <a:gd name="connsiteX10" fmla="*/ 1349506 w 3511600"/>
              <a:gd name="connsiteY10" fmla="*/ 3959462 h 3968840"/>
              <a:gd name="connsiteX11" fmla="*/ 84101 w 3511600"/>
              <a:gd name="connsiteY11" fmla="*/ 3111585 h 3968840"/>
              <a:gd name="connsiteX12" fmla="*/ 0 w 3511600"/>
              <a:gd name="connsiteY12" fmla="*/ 2973150 h 3968840"/>
              <a:gd name="connsiteX13" fmla="*/ 0 w 3511600"/>
              <a:gd name="connsiteY13" fmla="*/ 995690 h 3968840"/>
              <a:gd name="connsiteX14" fmla="*/ 84101 w 3511600"/>
              <a:gd name="connsiteY14" fmla="*/ 857255 h 3968840"/>
              <a:gd name="connsiteX15" fmla="*/ 1349506 w 3511600"/>
              <a:gd name="connsiteY15" fmla="*/ 9378 h 396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11600" h="3968840">
                <a:moveTo>
                  <a:pt x="1410953" y="0"/>
                </a:moveTo>
                <a:lnTo>
                  <a:pt x="2100647" y="0"/>
                </a:lnTo>
                <a:lnTo>
                  <a:pt x="2162095" y="9378"/>
                </a:lnTo>
                <a:cubicBezTo>
                  <a:pt x="2687041" y="116798"/>
                  <a:pt x="3137667" y="428248"/>
                  <a:pt x="3427499" y="857255"/>
                </a:cubicBezTo>
                <a:lnTo>
                  <a:pt x="3511600" y="995690"/>
                </a:lnTo>
                <a:lnTo>
                  <a:pt x="3511600" y="2973150"/>
                </a:lnTo>
                <a:lnTo>
                  <a:pt x="3427499" y="3111585"/>
                </a:lnTo>
                <a:cubicBezTo>
                  <a:pt x="3137667" y="3540593"/>
                  <a:pt x="2687041" y="3852043"/>
                  <a:pt x="2162095" y="3959462"/>
                </a:cubicBezTo>
                <a:lnTo>
                  <a:pt x="2100647" y="3968840"/>
                </a:lnTo>
                <a:lnTo>
                  <a:pt x="1410953" y="3968840"/>
                </a:lnTo>
                <a:lnTo>
                  <a:pt x="1349506" y="3959462"/>
                </a:lnTo>
                <a:cubicBezTo>
                  <a:pt x="824559" y="3852043"/>
                  <a:pt x="373933" y="3540593"/>
                  <a:pt x="84101" y="3111585"/>
                </a:cubicBezTo>
                <a:lnTo>
                  <a:pt x="0" y="2973150"/>
                </a:lnTo>
                <a:lnTo>
                  <a:pt x="0" y="995690"/>
                </a:lnTo>
                <a:lnTo>
                  <a:pt x="84101" y="857255"/>
                </a:lnTo>
                <a:cubicBezTo>
                  <a:pt x="373933" y="428248"/>
                  <a:pt x="824559" y="116798"/>
                  <a:pt x="1349506" y="9378"/>
                </a:cubicBezTo>
                <a:close/>
              </a:path>
            </a:pathLst>
          </a:custGeom>
        </p:spPr>
      </p:pic>
      <p:sp>
        <p:nvSpPr>
          <p:cNvPr id="12" name="矩形 11"/>
          <p:cNvSpPr/>
          <p:nvPr userDrawn="1"/>
        </p:nvSpPr>
        <p:spPr>
          <a:xfrm>
            <a:off x="920813"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4684406" y="900939"/>
            <a:ext cx="3744000" cy="3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448000"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6345238"/>
            <a:ext cx="12192000" cy="512762"/>
          </a:xfrm>
          <a:prstGeom prst="rect">
            <a:avLst/>
          </a:prstGeom>
          <a:gradFill flip="none" rotWithShape="1">
            <a:gsLst>
              <a:gs pos="0">
                <a:schemeClr val="accent1">
                  <a:lumMod val="20000"/>
                  <a:lumOff val="80000"/>
                  <a:alpha val="0"/>
                </a:schemeClr>
              </a:gs>
              <a:gs pos="80000">
                <a:srgbClr val="003778"/>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
        <p:nvSpPr>
          <p:cNvPr id="17" name="矩形 16"/>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1727375" y="346280"/>
            <a:ext cx="36000" cy="285750"/>
          </a:xfrm>
          <a:prstGeom prst="rect">
            <a:avLst/>
          </a:prstGeom>
          <a:solidFill>
            <a:srgbClr val="D8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2"/>
          <p:cNvSpPr>
            <a:spLocks noGrp="1"/>
          </p:cNvSpPr>
          <p:nvPr>
            <p:ph type="body" sz="quarter" idx="13" hasCustomPrompt="1"/>
          </p:nvPr>
        </p:nvSpPr>
        <p:spPr>
          <a:xfrm>
            <a:off x="1019968" y="201612"/>
            <a:ext cx="8001000" cy="504825"/>
          </a:xfrm>
        </p:spPr>
        <p:txBody>
          <a:bodyPr>
            <a:noAutofit/>
          </a:bodyPr>
          <a:lstStyle>
            <a:lvl1pPr marL="0" indent="0">
              <a:lnSpc>
                <a:spcPct val="100000"/>
              </a:lnSpc>
              <a:spcBef>
                <a:spcPts val="0"/>
              </a:spcBef>
              <a:buNone/>
              <a:defRPr sz="28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V2-绿">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03362" y="315729"/>
            <a:ext cx="1601263" cy="345600"/>
          </a:xfrm>
          <a:prstGeom prst="rect">
            <a:avLst/>
          </a:prstGeom>
        </p:spPr>
      </p:pic>
      <p:sp>
        <p:nvSpPr>
          <p:cNvPr id="10" name="椭圆 9"/>
          <p:cNvSpPr/>
          <p:nvPr userDrawn="1"/>
        </p:nvSpPr>
        <p:spPr>
          <a:xfrm>
            <a:off x="108622" y="63417"/>
            <a:ext cx="749384" cy="749384"/>
          </a:xfrm>
          <a:prstGeom prst="ellipse">
            <a:avLst/>
          </a:prstGeom>
          <a:solidFill>
            <a:srgbClr val="69B9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a:duotone>
              <a:schemeClr val="bg2">
                <a:shade val="45000"/>
                <a:satMod val="135000"/>
              </a:schemeClr>
              <a:prstClr val="white"/>
            </a:duotone>
          </a:blip>
          <a:srcRect/>
          <a:stretch>
            <a:fillRect/>
          </a:stretch>
        </p:blipFill>
        <p:spPr>
          <a:xfrm>
            <a:off x="156983" y="69287"/>
            <a:ext cx="652663" cy="737645"/>
          </a:xfrm>
          <a:custGeom>
            <a:avLst/>
            <a:gdLst>
              <a:gd name="connsiteX0" fmla="*/ 1410953 w 3511600"/>
              <a:gd name="connsiteY0" fmla="*/ 0 h 3968840"/>
              <a:gd name="connsiteX1" fmla="*/ 2100647 w 3511600"/>
              <a:gd name="connsiteY1" fmla="*/ 0 h 3968840"/>
              <a:gd name="connsiteX2" fmla="*/ 2162095 w 3511600"/>
              <a:gd name="connsiteY2" fmla="*/ 9378 h 3968840"/>
              <a:gd name="connsiteX3" fmla="*/ 3427499 w 3511600"/>
              <a:gd name="connsiteY3" fmla="*/ 857255 h 3968840"/>
              <a:gd name="connsiteX4" fmla="*/ 3511600 w 3511600"/>
              <a:gd name="connsiteY4" fmla="*/ 995690 h 3968840"/>
              <a:gd name="connsiteX5" fmla="*/ 3511600 w 3511600"/>
              <a:gd name="connsiteY5" fmla="*/ 2973150 h 3968840"/>
              <a:gd name="connsiteX6" fmla="*/ 3427499 w 3511600"/>
              <a:gd name="connsiteY6" fmla="*/ 3111585 h 3968840"/>
              <a:gd name="connsiteX7" fmla="*/ 2162095 w 3511600"/>
              <a:gd name="connsiteY7" fmla="*/ 3959462 h 3968840"/>
              <a:gd name="connsiteX8" fmla="*/ 2100647 w 3511600"/>
              <a:gd name="connsiteY8" fmla="*/ 3968840 h 3968840"/>
              <a:gd name="connsiteX9" fmla="*/ 1410953 w 3511600"/>
              <a:gd name="connsiteY9" fmla="*/ 3968840 h 3968840"/>
              <a:gd name="connsiteX10" fmla="*/ 1349506 w 3511600"/>
              <a:gd name="connsiteY10" fmla="*/ 3959462 h 3968840"/>
              <a:gd name="connsiteX11" fmla="*/ 84101 w 3511600"/>
              <a:gd name="connsiteY11" fmla="*/ 3111585 h 3968840"/>
              <a:gd name="connsiteX12" fmla="*/ 0 w 3511600"/>
              <a:gd name="connsiteY12" fmla="*/ 2973150 h 3968840"/>
              <a:gd name="connsiteX13" fmla="*/ 0 w 3511600"/>
              <a:gd name="connsiteY13" fmla="*/ 995690 h 3968840"/>
              <a:gd name="connsiteX14" fmla="*/ 84101 w 3511600"/>
              <a:gd name="connsiteY14" fmla="*/ 857255 h 3968840"/>
              <a:gd name="connsiteX15" fmla="*/ 1349506 w 3511600"/>
              <a:gd name="connsiteY15" fmla="*/ 9378 h 396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11600" h="3968840">
                <a:moveTo>
                  <a:pt x="1410953" y="0"/>
                </a:moveTo>
                <a:lnTo>
                  <a:pt x="2100647" y="0"/>
                </a:lnTo>
                <a:lnTo>
                  <a:pt x="2162095" y="9378"/>
                </a:lnTo>
                <a:cubicBezTo>
                  <a:pt x="2687041" y="116798"/>
                  <a:pt x="3137667" y="428248"/>
                  <a:pt x="3427499" y="857255"/>
                </a:cubicBezTo>
                <a:lnTo>
                  <a:pt x="3511600" y="995690"/>
                </a:lnTo>
                <a:lnTo>
                  <a:pt x="3511600" y="2973150"/>
                </a:lnTo>
                <a:lnTo>
                  <a:pt x="3427499" y="3111585"/>
                </a:lnTo>
                <a:cubicBezTo>
                  <a:pt x="3137667" y="3540593"/>
                  <a:pt x="2687041" y="3852043"/>
                  <a:pt x="2162095" y="3959462"/>
                </a:cubicBezTo>
                <a:lnTo>
                  <a:pt x="2100647" y="3968840"/>
                </a:lnTo>
                <a:lnTo>
                  <a:pt x="1410953" y="3968840"/>
                </a:lnTo>
                <a:lnTo>
                  <a:pt x="1349506" y="3959462"/>
                </a:lnTo>
                <a:cubicBezTo>
                  <a:pt x="824559" y="3852043"/>
                  <a:pt x="373933" y="3540593"/>
                  <a:pt x="84101" y="3111585"/>
                </a:cubicBezTo>
                <a:lnTo>
                  <a:pt x="0" y="2973150"/>
                </a:lnTo>
                <a:lnTo>
                  <a:pt x="0" y="995690"/>
                </a:lnTo>
                <a:lnTo>
                  <a:pt x="84101" y="857255"/>
                </a:lnTo>
                <a:cubicBezTo>
                  <a:pt x="373933" y="428248"/>
                  <a:pt x="824559" y="116798"/>
                  <a:pt x="1349506" y="9378"/>
                </a:cubicBezTo>
                <a:close/>
              </a:path>
            </a:pathLst>
          </a:custGeom>
        </p:spPr>
      </p:pic>
      <p:sp>
        <p:nvSpPr>
          <p:cNvPr id="12" name="矩形 11"/>
          <p:cNvSpPr/>
          <p:nvPr userDrawn="1"/>
        </p:nvSpPr>
        <p:spPr>
          <a:xfrm>
            <a:off x="920813"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4684406" y="900939"/>
            <a:ext cx="3744000" cy="3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448000"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6345238"/>
            <a:ext cx="12192000" cy="512762"/>
          </a:xfrm>
          <a:prstGeom prst="rect">
            <a:avLst/>
          </a:prstGeom>
          <a:gradFill flip="none" rotWithShape="1">
            <a:gsLst>
              <a:gs pos="0">
                <a:schemeClr val="accent1">
                  <a:lumMod val="20000"/>
                  <a:lumOff val="80000"/>
                  <a:alpha val="0"/>
                </a:schemeClr>
              </a:gs>
              <a:gs pos="80000">
                <a:srgbClr val="69B92E"/>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
        <p:nvSpPr>
          <p:cNvPr id="17" name="矩形 16"/>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1727375" y="346280"/>
            <a:ext cx="36000"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2"/>
          <p:cNvSpPr>
            <a:spLocks noGrp="1"/>
          </p:cNvSpPr>
          <p:nvPr>
            <p:ph type="body" sz="quarter" idx="13" hasCustomPrompt="1"/>
          </p:nvPr>
        </p:nvSpPr>
        <p:spPr>
          <a:xfrm>
            <a:off x="1019968" y="201612"/>
            <a:ext cx="8001000" cy="504825"/>
          </a:xfrm>
        </p:spPr>
        <p:txBody>
          <a:bodyPr>
            <a:noAutofit/>
          </a:bodyPr>
          <a:lstStyle>
            <a:lvl1pPr marL="0" indent="0">
              <a:lnSpc>
                <a:spcPct val="100000"/>
              </a:lnSpc>
              <a:spcBef>
                <a:spcPts val="0"/>
              </a:spcBef>
              <a:buNone/>
              <a:defRPr sz="28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页V2-橙">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03361" y="315729"/>
            <a:ext cx="1601264" cy="345600"/>
          </a:xfrm>
          <a:prstGeom prst="rect">
            <a:avLst/>
          </a:prstGeom>
        </p:spPr>
      </p:pic>
      <p:sp>
        <p:nvSpPr>
          <p:cNvPr id="10" name="椭圆 9"/>
          <p:cNvSpPr/>
          <p:nvPr userDrawn="1"/>
        </p:nvSpPr>
        <p:spPr>
          <a:xfrm>
            <a:off x="108622" y="63417"/>
            <a:ext cx="749384" cy="749384"/>
          </a:xfrm>
          <a:prstGeom prst="ellipse">
            <a:avLst/>
          </a:prstGeom>
          <a:solidFill>
            <a:srgbClr val="F5A0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a:duotone>
              <a:schemeClr val="bg2">
                <a:shade val="45000"/>
                <a:satMod val="135000"/>
              </a:schemeClr>
              <a:prstClr val="white"/>
            </a:duotone>
          </a:blip>
          <a:srcRect/>
          <a:stretch>
            <a:fillRect/>
          </a:stretch>
        </p:blipFill>
        <p:spPr>
          <a:xfrm>
            <a:off x="156983" y="69287"/>
            <a:ext cx="652663" cy="737645"/>
          </a:xfrm>
          <a:custGeom>
            <a:avLst/>
            <a:gdLst>
              <a:gd name="connsiteX0" fmla="*/ 1410953 w 3511600"/>
              <a:gd name="connsiteY0" fmla="*/ 0 h 3968840"/>
              <a:gd name="connsiteX1" fmla="*/ 2100647 w 3511600"/>
              <a:gd name="connsiteY1" fmla="*/ 0 h 3968840"/>
              <a:gd name="connsiteX2" fmla="*/ 2162095 w 3511600"/>
              <a:gd name="connsiteY2" fmla="*/ 9378 h 3968840"/>
              <a:gd name="connsiteX3" fmla="*/ 3427499 w 3511600"/>
              <a:gd name="connsiteY3" fmla="*/ 857255 h 3968840"/>
              <a:gd name="connsiteX4" fmla="*/ 3511600 w 3511600"/>
              <a:gd name="connsiteY4" fmla="*/ 995690 h 3968840"/>
              <a:gd name="connsiteX5" fmla="*/ 3511600 w 3511600"/>
              <a:gd name="connsiteY5" fmla="*/ 2973150 h 3968840"/>
              <a:gd name="connsiteX6" fmla="*/ 3427499 w 3511600"/>
              <a:gd name="connsiteY6" fmla="*/ 3111585 h 3968840"/>
              <a:gd name="connsiteX7" fmla="*/ 2162095 w 3511600"/>
              <a:gd name="connsiteY7" fmla="*/ 3959462 h 3968840"/>
              <a:gd name="connsiteX8" fmla="*/ 2100647 w 3511600"/>
              <a:gd name="connsiteY8" fmla="*/ 3968840 h 3968840"/>
              <a:gd name="connsiteX9" fmla="*/ 1410953 w 3511600"/>
              <a:gd name="connsiteY9" fmla="*/ 3968840 h 3968840"/>
              <a:gd name="connsiteX10" fmla="*/ 1349506 w 3511600"/>
              <a:gd name="connsiteY10" fmla="*/ 3959462 h 3968840"/>
              <a:gd name="connsiteX11" fmla="*/ 84101 w 3511600"/>
              <a:gd name="connsiteY11" fmla="*/ 3111585 h 3968840"/>
              <a:gd name="connsiteX12" fmla="*/ 0 w 3511600"/>
              <a:gd name="connsiteY12" fmla="*/ 2973150 h 3968840"/>
              <a:gd name="connsiteX13" fmla="*/ 0 w 3511600"/>
              <a:gd name="connsiteY13" fmla="*/ 995690 h 3968840"/>
              <a:gd name="connsiteX14" fmla="*/ 84101 w 3511600"/>
              <a:gd name="connsiteY14" fmla="*/ 857255 h 3968840"/>
              <a:gd name="connsiteX15" fmla="*/ 1349506 w 3511600"/>
              <a:gd name="connsiteY15" fmla="*/ 9378 h 396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11600" h="3968840">
                <a:moveTo>
                  <a:pt x="1410953" y="0"/>
                </a:moveTo>
                <a:lnTo>
                  <a:pt x="2100647" y="0"/>
                </a:lnTo>
                <a:lnTo>
                  <a:pt x="2162095" y="9378"/>
                </a:lnTo>
                <a:cubicBezTo>
                  <a:pt x="2687041" y="116798"/>
                  <a:pt x="3137667" y="428248"/>
                  <a:pt x="3427499" y="857255"/>
                </a:cubicBezTo>
                <a:lnTo>
                  <a:pt x="3511600" y="995690"/>
                </a:lnTo>
                <a:lnTo>
                  <a:pt x="3511600" y="2973150"/>
                </a:lnTo>
                <a:lnTo>
                  <a:pt x="3427499" y="3111585"/>
                </a:lnTo>
                <a:cubicBezTo>
                  <a:pt x="3137667" y="3540593"/>
                  <a:pt x="2687041" y="3852043"/>
                  <a:pt x="2162095" y="3959462"/>
                </a:cubicBezTo>
                <a:lnTo>
                  <a:pt x="2100647" y="3968840"/>
                </a:lnTo>
                <a:lnTo>
                  <a:pt x="1410953" y="3968840"/>
                </a:lnTo>
                <a:lnTo>
                  <a:pt x="1349506" y="3959462"/>
                </a:lnTo>
                <a:cubicBezTo>
                  <a:pt x="824559" y="3852043"/>
                  <a:pt x="373933" y="3540593"/>
                  <a:pt x="84101" y="3111585"/>
                </a:cubicBezTo>
                <a:lnTo>
                  <a:pt x="0" y="2973150"/>
                </a:lnTo>
                <a:lnTo>
                  <a:pt x="0" y="995690"/>
                </a:lnTo>
                <a:lnTo>
                  <a:pt x="84101" y="857255"/>
                </a:lnTo>
                <a:cubicBezTo>
                  <a:pt x="373933" y="428248"/>
                  <a:pt x="824559" y="116798"/>
                  <a:pt x="1349506" y="9378"/>
                </a:cubicBezTo>
                <a:close/>
              </a:path>
            </a:pathLst>
          </a:custGeom>
        </p:spPr>
      </p:pic>
      <p:sp>
        <p:nvSpPr>
          <p:cNvPr id="12" name="矩形 11"/>
          <p:cNvSpPr/>
          <p:nvPr userDrawn="1"/>
        </p:nvSpPr>
        <p:spPr>
          <a:xfrm>
            <a:off x="920813"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4684406" y="900939"/>
            <a:ext cx="3744000" cy="3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448000" y="900939"/>
            <a:ext cx="3744000" cy="36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6345238"/>
            <a:ext cx="12192000" cy="512762"/>
          </a:xfrm>
          <a:prstGeom prst="rect">
            <a:avLst/>
          </a:prstGeom>
          <a:gradFill flip="none" rotWithShape="1">
            <a:gsLst>
              <a:gs pos="0">
                <a:schemeClr val="accent1">
                  <a:lumMod val="20000"/>
                  <a:lumOff val="80000"/>
                  <a:alpha val="0"/>
                </a:schemeClr>
              </a:gs>
              <a:gs pos="80000">
                <a:srgbClr val="F5A01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
        <p:nvSpPr>
          <p:cNvPr id="17" name="矩形 16"/>
          <p:cNvSpPr/>
          <p:nvPr userDrawn="1"/>
        </p:nvSpPr>
        <p:spPr>
          <a:xfrm>
            <a:off x="587375" y="1066800"/>
            <a:ext cx="11017250" cy="515302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1727375" y="346280"/>
            <a:ext cx="36000" cy="28575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2"/>
          <p:cNvSpPr>
            <a:spLocks noGrp="1"/>
          </p:cNvSpPr>
          <p:nvPr>
            <p:ph type="body" sz="quarter" idx="13" hasCustomPrompt="1"/>
          </p:nvPr>
        </p:nvSpPr>
        <p:spPr>
          <a:xfrm>
            <a:off x="1019968" y="201612"/>
            <a:ext cx="8001000" cy="504825"/>
          </a:xfrm>
        </p:spPr>
        <p:txBody>
          <a:bodyPr>
            <a:noAutofit/>
          </a:bodyPr>
          <a:lstStyle>
            <a:lvl1pPr marL="0" indent="0">
              <a:lnSpc>
                <a:spcPct val="100000"/>
              </a:lnSpc>
              <a:spcBef>
                <a:spcPts val="0"/>
              </a:spcBef>
              <a:buNone/>
              <a:defRPr sz="2800" b="1">
                <a:solidFill>
                  <a:schemeClr val="tx1">
                    <a:lumMod val="65000"/>
                    <a:lumOff val="35000"/>
                  </a:schemeClr>
                </a:solidFill>
                <a:latin typeface="Microsoft YaHei" panose="020B0503020204020204" pitchFamily="34" charset="-122"/>
                <a:ea typeface="Microsoft YaHei" panose="020B0503020204020204" pitchFamily="34" charset="-122"/>
              </a:defRPr>
            </a:lvl1pPr>
          </a:lstStyle>
          <a:p>
            <a:pPr lvl="0"/>
            <a:r>
              <a:rPr lang="zh-CN" altLang="en-US" dirty="0">
                <a:latin typeface="Microsoft YaHei"/>
              </a:rPr>
              <a:t>此处插入标题文本内容</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a:xfrm>
            <a:off x="9020175" y="6356350"/>
            <a:ext cx="2743200" cy="365125"/>
          </a:xfrm>
        </p:spPr>
        <p:txBody>
          <a:bodyPr/>
          <a:lstStyle/>
          <a:p>
            <a:r>
              <a:rPr lang="en-US" altLang="zh-CN" dirty="0">
                <a:latin typeface="Microsoft YaHei"/>
              </a:rPr>
              <a:t>Page </a:t>
            </a:r>
            <a:fld id="{8D6046C6-6ADF-4191-89F5-9A03E739ABB8}" type="slidenum">
              <a:rPr lang="zh-CN" altLang="en-US" smtClean="0">
                <a:solidFill>
                  <a:schemeClr val="tx1">
                    <a:lumMod val="65000"/>
                    <a:lumOff val="35000"/>
                  </a:schemeClr>
                </a:solidFill>
                <a:latin typeface="Microsoft YaHei" panose="020B0806030902050204" pitchFamily="34" charset="0"/>
              </a:rPr>
            </a:fld>
            <a:endParaRPr lang="zh-CN" altLang="en-US" dirty="0">
              <a:solidFill>
                <a:schemeClr val="tx1">
                  <a:lumMod val="65000"/>
                  <a:lumOff val="35000"/>
                </a:schemeClr>
              </a:solidFill>
              <a:latin typeface="Microsoft YaHei" panose="020B080603090205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anks-红">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784"/>
            <a:ext cx="12192000" cy="6850432"/>
          </a:xfrm>
          <a:prstGeom prst="rect">
            <a:avLst/>
          </a:prstGeom>
        </p:spPr>
      </p:pic>
      <p:sp>
        <p:nvSpPr>
          <p:cNvPr id="10" name="矩形 9"/>
          <p:cNvSpPr/>
          <p:nvPr userDrawn="1"/>
        </p:nvSpPr>
        <p:spPr>
          <a:xfrm>
            <a:off x="0" y="0"/>
            <a:ext cx="12192000" cy="6858000"/>
          </a:xfrm>
          <a:prstGeom prst="rect">
            <a:avLst/>
          </a:prstGeom>
          <a:gradFill>
            <a:gsLst>
              <a:gs pos="15000">
                <a:srgbClr val="D80011"/>
              </a:gs>
              <a:gs pos="53000">
                <a:schemeClr val="accent5">
                  <a:lumMod val="60000"/>
                  <a:lumOff val="40000"/>
                  <a:alpha val="50000"/>
                </a:schemeClr>
              </a:gs>
              <a:gs pos="85000">
                <a:srgbClr val="D8001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3695342" y="2413337"/>
            <a:ext cx="4801314" cy="1015663"/>
          </a:xfrm>
          <a:prstGeom prst="rect">
            <a:avLst/>
          </a:prstGeom>
          <a:noFill/>
          <a:effectLst>
            <a:outerShdw blurRad="50800" dist="38100" dir="5400000" algn="t" rotWithShape="0">
              <a:prstClr val="black">
                <a:alpha val="40000"/>
              </a:prstClr>
            </a:outerShdw>
          </a:effectLst>
        </p:spPr>
        <p:txBody>
          <a:bodyPr wrap="none" rtlCol="0">
            <a:spAutoFit/>
          </a:bodyPr>
          <a:lstStyle/>
          <a:p>
            <a:pPr algn="ctr"/>
            <a:r>
              <a:rPr lang="zh-CN" altLang="en-US" sz="6000" b="1" dirty="0" smtClean="0">
                <a:solidFill>
                  <a:schemeClr val="bg1"/>
                </a:solidFill>
                <a:latin typeface="Microsoft YaHei" panose="020B0503020204020204" pitchFamily="34" charset="-122"/>
                <a:ea typeface="Microsoft YaHei" panose="020B0503020204020204" pitchFamily="34" charset="-122"/>
              </a:rPr>
              <a:t>敬请</a:t>
            </a:r>
            <a:r>
              <a:rPr lang="zh-CN" altLang="en-US" sz="6000" b="1" dirty="0">
                <a:solidFill>
                  <a:schemeClr val="bg1"/>
                </a:solidFill>
                <a:latin typeface="Microsoft YaHei" panose="020B0503020204020204" pitchFamily="34" charset="-122"/>
                <a:ea typeface="Microsoft YaHei" panose="020B0503020204020204" pitchFamily="34" charset="-122"/>
              </a:rPr>
              <a:t>批评</a:t>
            </a:r>
            <a:r>
              <a:rPr lang="zh-CN" altLang="en-US" sz="6000" b="1" dirty="0" smtClean="0">
                <a:solidFill>
                  <a:schemeClr val="bg1"/>
                </a:solidFill>
                <a:latin typeface="Microsoft YaHei" panose="020B0503020204020204" pitchFamily="34" charset="-122"/>
                <a:ea typeface="Microsoft YaHei" panose="020B0503020204020204" pitchFamily="34" charset="-122"/>
              </a:rPr>
              <a:t>指正</a:t>
            </a:r>
            <a:endParaRPr lang="zh-CN" altLang="en-US" sz="6000" b="1" dirty="0">
              <a:solidFill>
                <a:schemeClr val="bg1"/>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1387018" y="3864616"/>
            <a:ext cx="9417962" cy="447675"/>
          </a:xfrm>
          <a:prstGeom prst="roundRect">
            <a:avLst>
              <a:gd name="adj" fmla="val 50000"/>
            </a:avLst>
          </a:prstGeom>
          <a:solidFill>
            <a:schemeClr val="bg2">
              <a:alpha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s-蓝">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784"/>
            <a:ext cx="12192000" cy="6850432"/>
          </a:xfrm>
          <a:prstGeom prst="rect">
            <a:avLst/>
          </a:prstGeom>
        </p:spPr>
      </p:pic>
      <p:sp>
        <p:nvSpPr>
          <p:cNvPr id="10" name="矩形 9"/>
          <p:cNvSpPr/>
          <p:nvPr userDrawn="1"/>
        </p:nvSpPr>
        <p:spPr>
          <a:xfrm>
            <a:off x="0" y="0"/>
            <a:ext cx="12192000" cy="6858000"/>
          </a:xfrm>
          <a:prstGeom prst="rect">
            <a:avLst/>
          </a:prstGeom>
          <a:gradFill>
            <a:gsLst>
              <a:gs pos="15000">
                <a:srgbClr val="003778"/>
              </a:gs>
              <a:gs pos="53000">
                <a:schemeClr val="accent5">
                  <a:lumMod val="60000"/>
                  <a:lumOff val="40000"/>
                  <a:alpha val="50000"/>
                </a:schemeClr>
              </a:gs>
              <a:gs pos="85000">
                <a:srgbClr val="00377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3695342" y="2413337"/>
            <a:ext cx="4801314" cy="1015663"/>
          </a:xfrm>
          <a:prstGeom prst="rect">
            <a:avLst/>
          </a:prstGeom>
          <a:noFill/>
          <a:effectLst>
            <a:outerShdw blurRad="50800" dist="38100" dir="5400000" algn="t" rotWithShape="0">
              <a:prstClr val="black">
                <a:alpha val="40000"/>
              </a:prstClr>
            </a:outerShdw>
          </a:effectLst>
        </p:spPr>
        <p:txBody>
          <a:bodyPr wrap="none" rtlCol="0">
            <a:spAutoFit/>
          </a:bodyPr>
          <a:lstStyle/>
          <a:p>
            <a:pPr algn="ctr"/>
            <a:r>
              <a:rPr lang="zh-CN" altLang="en-US" sz="6000" b="1" dirty="0" smtClean="0">
                <a:solidFill>
                  <a:schemeClr val="bg1"/>
                </a:solidFill>
                <a:latin typeface="Microsoft YaHei" panose="020B0503020204020204" pitchFamily="34" charset="-122"/>
                <a:ea typeface="Microsoft YaHei" panose="020B0503020204020204" pitchFamily="34" charset="-122"/>
              </a:rPr>
              <a:t>敬请</a:t>
            </a:r>
            <a:r>
              <a:rPr lang="zh-CN" altLang="en-US" sz="6000" b="1" dirty="0">
                <a:solidFill>
                  <a:schemeClr val="bg1"/>
                </a:solidFill>
                <a:latin typeface="Microsoft YaHei" panose="020B0503020204020204" pitchFamily="34" charset="-122"/>
                <a:ea typeface="Microsoft YaHei" panose="020B0503020204020204" pitchFamily="34" charset="-122"/>
              </a:rPr>
              <a:t>批评</a:t>
            </a:r>
            <a:r>
              <a:rPr lang="zh-CN" altLang="en-US" sz="6000" b="1" dirty="0" smtClean="0">
                <a:solidFill>
                  <a:schemeClr val="bg1"/>
                </a:solidFill>
                <a:latin typeface="Microsoft YaHei" panose="020B0503020204020204" pitchFamily="34" charset="-122"/>
                <a:ea typeface="Microsoft YaHei" panose="020B0503020204020204" pitchFamily="34" charset="-122"/>
              </a:rPr>
              <a:t>指正</a:t>
            </a:r>
            <a:endParaRPr lang="zh-CN" altLang="en-US" sz="6000" b="1" dirty="0">
              <a:solidFill>
                <a:schemeClr val="bg1"/>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1387018" y="3864616"/>
            <a:ext cx="9417962" cy="447675"/>
          </a:xfrm>
          <a:prstGeom prst="roundRect">
            <a:avLst>
              <a:gd name="adj" fmla="val 50000"/>
            </a:avLst>
          </a:prstGeom>
          <a:solidFill>
            <a:schemeClr val="bg2">
              <a:alpha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s-绿">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784"/>
            <a:ext cx="12192000" cy="6850432"/>
          </a:xfrm>
          <a:prstGeom prst="rect">
            <a:avLst/>
          </a:prstGeom>
        </p:spPr>
      </p:pic>
      <p:sp>
        <p:nvSpPr>
          <p:cNvPr id="10" name="矩形 9"/>
          <p:cNvSpPr/>
          <p:nvPr userDrawn="1"/>
        </p:nvSpPr>
        <p:spPr>
          <a:xfrm>
            <a:off x="0" y="0"/>
            <a:ext cx="12192000" cy="6858000"/>
          </a:xfrm>
          <a:prstGeom prst="rect">
            <a:avLst/>
          </a:prstGeom>
          <a:gradFill>
            <a:gsLst>
              <a:gs pos="15000">
                <a:schemeClr val="accent6">
                  <a:lumMod val="75000"/>
                </a:schemeClr>
              </a:gs>
              <a:gs pos="53000">
                <a:schemeClr val="accent5">
                  <a:lumMod val="60000"/>
                  <a:lumOff val="40000"/>
                  <a:alpha val="50000"/>
                </a:schemeClr>
              </a:gs>
              <a:gs pos="85000">
                <a:schemeClr val="accent6">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3695342" y="2413337"/>
            <a:ext cx="4801314" cy="1015663"/>
          </a:xfrm>
          <a:prstGeom prst="rect">
            <a:avLst/>
          </a:prstGeom>
          <a:noFill/>
          <a:effectLst>
            <a:outerShdw blurRad="50800" dist="38100" dir="5400000" algn="t" rotWithShape="0">
              <a:prstClr val="black">
                <a:alpha val="40000"/>
              </a:prstClr>
            </a:outerShdw>
          </a:effectLst>
        </p:spPr>
        <p:txBody>
          <a:bodyPr wrap="none" rtlCol="0">
            <a:spAutoFit/>
          </a:bodyPr>
          <a:lstStyle/>
          <a:p>
            <a:pPr algn="ctr"/>
            <a:r>
              <a:rPr lang="zh-CN" altLang="en-US" sz="6000" b="1" dirty="0" smtClean="0">
                <a:solidFill>
                  <a:schemeClr val="bg1"/>
                </a:solidFill>
                <a:latin typeface="Microsoft YaHei" panose="020B0503020204020204" pitchFamily="34" charset="-122"/>
                <a:ea typeface="Microsoft YaHei" panose="020B0503020204020204" pitchFamily="34" charset="-122"/>
              </a:rPr>
              <a:t>敬请</a:t>
            </a:r>
            <a:r>
              <a:rPr lang="zh-CN" altLang="en-US" sz="6000" b="1" dirty="0">
                <a:solidFill>
                  <a:schemeClr val="bg1"/>
                </a:solidFill>
                <a:latin typeface="Microsoft YaHei" panose="020B0503020204020204" pitchFamily="34" charset="-122"/>
                <a:ea typeface="Microsoft YaHei" panose="020B0503020204020204" pitchFamily="34" charset="-122"/>
              </a:rPr>
              <a:t>批评</a:t>
            </a:r>
            <a:r>
              <a:rPr lang="zh-CN" altLang="en-US" sz="6000" b="1" dirty="0" smtClean="0">
                <a:solidFill>
                  <a:schemeClr val="bg1"/>
                </a:solidFill>
                <a:latin typeface="Microsoft YaHei" panose="020B0503020204020204" pitchFamily="34" charset="-122"/>
                <a:ea typeface="Microsoft YaHei" panose="020B0503020204020204" pitchFamily="34" charset="-122"/>
              </a:rPr>
              <a:t>指正</a:t>
            </a:r>
            <a:endParaRPr lang="zh-CN" altLang="en-US" sz="6000" b="1" dirty="0">
              <a:solidFill>
                <a:schemeClr val="bg1"/>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1387018" y="3864616"/>
            <a:ext cx="9417962" cy="447675"/>
          </a:xfrm>
          <a:prstGeom prst="roundRect">
            <a:avLst>
              <a:gd name="adj" fmla="val 50000"/>
            </a:avLst>
          </a:prstGeom>
          <a:solidFill>
            <a:schemeClr val="bg2">
              <a:alpha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s-橙">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784"/>
            <a:ext cx="12192000" cy="6850432"/>
          </a:xfrm>
          <a:prstGeom prst="rect">
            <a:avLst/>
          </a:prstGeom>
        </p:spPr>
      </p:pic>
      <p:sp>
        <p:nvSpPr>
          <p:cNvPr id="10" name="矩形 9"/>
          <p:cNvSpPr/>
          <p:nvPr userDrawn="1"/>
        </p:nvSpPr>
        <p:spPr>
          <a:xfrm>
            <a:off x="0" y="0"/>
            <a:ext cx="12192000" cy="6858000"/>
          </a:xfrm>
          <a:prstGeom prst="rect">
            <a:avLst/>
          </a:prstGeom>
          <a:gradFill>
            <a:gsLst>
              <a:gs pos="15000">
                <a:srgbClr val="F5A01B"/>
              </a:gs>
              <a:gs pos="53000">
                <a:schemeClr val="accent5">
                  <a:lumMod val="60000"/>
                  <a:lumOff val="40000"/>
                  <a:alpha val="50000"/>
                </a:schemeClr>
              </a:gs>
              <a:gs pos="85000">
                <a:srgbClr val="F5A01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a:off x="3695342" y="2413337"/>
            <a:ext cx="4801314" cy="1015663"/>
          </a:xfrm>
          <a:prstGeom prst="rect">
            <a:avLst/>
          </a:prstGeom>
          <a:noFill/>
          <a:effectLst>
            <a:outerShdw blurRad="50800" dist="38100" dir="5400000" algn="t" rotWithShape="0">
              <a:prstClr val="black">
                <a:alpha val="40000"/>
              </a:prstClr>
            </a:outerShdw>
          </a:effectLst>
        </p:spPr>
        <p:txBody>
          <a:bodyPr wrap="none" rtlCol="0">
            <a:spAutoFit/>
          </a:bodyPr>
          <a:lstStyle/>
          <a:p>
            <a:pPr algn="ctr"/>
            <a:r>
              <a:rPr lang="zh-CN" altLang="en-US" sz="6000" b="1" dirty="0" smtClean="0">
                <a:solidFill>
                  <a:schemeClr val="bg1"/>
                </a:solidFill>
                <a:latin typeface="Microsoft YaHei" panose="020B0503020204020204" pitchFamily="34" charset="-122"/>
                <a:ea typeface="Microsoft YaHei" panose="020B0503020204020204" pitchFamily="34" charset="-122"/>
              </a:rPr>
              <a:t>敬请</a:t>
            </a:r>
            <a:r>
              <a:rPr lang="zh-CN" altLang="en-US" sz="6000" b="1" dirty="0">
                <a:solidFill>
                  <a:schemeClr val="bg1"/>
                </a:solidFill>
                <a:latin typeface="Microsoft YaHei" panose="020B0503020204020204" pitchFamily="34" charset="-122"/>
                <a:ea typeface="Microsoft YaHei" panose="020B0503020204020204" pitchFamily="34" charset="-122"/>
              </a:rPr>
              <a:t>批评</a:t>
            </a:r>
            <a:r>
              <a:rPr lang="zh-CN" altLang="en-US" sz="6000" b="1" dirty="0" smtClean="0">
                <a:solidFill>
                  <a:schemeClr val="bg1"/>
                </a:solidFill>
                <a:latin typeface="Microsoft YaHei" panose="020B0503020204020204" pitchFamily="34" charset="-122"/>
                <a:ea typeface="Microsoft YaHei" panose="020B0503020204020204" pitchFamily="34" charset="-122"/>
              </a:rPr>
              <a:t>指正</a:t>
            </a:r>
            <a:endParaRPr lang="zh-CN" altLang="en-US" sz="6000" b="1" dirty="0">
              <a:solidFill>
                <a:schemeClr val="bg1"/>
              </a:solidFill>
              <a:latin typeface="Microsoft YaHei" panose="020B0503020204020204" pitchFamily="34" charset="-122"/>
              <a:ea typeface="Microsoft YaHei" panose="020B0503020204020204" pitchFamily="34" charset="-122"/>
            </a:endParaRPr>
          </a:p>
        </p:txBody>
      </p:sp>
      <p:sp>
        <p:nvSpPr>
          <p:cNvPr id="13" name="矩形: 圆角 12"/>
          <p:cNvSpPr/>
          <p:nvPr userDrawn="1"/>
        </p:nvSpPr>
        <p:spPr>
          <a:xfrm>
            <a:off x="1387018" y="3864616"/>
            <a:ext cx="9417962" cy="447675"/>
          </a:xfrm>
          <a:prstGeom prst="roundRect">
            <a:avLst>
              <a:gd name="adj" fmla="val 50000"/>
            </a:avLst>
          </a:prstGeom>
          <a:solidFill>
            <a:schemeClr val="bg2">
              <a:alpha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latin typeface="Microsoft YaHei"/>
              </a:rPr>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latin typeface="Microsoft YaHei"/>
              </a:rPr>
              <a:t>编辑母版文本样式</a:t>
            </a:r>
            <a:endParaRPr lang="zh-CN" altLang="en-US"/>
          </a:p>
          <a:p>
            <a:pPr lvl="1"/>
            <a:r>
              <a:rPr lang="zh-CN" altLang="en-US">
                <a:latin typeface="Microsoft YaHei"/>
              </a:rPr>
              <a:t>第二级</a:t>
            </a:r>
            <a:endParaRPr lang="zh-CN" altLang="en-US"/>
          </a:p>
          <a:p>
            <a:pPr lvl="2"/>
            <a:r>
              <a:rPr lang="zh-CN" altLang="en-US">
                <a:latin typeface="Microsoft YaHei"/>
              </a:rPr>
              <a:t>第三级</a:t>
            </a:r>
            <a:endParaRPr lang="zh-CN" altLang="en-US"/>
          </a:p>
          <a:p>
            <a:pPr lvl="3"/>
            <a:r>
              <a:rPr lang="zh-CN" altLang="en-US">
                <a:latin typeface="Microsoft YaHei"/>
              </a:rPr>
              <a:t>第四级</a:t>
            </a:r>
            <a:endParaRPr lang="zh-CN" altLang="en-US"/>
          </a:p>
          <a:p>
            <a:pPr lvl="4"/>
            <a:r>
              <a:rPr lang="zh-CN" altLang="en-US">
                <a:latin typeface="Microsoft YaHei"/>
              </a:rPr>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D6AE0-FE78-4F76-86C3-F3592235C65F}"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6046C6-6ADF-4191-89F5-9A03E739ABB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a:ea typeface="Microsoft YaHei"/>
          <a:cs typeface="Microsoft YaHei"/>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YaHei"/>
          <a:ea typeface="Microsoft YaHei"/>
          <a:cs typeface="Microsoft YaHei"/>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YaHei"/>
          <a:ea typeface="Microsoft YaHei"/>
          <a:cs typeface="Microsoft YaHei"/>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YaHei"/>
          <a:ea typeface="Microsoft YaHei"/>
          <a:cs typeface="Microsoft YaHei"/>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a:ea typeface="Microsoft YaHei"/>
          <a:cs typeface="Microsoft YaHei"/>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a:ea typeface="Microsoft YaHei"/>
          <a:cs typeface="Microsoft YaHe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a:ea typeface="Microsoft YaHei"/>
          <a:cs typeface="Microsoft YaHei"/>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a:ea typeface="Microsoft YaHei"/>
          <a:cs typeface="Microsoft YaHei"/>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a:ea typeface="Microsoft YaHei"/>
          <a:cs typeface="Microsoft YaHei"/>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YaHei"/>
          <a:ea typeface="Microsoft YaHei"/>
          <a:cs typeface="Microsoft YaHei"/>
        </a:defRPr>
      </a:lvl9pPr>
    </p:bodyStyle>
    <p:otherStyle>
      <a:defPPr>
        <a:defRPr lang="zh-CN"/>
      </a:defPPr>
      <a:lvl1pPr marL="0" algn="l" defTabSz="914400" rtl="0" eaLnBrk="1" latinLnBrk="0" hangingPunct="1">
        <a:defRPr sz="1800" kern="1200">
          <a:solidFill>
            <a:schemeClr val="tx1"/>
          </a:solidFill>
          <a:latin typeface="Microsoft YaHei"/>
          <a:ea typeface="Microsoft YaHei"/>
          <a:cs typeface="Microsoft YaHei"/>
        </a:defRPr>
      </a:lvl1pPr>
      <a:lvl2pPr marL="457200" algn="l" defTabSz="914400" rtl="0" eaLnBrk="1" latinLnBrk="0" hangingPunct="1">
        <a:defRPr sz="1800" kern="1200">
          <a:solidFill>
            <a:schemeClr val="tx1"/>
          </a:solidFill>
          <a:latin typeface="Microsoft YaHei"/>
          <a:ea typeface="Microsoft YaHei"/>
          <a:cs typeface="Microsoft YaHei"/>
        </a:defRPr>
      </a:lvl2pPr>
      <a:lvl3pPr marL="914400" algn="l" defTabSz="914400" rtl="0" eaLnBrk="1" latinLnBrk="0" hangingPunct="1">
        <a:defRPr sz="1800" kern="1200">
          <a:solidFill>
            <a:schemeClr val="tx1"/>
          </a:solidFill>
          <a:latin typeface="Microsoft YaHei"/>
          <a:ea typeface="Microsoft YaHei"/>
          <a:cs typeface="Microsoft YaHei"/>
        </a:defRPr>
      </a:lvl3pPr>
      <a:lvl4pPr marL="1371600" algn="l" defTabSz="914400" rtl="0" eaLnBrk="1" latinLnBrk="0" hangingPunct="1">
        <a:defRPr sz="1800" kern="1200">
          <a:solidFill>
            <a:schemeClr val="tx1"/>
          </a:solidFill>
          <a:latin typeface="Microsoft YaHei"/>
          <a:ea typeface="Microsoft YaHei"/>
          <a:cs typeface="Microsoft YaHei"/>
        </a:defRPr>
      </a:lvl4pPr>
      <a:lvl5pPr marL="1828800" algn="l" defTabSz="914400" rtl="0" eaLnBrk="1" latinLnBrk="0" hangingPunct="1">
        <a:defRPr sz="1800" kern="1200">
          <a:solidFill>
            <a:schemeClr val="tx1"/>
          </a:solidFill>
          <a:latin typeface="Microsoft YaHei"/>
          <a:ea typeface="Microsoft YaHei"/>
          <a:cs typeface="Microsoft YaHei"/>
        </a:defRPr>
      </a:lvl5pPr>
      <a:lvl6pPr marL="2286000" algn="l" defTabSz="914400" rtl="0" eaLnBrk="1" latinLnBrk="0" hangingPunct="1">
        <a:defRPr sz="1800" kern="1200">
          <a:solidFill>
            <a:schemeClr val="tx1"/>
          </a:solidFill>
          <a:latin typeface="Microsoft YaHei"/>
          <a:ea typeface="Microsoft YaHei"/>
          <a:cs typeface="Microsoft YaHei"/>
        </a:defRPr>
      </a:lvl6pPr>
      <a:lvl7pPr marL="2743200" algn="l" defTabSz="914400" rtl="0" eaLnBrk="1" latinLnBrk="0" hangingPunct="1">
        <a:defRPr sz="1800" kern="1200">
          <a:solidFill>
            <a:schemeClr val="tx1"/>
          </a:solidFill>
          <a:latin typeface="Microsoft YaHei"/>
          <a:ea typeface="Microsoft YaHei"/>
          <a:cs typeface="Microsoft YaHei"/>
        </a:defRPr>
      </a:lvl7pPr>
      <a:lvl8pPr marL="3200400" algn="l" defTabSz="914400" rtl="0" eaLnBrk="1" latinLnBrk="0" hangingPunct="1">
        <a:defRPr sz="1800" kern="1200">
          <a:solidFill>
            <a:schemeClr val="tx1"/>
          </a:solidFill>
          <a:latin typeface="Microsoft YaHei"/>
          <a:ea typeface="Microsoft YaHei"/>
          <a:cs typeface="Microsoft YaHei"/>
        </a:defRPr>
      </a:lvl8pPr>
      <a:lvl9pPr marL="3657600" algn="l" defTabSz="914400" rtl="0" eaLnBrk="1" latinLnBrk="0" hangingPunct="1">
        <a:defRPr sz="1800" kern="1200">
          <a:solidFill>
            <a:schemeClr val="tx1"/>
          </a:solidFill>
          <a:latin typeface="Microsoft YaHei"/>
          <a:ea typeface="Microsoft YaHei"/>
          <a:cs typeface="Microsoft YaHe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0.xml"/><Relationship Id="rId3" Type="http://schemas.openxmlformats.org/officeDocument/2006/relationships/image" Target="../media/image18.png"/><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1.xml"/><Relationship Id="rId3" Type="http://schemas.openxmlformats.org/officeDocument/2006/relationships/image" Target="../media/image2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88720" y="1828800"/>
            <a:ext cx="9829800" cy="365760"/>
          </a:xfrm>
          <a:prstGeom prst="rect">
            <a:avLst/>
          </a:prstGeom>
          <a:noFill/>
        </p:spPr>
        <p:txBody>
          <a:bodyPr wrap="square" lIns="18288" rIns="18288" tIns="13716" bIns="0">
            <a:spAutoFit/>
          </a:bodyPr>
          <a:lstStyle/>
          <a:p>
            <a:pPr algn="ctr">
              <a:lnSpc>
                <a:spcPct val="112000"/>
              </a:lnSpc>
              <a:spcAft>
                <a:spcPts val="600"/>
              </a:spcAft>
              <a:defRPr sz="2200" b="0">
                <a:solidFill>
                  <a:srgbClr val="166DB3"/>
                </a:solidFill>
                <a:latin typeface="Microsoft YaHei"/>
              </a:defRPr>
            </a:pPr>
            <a:r>
              <a:rPr>
                <a:latin typeface="Microsoft YaHei"/>
                <a:ea typeface="Microsoft YaHei"/>
                <a:cs typeface="Microsoft YaHei"/>
              </a:rPr>
              <a:t>《建筑环境与能源应用新技术》</a:t>
            </a:r>
          </a:p>
        </p:txBody>
      </p:sp>
      <p:sp>
        <p:nvSpPr>
          <p:cNvPr id="3" name="TextBox 2"/>
          <p:cNvSpPr txBox="1"/>
          <p:nvPr/>
        </p:nvSpPr>
        <p:spPr>
          <a:xfrm>
            <a:off x="731520" y="2377440"/>
            <a:ext cx="10744200" cy="1243584"/>
          </a:xfrm>
          <a:prstGeom prst="rect">
            <a:avLst/>
          </a:prstGeom>
          <a:noFill/>
        </p:spPr>
        <p:txBody>
          <a:bodyPr wrap="square" lIns="18288" rIns="18288" tIns="13716" bIns="0">
            <a:spAutoFit/>
          </a:bodyPr>
          <a:lstStyle/>
          <a:p>
            <a:pPr algn="ctr">
              <a:lnSpc>
                <a:spcPct val="112000"/>
              </a:lnSpc>
              <a:spcAft>
                <a:spcPts val="600"/>
              </a:spcAft>
              <a:defRPr sz="3000" b="1">
                <a:solidFill>
                  <a:srgbClr val="073C78"/>
                </a:solidFill>
                <a:latin typeface="Microsoft YaHei"/>
              </a:defRPr>
            </a:pPr>
            <a:r>
              <a:rPr>
                <a:latin typeface="Microsoft YaHei"/>
                <a:ea typeface="Microsoft YaHei"/>
                <a:cs typeface="Microsoft YaHei"/>
              </a:rPr>
              <a:t>间接蒸发冷却技术</a:t>
            </a:r>
          </a:p>
          <a:p>
            <a:pPr algn="ctr">
              <a:lnSpc>
                <a:spcPct val="112000"/>
              </a:lnSpc>
              <a:spcAft>
                <a:spcPts val="600"/>
              </a:spcAft>
              <a:defRPr sz="3000" b="1">
                <a:solidFill>
                  <a:srgbClr val="073C78"/>
                </a:solidFill>
                <a:latin typeface="Microsoft YaHei"/>
              </a:defRPr>
            </a:pPr>
            <a:r>
              <a:rPr>
                <a:latin typeface="Microsoft YaHei"/>
                <a:ea typeface="Microsoft YaHei"/>
                <a:cs typeface="Microsoft YaHei"/>
              </a:rPr>
              <a:t>及其在数据中心中的应用</a:t>
            </a:r>
          </a:p>
        </p:txBody>
      </p:sp>
      <p:sp>
        <p:nvSpPr>
          <p:cNvPr id="4" name="TextBox 3"/>
          <p:cNvSpPr txBox="1"/>
          <p:nvPr/>
        </p:nvSpPr>
        <p:spPr>
          <a:xfrm>
            <a:off x="5925312" y="3758184"/>
            <a:ext cx="2331720" cy="320040"/>
          </a:xfrm>
          <a:prstGeom prst="rect">
            <a:avLst/>
          </a:prstGeom>
          <a:noFill/>
        </p:spPr>
        <p:txBody>
          <a:bodyPr wrap="square" lIns="18288" rIns="18288" tIns="13716" bIns="0">
            <a:spAutoFit/>
          </a:bodyPr>
          <a:lstStyle/>
          <a:p>
            <a:pPr algn="l">
              <a:lnSpc>
                <a:spcPct val="112000"/>
              </a:lnSpc>
              <a:spcAft>
                <a:spcPts val="600"/>
              </a:spcAft>
              <a:defRPr sz="1600" b="0">
                <a:solidFill>
                  <a:srgbClr val="073C78"/>
                </a:solidFill>
                <a:latin typeface="Microsoft YaHei"/>
              </a:defRPr>
            </a:pPr>
            <a:r>
              <a:rPr>
                <a:latin typeface="Microsoft YaHei"/>
                <a:ea typeface="Microsoft YaHei"/>
                <a:cs typeface="Microsoft YaHei"/>
              </a:rPr>
              <a:t>建环专业大四</a:t>
            </a:r>
          </a:p>
        </p:txBody>
      </p:sp>
      <p:sp>
        <p:nvSpPr>
          <p:cNvPr id="5" name="TextBox 4"/>
          <p:cNvSpPr txBox="1"/>
          <p:nvPr/>
        </p:nvSpPr>
        <p:spPr>
          <a:xfrm>
            <a:off x="5925312" y="4151376"/>
            <a:ext cx="2331720" cy="320040"/>
          </a:xfrm>
          <a:prstGeom prst="rect">
            <a:avLst/>
          </a:prstGeom>
          <a:noFill/>
        </p:spPr>
        <p:txBody>
          <a:bodyPr wrap="square" lIns="18288" rIns="18288" tIns="13716" bIns="0">
            <a:spAutoFit/>
          </a:bodyPr>
          <a:lstStyle/>
          <a:p>
            <a:pPr algn="l">
              <a:lnSpc>
                <a:spcPct val="112000"/>
              </a:lnSpc>
              <a:spcAft>
                <a:spcPts val="600"/>
              </a:spcAft>
              <a:defRPr sz="1600" b="0">
                <a:solidFill>
                  <a:srgbClr val="073C78"/>
                </a:solidFill>
                <a:latin typeface="Microsoft YaHei"/>
              </a:defRPr>
            </a:pPr>
            <a:r>
              <a:rPr>
                <a:latin typeface="Microsoft YaHei"/>
                <a:ea typeface="Microsoft YaHei"/>
                <a:cs typeface="Microsoft YaHei"/>
              </a:rPr>
              <a:t>原理与工程应用</a:t>
            </a:r>
          </a:p>
        </p:txBody>
      </p:sp>
      <p:sp>
        <p:nvSpPr>
          <p:cNvPr id="6" name="TextBox 5"/>
          <p:cNvSpPr txBox="1"/>
          <p:nvPr/>
        </p:nvSpPr>
        <p:spPr>
          <a:xfrm>
            <a:off x="5925312" y="4544568"/>
            <a:ext cx="2331720" cy="320040"/>
          </a:xfrm>
          <a:prstGeom prst="rect">
            <a:avLst/>
          </a:prstGeom>
          <a:noFill/>
        </p:spPr>
        <p:txBody>
          <a:bodyPr wrap="square" lIns="18288" rIns="18288" tIns="13716" bIns="0">
            <a:spAutoFit/>
          </a:bodyPr>
          <a:lstStyle/>
          <a:p>
            <a:pPr algn="l">
              <a:lnSpc>
                <a:spcPct val="112000"/>
              </a:lnSpc>
              <a:spcAft>
                <a:spcPts val="600"/>
              </a:spcAft>
              <a:defRPr sz="1600" b="0">
                <a:solidFill>
                  <a:srgbClr val="073C78"/>
                </a:solidFill>
                <a:latin typeface="Microsoft YaHei"/>
              </a:defRPr>
            </a:pPr>
            <a:r>
              <a:rPr>
                <a:latin typeface="Microsoft YaHei"/>
                <a:ea typeface="Microsoft YaHei"/>
                <a:cs typeface="Microsoft YaHei"/>
              </a:rPr>
              <a:t>2026.10.26</a:t>
            </a:r>
          </a:p>
        </p:txBody>
      </p:sp>
      <p:sp>
        <p:nvSpPr>
          <p:cNvPr id="7" name="TextBox 6"/>
          <p:cNvSpPr txBox="1"/>
          <p:nvPr/>
        </p:nvSpPr>
        <p:spPr>
          <a:xfrm>
            <a:off x="1645920" y="5074920"/>
            <a:ext cx="8869680" cy="292608"/>
          </a:xfrm>
          <a:prstGeom prst="rect">
            <a:avLst/>
          </a:prstGeom>
          <a:noFill/>
        </p:spPr>
        <p:txBody>
          <a:bodyPr wrap="square" lIns="18288" rIns="18288" tIns="13716" bIns="0">
            <a:spAutoFit/>
          </a:bodyPr>
          <a:lstStyle/>
          <a:p>
            <a:pPr algn="ctr">
              <a:lnSpc>
                <a:spcPct val="112000"/>
              </a:lnSpc>
              <a:spcAft>
                <a:spcPts val="600"/>
              </a:spcAft>
              <a:defRPr sz="1500" b="0">
                <a:solidFill>
                  <a:srgbClr val="073C78"/>
                </a:solidFill>
                <a:latin typeface="Microsoft YaHei"/>
              </a:defRPr>
            </a:pPr>
            <a:r>
              <a:rPr>
                <a:latin typeface="Microsoft YaHei"/>
                <a:ea typeface="Microsoft YaHei"/>
                <a:cs typeface="Microsoft YaHei"/>
              </a:rPr>
              <a:t>09:55—11:30  |  两个课时 · 各约40分钟主讲</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学完这节课，你应能回答三个问题</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资料：黄翔，2024年报告；用户PDF①《算力时代数据中心冷却蒸发冷与液冷的融合发展》；黄翔，用户PDF②《新型蒸发冷却空调系统在干燥地区数据中心的应用研究》</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02</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解释原理</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为什么可以降温而不向送风加湿？</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普通间接蒸发冷却与露点型有何区别？</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完成估算</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用湿球效率估算出风温度。</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用热平衡估算机房风量与补冷负荷。</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判断适用性</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气候、水资源、可靠性如何影响选型？</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为什么蒸发冷却与液冷可以融合？</a:t>
            </a:r>
          </a:p>
        </p:txBody>
      </p:sp>
      <p:sp>
        <p:nvSpPr>
          <p:cNvPr id="18" name="Rounded Rectangle 17"/>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核心线索：湿空气状态 → 换热器 → 系统模式 → 全年能耗与用水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课堂路线：两个40分钟，留出讨论空间</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0.5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资料：按09:55—11:30课程时段编排</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03</a:t>
            </a:r>
          </a:p>
        </p:txBody>
      </p:sp>
      <p:sp>
        <p:nvSpPr>
          <p:cNvPr id="6" name="Rectangle 5"/>
          <p:cNvSpPr/>
          <p:nvPr/>
        </p:nvSpPr>
        <p:spPr>
          <a:xfrm>
            <a:off x="859536" y="1783080"/>
            <a:ext cx="221742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2002536"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时段</a:t>
            </a:r>
          </a:p>
        </p:txBody>
      </p:sp>
      <p:sp>
        <p:nvSpPr>
          <p:cNvPr id="8" name="Rectangle 7"/>
          <p:cNvSpPr/>
          <p:nvPr/>
        </p:nvSpPr>
        <p:spPr>
          <a:xfrm>
            <a:off x="3099816" y="1783080"/>
            <a:ext cx="582930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18688" y="1874519"/>
            <a:ext cx="5614416"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课堂任务</a:t>
            </a:r>
          </a:p>
        </p:txBody>
      </p:sp>
      <p:sp>
        <p:nvSpPr>
          <p:cNvPr id="10" name="Rectangle 9"/>
          <p:cNvSpPr/>
          <p:nvPr/>
        </p:nvSpPr>
        <p:spPr>
          <a:xfrm>
            <a:off x="8951976" y="1783080"/>
            <a:ext cx="236372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70848" y="1874519"/>
            <a:ext cx="2148839"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节奏</a:t>
            </a:r>
          </a:p>
        </p:txBody>
      </p:sp>
      <p:sp>
        <p:nvSpPr>
          <p:cNvPr id="12" name="Rectangle 11"/>
          <p:cNvSpPr/>
          <p:nvPr/>
        </p:nvSpPr>
        <p:spPr>
          <a:xfrm>
            <a:off x="859536" y="2313432"/>
            <a:ext cx="2217420"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2020824" cy="438912"/>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09:55—10:35</a:t>
            </a:r>
          </a:p>
        </p:txBody>
      </p:sp>
      <p:sp>
        <p:nvSpPr>
          <p:cNvPr id="14" name="Rectangle 13"/>
          <p:cNvSpPr/>
          <p:nvPr/>
        </p:nvSpPr>
        <p:spPr>
          <a:xfrm>
            <a:off x="3099816" y="2313432"/>
            <a:ext cx="5829300"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9544" y="2395728"/>
            <a:ext cx="5632704"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原理、热湿过程、性能与边界</a:t>
            </a:r>
          </a:p>
        </p:txBody>
      </p:sp>
      <p:sp>
        <p:nvSpPr>
          <p:cNvPr id="16" name="Rectangle 15"/>
          <p:cNvSpPr/>
          <p:nvPr/>
        </p:nvSpPr>
        <p:spPr>
          <a:xfrm>
            <a:off x="8951976" y="2313432"/>
            <a:ext cx="2363724"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2395728"/>
            <a:ext cx="2167128"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40分钟主讲</a:t>
            </a:r>
          </a:p>
        </p:txBody>
      </p:sp>
      <p:sp>
        <p:nvSpPr>
          <p:cNvPr id="18" name="Rectangle 17"/>
          <p:cNvSpPr/>
          <p:nvPr/>
        </p:nvSpPr>
        <p:spPr>
          <a:xfrm>
            <a:off x="859536" y="2871215"/>
            <a:ext cx="2217420" cy="53492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2953512"/>
            <a:ext cx="2020824" cy="438912"/>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10:35—10:40</a:t>
            </a:r>
          </a:p>
        </p:txBody>
      </p:sp>
      <p:sp>
        <p:nvSpPr>
          <p:cNvPr id="20" name="Rectangle 19"/>
          <p:cNvSpPr/>
          <p:nvPr/>
        </p:nvSpPr>
        <p:spPr>
          <a:xfrm>
            <a:off x="3099816" y="2871215"/>
            <a:ext cx="5829300" cy="53492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9544" y="2953512"/>
            <a:ext cx="5632704"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第一课时追问与机动</a:t>
            </a:r>
          </a:p>
        </p:txBody>
      </p:sp>
      <p:sp>
        <p:nvSpPr>
          <p:cNvPr id="22" name="Rectangle 21"/>
          <p:cNvSpPr/>
          <p:nvPr/>
        </p:nvSpPr>
        <p:spPr>
          <a:xfrm>
            <a:off x="8951976" y="2871215"/>
            <a:ext cx="2363724" cy="53492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1704" y="2953512"/>
            <a:ext cx="2167128"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5分钟</a:t>
            </a:r>
          </a:p>
        </p:txBody>
      </p:sp>
      <p:sp>
        <p:nvSpPr>
          <p:cNvPr id="24" name="Rectangle 23"/>
          <p:cNvSpPr/>
          <p:nvPr/>
        </p:nvSpPr>
        <p:spPr>
          <a:xfrm>
            <a:off x="859536" y="3429000"/>
            <a:ext cx="2217420"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3511296"/>
            <a:ext cx="2020824" cy="438912"/>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10:40—10:45</a:t>
            </a:r>
          </a:p>
        </p:txBody>
      </p:sp>
      <p:sp>
        <p:nvSpPr>
          <p:cNvPr id="26" name="Rectangle 25"/>
          <p:cNvSpPr/>
          <p:nvPr/>
        </p:nvSpPr>
        <p:spPr>
          <a:xfrm>
            <a:off x="3099816" y="3429000"/>
            <a:ext cx="5829300"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9544" y="3511296"/>
            <a:ext cx="5632704"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课间休息</a:t>
            </a:r>
          </a:p>
        </p:txBody>
      </p:sp>
      <p:sp>
        <p:nvSpPr>
          <p:cNvPr id="28" name="Rectangle 27"/>
          <p:cNvSpPr/>
          <p:nvPr/>
        </p:nvSpPr>
        <p:spPr>
          <a:xfrm>
            <a:off x="8951976" y="3429000"/>
            <a:ext cx="2363724"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61704" y="3511296"/>
            <a:ext cx="2167128"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5分钟</a:t>
            </a:r>
          </a:p>
        </p:txBody>
      </p:sp>
      <p:sp>
        <p:nvSpPr>
          <p:cNvPr id="30" name="Rectangle 29"/>
          <p:cNvSpPr/>
          <p:nvPr/>
        </p:nvSpPr>
        <p:spPr>
          <a:xfrm>
            <a:off x="859536" y="3986783"/>
            <a:ext cx="2217420" cy="53492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069080"/>
            <a:ext cx="2020824" cy="438912"/>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10:45—11:25</a:t>
            </a:r>
          </a:p>
        </p:txBody>
      </p:sp>
      <p:sp>
        <p:nvSpPr>
          <p:cNvPr id="32" name="Rectangle 31"/>
          <p:cNvSpPr/>
          <p:nvPr/>
        </p:nvSpPr>
        <p:spPr>
          <a:xfrm>
            <a:off x="3099816" y="3986783"/>
            <a:ext cx="5829300" cy="53492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9544" y="4069080"/>
            <a:ext cx="5632704"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数据中心系统、案例与评估</a:t>
            </a:r>
          </a:p>
        </p:txBody>
      </p:sp>
      <p:sp>
        <p:nvSpPr>
          <p:cNvPr id="34" name="Rectangle 33"/>
          <p:cNvSpPr/>
          <p:nvPr/>
        </p:nvSpPr>
        <p:spPr>
          <a:xfrm>
            <a:off x="8951976" y="3986783"/>
            <a:ext cx="2363724" cy="53492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61704" y="4069080"/>
            <a:ext cx="2167128"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40分钟主讲</a:t>
            </a:r>
          </a:p>
        </p:txBody>
      </p:sp>
      <p:sp>
        <p:nvSpPr>
          <p:cNvPr id="36" name="Rectangle 35"/>
          <p:cNvSpPr/>
          <p:nvPr/>
        </p:nvSpPr>
        <p:spPr>
          <a:xfrm>
            <a:off x="859536" y="4544568"/>
            <a:ext cx="2217420"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9264" y="4626864"/>
            <a:ext cx="2020824" cy="438912"/>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11:25—11:30</a:t>
            </a:r>
          </a:p>
        </p:txBody>
      </p:sp>
      <p:sp>
        <p:nvSpPr>
          <p:cNvPr id="38" name="Rectangle 37"/>
          <p:cNvSpPr/>
          <p:nvPr/>
        </p:nvSpPr>
        <p:spPr>
          <a:xfrm>
            <a:off x="3099816" y="4544568"/>
            <a:ext cx="5829300"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9544" y="4626864"/>
            <a:ext cx="5632704"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综合答疑</a:t>
            </a:r>
          </a:p>
        </p:txBody>
      </p:sp>
      <p:sp>
        <p:nvSpPr>
          <p:cNvPr id="40" name="Rectangle 39"/>
          <p:cNvSpPr/>
          <p:nvPr/>
        </p:nvSpPr>
        <p:spPr>
          <a:xfrm>
            <a:off x="8951976" y="4544568"/>
            <a:ext cx="2363724" cy="53492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61704" y="4626864"/>
            <a:ext cx="2167128" cy="43891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5分钟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从一个直觉开始：水蒸发，热量去了哪里？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04</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蒸发需要吸热</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液态水 → 水蒸气</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汽化潜热来自水、空气及被冷却对象。</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空气必须能接纳水汽</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不饱和空气具有蒸发潜力。</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“气温高”并不足以判断降温能力。</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热量仍要排向环境</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水蒸气和二次空气带走热量。</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节省压缩功，不代表系统没有能耗。</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先问湿球温度，再谈蒸发冷却能降多少温。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复习湿空气：四个量各自回答什么问题？</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Coolers（见参考资料页）；湿空气热力学基础</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05</a:t>
            </a:r>
          </a:p>
        </p:txBody>
      </p:sp>
      <p:sp>
        <p:nvSpPr>
          <p:cNvPr id="6" name="Rectangle 5"/>
          <p:cNvSpPr/>
          <p:nvPr/>
        </p:nvSpPr>
        <p:spPr>
          <a:xfrm>
            <a:off x="859536" y="1783080"/>
            <a:ext cx="208026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1865376"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物理量</a:t>
            </a:r>
          </a:p>
        </p:txBody>
      </p:sp>
      <p:sp>
        <p:nvSpPr>
          <p:cNvPr id="8" name="Rectangle 7"/>
          <p:cNvSpPr/>
          <p:nvPr/>
        </p:nvSpPr>
        <p:spPr>
          <a:xfrm>
            <a:off x="2962656" y="1783080"/>
            <a:ext cx="4091939"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81527" y="1874519"/>
            <a:ext cx="3877056"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回答的问题</a:t>
            </a:r>
          </a:p>
        </p:txBody>
      </p:sp>
      <p:sp>
        <p:nvSpPr>
          <p:cNvPr id="10" name="Rectangle 9"/>
          <p:cNvSpPr/>
          <p:nvPr/>
        </p:nvSpPr>
        <p:spPr>
          <a:xfrm>
            <a:off x="7077456" y="1783080"/>
            <a:ext cx="423824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96328" y="1874519"/>
            <a:ext cx="4023360"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对本课的意义</a:t>
            </a:r>
          </a:p>
        </p:txBody>
      </p:sp>
      <p:sp>
        <p:nvSpPr>
          <p:cNvPr id="12" name="Rectangle 11"/>
          <p:cNvSpPr/>
          <p:nvPr/>
        </p:nvSpPr>
        <p:spPr>
          <a:xfrm>
            <a:off x="859536" y="2313432"/>
            <a:ext cx="2080260" cy="6629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1883663" cy="56692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干球温度 Tdb</a:t>
            </a:r>
          </a:p>
        </p:txBody>
      </p:sp>
      <p:sp>
        <p:nvSpPr>
          <p:cNvPr id="14" name="Rectangle 13"/>
          <p:cNvSpPr/>
          <p:nvPr/>
        </p:nvSpPr>
        <p:spPr>
          <a:xfrm>
            <a:off x="2962656" y="2313432"/>
            <a:ext cx="4091939" cy="6629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72384" y="2395728"/>
            <a:ext cx="3895344"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空气现在多热？</a:t>
            </a:r>
          </a:p>
        </p:txBody>
      </p:sp>
      <p:sp>
        <p:nvSpPr>
          <p:cNvPr id="16" name="Rectangle 15"/>
          <p:cNvSpPr/>
          <p:nvPr/>
        </p:nvSpPr>
        <p:spPr>
          <a:xfrm>
            <a:off x="7077456" y="2313432"/>
            <a:ext cx="4238244" cy="6629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87184" y="2395728"/>
            <a:ext cx="4041648"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热交换温差、送回风条件</a:t>
            </a:r>
          </a:p>
        </p:txBody>
      </p:sp>
      <p:sp>
        <p:nvSpPr>
          <p:cNvPr id="18" name="Rectangle 17"/>
          <p:cNvSpPr/>
          <p:nvPr/>
        </p:nvSpPr>
        <p:spPr>
          <a:xfrm>
            <a:off x="859536" y="2999232"/>
            <a:ext cx="2080260" cy="6629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081528"/>
            <a:ext cx="1883663" cy="56692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湿球温度 Twb</a:t>
            </a:r>
          </a:p>
        </p:txBody>
      </p:sp>
      <p:sp>
        <p:nvSpPr>
          <p:cNvPr id="20" name="Rectangle 19"/>
          <p:cNvSpPr/>
          <p:nvPr/>
        </p:nvSpPr>
        <p:spPr>
          <a:xfrm>
            <a:off x="2962656" y="2999232"/>
            <a:ext cx="4091939" cy="6629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72384" y="3081528"/>
            <a:ext cx="3895344"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近似绝热蒸发能到多冷？</a:t>
            </a:r>
          </a:p>
        </p:txBody>
      </p:sp>
      <p:sp>
        <p:nvSpPr>
          <p:cNvPr id="22" name="Rectangle 21"/>
          <p:cNvSpPr/>
          <p:nvPr/>
        </p:nvSpPr>
        <p:spPr>
          <a:xfrm>
            <a:off x="7077456" y="2999232"/>
            <a:ext cx="4238244" cy="6629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87184" y="3081528"/>
            <a:ext cx="4041648"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普通蒸发冷却的冷源参照</a:t>
            </a:r>
          </a:p>
        </p:txBody>
      </p:sp>
      <p:sp>
        <p:nvSpPr>
          <p:cNvPr id="24" name="Rectangle 23"/>
          <p:cNvSpPr/>
          <p:nvPr/>
        </p:nvSpPr>
        <p:spPr>
          <a:xfrm>
            <a:off x="859536" y="3685031"/>
            <a:ext cx="2080260" cy="6629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3767328"/>
            <a:ext cx="1883663" cy="56692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露点温度 Tdp</a:t>
            </a:r>
          </a:p>
        </p:txBody>
      </p:sp>
      <p:sp>
        <p:nvSpPr>
          <p:cNvPr id="26" name="Rectangle 25"/>
          <p:cNvSpPr/>
          <p:nvPr/>
        </p:nvSpPr>
        <p:spPr>
          <a:xfrm>
            <a:off x="2962656" y="3685031"/>
            <a:ext cx="4091939" cy="6629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72384" y="3767328"/>
            <a:ext cx="3895344"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等含湿量冷却何时凝露？</a:t>
            </a:r>
          </a:p>
        </p:txBody>
      </p:sp>
      <p:sp>
        <p:nvSpPr>
          <p:cNvPr id="28" name="Rectangle 27"/>
          <p:cNvSpPr/>
          <p:nvPr/>
        </p:nvSpPr>
        <p:spPr>
          <a:xfrm>
            <a:off x="7077456" y="3685031"/>
            <a:ext cx="4238244" cy="6629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87184" y="3767328"/>
            <a:ext cx="4041648"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凝露边界、露点型潜力</a:t>
            </a:r>
          </a:p>
        </p:txBody>
      </p:sp>
      <p:sp>
        <p:nvSpPr>
          <p:cNvPr id="30" name="Rectangle 29"/>
          <p:cNvSpPr/>
          <p:nvPr/>
        </p:nvSpPr>
        <p:spPr>
          <a:xfrm>
            <a:off x="859536" y="4370831"/>
            <a:ext cx="2080260" cy="6629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453128"/>
            <a:ext cx="1883663" cy="56692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含湿量 d</a:t>
            </a:r>
          </a:p>
        </p:txBody>
      </p:sp>
      <p:sp>
        <p:nvSpPr>
          <p:cNvPr id="32" name="Rectangle 31"/>
          <p:cNvSpPr/>
          <p:nvPr/>
        </p:nvSpPr>
        <p:spPr>
          <a:xfrm>
            <a:off x="2962656" y="4370831"/>
            <a:ext cx="4091939" cy="6629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72384" y="4453128"/>
            <a:ext cx="3895344"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空气含有多少水蒸气？</a:t>
            </a:r>
          </a:p>
        </p:txBody>
      </p:sp>
      <p:sp>
        <p:nvSpPr>
          <p:cNvPr id="34" name="Rectangle 33"/>
          <p:cNvSpPr/>
          <p:nvPr/>
        </p:nvSpPr>
        <p:spPr>
          <a:xfrm>
            <a:off x="7077456" y="4370831"/>
            <a:ext cx="4238244" cy="6629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87184" y="4453128"/>
            <a:ext cx="4041648" cy="56692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判断一次风是否被加湿</a:t>
            </a:r>
          </a:p>
        </p:txBody>
      </p:sp>
      <p:sp>
        <p:nvSpPr>
          <p:cNvPr id="36" name="Rounded Rectangle 35"/>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通常不饱和空气：Tdp &lt; Twb &lt; Tdb；干湿球温差大，蒸发降温潜力通常更大。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直接与间接：差别在“水汽是否进入送风”</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Coolers（见参考资料页）；PDF②，第4—5页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06</a:t>
            </a:r>
          </a:p>
        </p:txBody>
      </p:sp>
      <p:sp>
        <p:nvSpPr>
          <p:cNvPr id="6" name="Rounded Rectangle 5"/>
          <p:cNvSpPr/>
          <p:nvPr/>
        </p:nvSpPr>
        <p:spPr>
          <a:xfrm>
            <a:off x="859536" y="1783080"/>
            <a:ext cx="5074920"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83080"/>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9384"/>
            <a:ext cx="4745736"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直接蒸发冷却 DEC</a:t>
            </a:r>
          </a:p>
        </p:txBody>
      </p:sp>
      <p:sp>
        <p:nvSpPr>
          <p:cNvPr id="9" name="TextBox 8"/>
          <p:cNvSpPr txBox="1"/>
          <p:nvPr/>
        </p:nvSpPr>
        <p:spPr>
          <a:xfrm>
            <a:off x="1024127" y="2514600"/>
            <a:ext cx="4745736"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待处理空气 → 湿填料 → 送风</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温度下降，含湿量上升。</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更适合能够接受加湿的场景。</a:t>
            </a:r>
          </a:p>
        </p:txBody>
      </p:sp>
      <p:sp>
        <p:nvSpPr>
          <p:cNvPr id="10" name="Rounded Rectangle 9"/>
          <p:cNvSpPr/>
          <p:nvPr/>
        </p:nvSpPr>
        <p:spPr>
          <a:xfrm>
            <a:off x="6144768" y="1783080"/>
            <a:ext cx="5193792"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44768" y="1783080"/>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929384"/>
            <a:ext cx="4864607"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间接蒸发冷却 IEC</a:t>
            </a:r>
          </a:p>
        </p:txBody>
      </p:sp>
      <p:sp>
        <p:nvSpPr>
          <p:cNvPr id="13" name="TextBox 12"/>
          <p:cNvSpPr txBox="1"/>
          <p:nvPr/>
        </p:nvSpPr>
        <p:spPr>
          <a:xfrm>
            <a:off x="6309359" y="2514600"/>
            <a:ext cx="4864607"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一次空气 ⇄ 隔板 ⇄ 湿侧二次空气</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一次空气温度下降，含湿量近似不变。</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水汽由二次空气排向室外。</a:t>
            </a:r>
          </a:p>
        </p:txBody>
      </p:sp>
      <p:sp>
        <p:nvSpPr>
          <p:cNvPr id="14" name="Rounded Rectangle 13"/>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“间接”的关键是两股气流隔离，而不是设备中有没有水。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在焓湿图上，看清两条不同的降温路径</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Coolers（见参考资料页）；曲线按101.325 kPa绘制，过程为教学示意</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07</a:t>
            </a:r>
          </a:p>
        </p:txBody>
      </p:sp>
      <p:cxnSp>
        <p:nvCxnSpPr>
          <p:cNvPr id="6" name="Connector 5"/>
          <p:cNvCxnSpPr/>
          <p:nvPr/>
        </p:nvCxnSpPr>
        <p:spPr>
          <a:xfrm flipV="1">
            <a:off x="1207008"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69848"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10</a:t>
            </a:r>
          </a:p>
        </p:txBody>
      </p:sp>
      <p:cxnSp>
        <p:nvCxnSpPr>
          <p:cNvPr id="8" name="Connector 7"/>
          <p:cNvCxnSpPr/>
          <p:nvPr/>
        </p:nvCxnSpPr>
        <p:spPr>
          <a:xfrm flipV="1">
            <a:off x="2174747"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037587"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15</a:t>
            </a:r>
          </a:p>
        </p:txBody>
      </p:sp>
      <p:cxnSp>
        <p:nvCxnSpPr>
          <p:cNvPr id="10" name="Connector 9"/>
          <p:cNvCxnSpPr/>
          <p:nvPr/>
        </p:nvCxnSpPr>
        <p:spPr>
          <a:xfrm flipV="1">
            <a:off x="3142488"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005328"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20</a:t>
            </a:r>
          </a:p>
        </p:txBody>
      </p:sp>
      <p:cxnSp>
        <p:nvCxnSpPr>
          <p:cNvPr id="12" name="Connector 11"/>
          <p:cNvCxnSpPr/>
          <p:nvPr/>
        </p:nvCxnSpPr>
        <p:spPr>
          <a:xfrm flipV="1">
            <a:off x="4110228"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973068"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25</a:t>
            </a:r>
          </a:p>
        </p:txBody>
      </p:sp>
      <p:cxnSp>
        <p:nvCxnSpPr>
          <p:cNvPr id="14" name="Connector 13"/>
          <p:cNvCxnSpPr/>
          <p:nvPr/>
        </p:nvCxnSpPr>
        <p:spPr>
          <a:xfrm flipV="1">
            <a:off x="5077967"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40807"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30</a:t>
            </a:r>
          </a:p>
        </p:txBody>
      </p:sp>
      <p:cxnSp>
        <p:nvCxnSpPr>
          <p:cNvPr id="16" name="Connector 15"/>
          <p:cNvCxnSpPr/>
          <p:nvPr/>
        </p:nvCxnSpPr>
        <p:spPr>
          <a:xfrm flipV="1">
            <a:off x="6045708"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08548"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35</a:t>
            </a:r>
          </a:p>
        </p:txBody>
      </p:sp>
      <p:cxnSp>
        <p:nvCxnSpPr>
          <p:cNvPr id="18" name="Connector 17"/>
          <p:cNvCxnSpPr/>
          <p:nvPr/>
        </p:nvCxnSpPr>
        <p:spPr>
          <a:xfrm flipV="1">
            <a:off x="7013448" y="1920239"/>
            <a:ext cx="0" cy="3154681"/>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76288" y="5166359"/>
            <a:ext cx="41148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40</a:t>
            </a:r>
          </a:p>
        </p:txBody>
      </p:sp>
      <p:cxnSp>
        <p:nvCxnSpPr>
          <p:cNvPr id="20" name="Connector 19"/>
          <p:cNvCxnSpPr/>
          <p:nvPr/>
        </p:nvCxnSpPr>
        <p:spPr>
          <a:xfrm>
            <a:off x="1207008" y="5074920"/>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95528" y="4983480"/>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0</a:t>
            </a:r>
          </a:p>
        </p:txBody>
      </p:sp>
      <p:cxnSp>
        <p:nvCxnSpPr>
          <p:cNvPr id="22" name="Connector 21"/>
          <p:cNvCxnSpPr/>
          <p:nvPr/>
        </p:nvCxnSpPr>
        <p:spPr>
          <a:xfrm>
            <a:off x="1207008" y="4549140"/>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95528" y="4457700"/>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5</a:t>
            </a:r>
          </a:p>
        </p:txBody>
      </p:sp>
      <p:cxnSp>
        <p:nvCxnSpPr>
          <p:cNvPr id="24" name="Connector 23"/>
          <p:cNvCxnSpPr/>
          <p:nvPr/>
        </p:nvCxnSpPr>
        <p:spPr>
          <a:xfrm>
            <a:off x="1207008" y="4023360"/>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95528" y="3931920"/>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10</a:t>
            </a:r>
          </a:p>
        </p:txBody>
      </p:sp>
      <p:cxnSp>
        <p:nvCxnSpPr>
          <p:cNvPr id="26" name="Connector 25"/>
          <p:cNvCxnSpPr/>
          <p:nvPr/>
        </p:nvCxnSpPr>
        <p:spPr>
          <a:xfrm>
            <a:off x="1207008" y="3497579"/>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95528" y="3406139"/>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15</a:t>
            </a:r>
          </a:p>
        </p:txBody>
      </p:sp>
      <p:cxnSp>
        <p:nvCxnSpPr>
          <p:cNvPr id="28" name="Connector 27"/>
          <p:cNvCxnSpPr/>
          <p:nvPr/>
        </p:nvCxnSpPr>
        <p:spPr>
          <a:xfrm>
            <a:off x="1207008" y="2971800"/>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95528" y="2880360"/>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20</a:t>
            </a:r>
          </a:p>
        </p:txBody>
      </p:sp>
      <p:cxnSp>
        <p:nvCxnSpPr>
          <p:cNvPr id="30" name="Connector 29"/>
          <p:cNvCxnSpPr/>
          <p:nvPr/>
        </p:nvCxnSpPr>
        <p:spPr>
          <a:xfrm>
            <a:off x="1207008" y="2446019"/>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95528" y="2354579"/>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25</a:t>
            </a:r>
          </a:p>
        </p:txBody>
      </p:sp>
      <p:cxnSp>
        <p:nvCxnSpPr>
          <p:cNvPr id="32" name="Connector 31"/>
          <p:cNvCxnSpPr/>
          <p:nvPr/>
        </p:nvCxnSpPr>
        <p:spPr>
          <a:xfrm>
            <a:off x="1207008" y="1920239"/>
            <a:ext cx="5806440" cy="0"/>
          </a:xfrm>
          <a:prstGeom prst="line">
            <a:avLst/>
          </a:prstGeom>
          <a:ln w="7620">
            <a:solidFill>
              <a:srgbClr val="D7E1E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95528" y="1828799"/>
            <a:ext cx="365760" cy="219456"/>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30</a:t>
            </a:r>
          </a:p>
        </p:txBody>
      </p:sp>
      <p:cxnSp>
        <p:nvCxnSpPr>
          <p:cNvPr id="34" name="Connector 33"/>
          <p:cNvCxnSpPr/>
          <p:nvPr/>
        </p:nvCxnSpPr>
        <p:spPr>
          <a:xfrm flipV="1">
            <a:off x="1207008" y="4828119"/>
            <a:ext cx="96774" cy="814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303782" y="4819729"/>
            <a:ext cx="96774" cy="839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400556" y="4811088"/>
            <a:ext cx="96774" cy="864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497330" y="4802190"/>
            <a:ext cx="96774" cy="889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594104" y="4793027"/>
            <a:ext cx="96774" cy="916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690878" y="4783594"/>
            <a:ext cx="96774" cy="943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787652" y="4773883"/>
            <a:ext cx="96774" cy="971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884426" y="4763888"/>
            <a:ext cx="96773" cy="999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981199" y="4753601"/>
            <a:ext cx="96775" cy="1028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2077974" y="4743014"/>
            <a:ext cx="96773" cy="1058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2174747" y="4732121"/>
            <a:ext cx="96775" cy="1089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271522" y="4720914"/>
            <a:ext cx="96774" cy="1120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368296" y="4709385"/>
            <a:ext cx="96774" cy="1152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465070" y="4697525"/>
            <a:ext cx="96774" cy="1186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561844" y="4685328"/>
            <a:ext cx="96774" cy="1219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658618" y="4672784"/>
            <a:ext cx="96774" cy="1254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755392" y="4659885"/>
            <a:ext cx="96774" cy="1289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852166" y="4646622"/>
            <a:ext cx="96773" cy="1326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2948939" y="4632986"/>
            <a:ext cx="96775" cy="1363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045714" y="4618970"/>
            <a:ext cx="96774" cy="1401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142488" y="4604562"/>
            <a:ext cx="96773" cy="1440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239261" y="4589754"/>
            <a:ext cx="96775" cy="1480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336036" y="4574537"/>
            <a:ext cx="96774" cy="1521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432810" y="4558900"/>
            <a:ext cx="96774" cy="1563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29584" y="4542833"/>
            <a:ext cx="96774" cy="1606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626358" y="4526327"/>
            <a:ext cx="96773" cy="1650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723131" y="4509370"/>
            <a:ext cx="96775" cy="1695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819906" y="4491953"/>
            <a:ext cx="96774" cy="1741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916680" y="4474064"/>
            <a:ext cx="96773" cy="1788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13453" y="4455692"/>
            <a:ext cx="96775" cy="1837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10228" y="4436826"/>
            <a:ext cx="96774" cy="1886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207002" y="4417455"/>
            <a:ext cx="96773" cy="1937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303775" y="4397566"/>
            <a:ext cx="96775" cy="1988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400550" y="4377148"/>
            <a:ext cx="96774" cy="2041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497324" y="4356189"/>
            <a:ext cx="96774" cy="2095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594098" y="4334676"/>
            <a:ext cx="96774" cy="2151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690872" y="4312596"/>
            <a:ext cx="96774" cy="2208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787646" y="4289936"/>
            <a:ext cx="96774" cy="2266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884420" y="4266683"/>
            <a:ext cx="96774" cy="2325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1194" y="4242824"/>
            <a:ext cx="96773" cy="2385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77967" y="4218344"/>
            <a:ext cx="96775" cy="2448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74742" y="4193230"/>
            <a:ext cx="96774" cy="2511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271516" y="4167468"/>
            <a:ext cx="96774" cy="2576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368290" y="4141041"/>
            <a:ext cx="96774" cy="2642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465064" y="4113937"/>
            <a:ext cx="96774" cy="2710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561838" y="4086138"/>
            <a:ext cx="96774" cy="2779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658612" y="4057631"/>
            <a:ext cx="96774" cy="2850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755386" y="4028398"/>
            <a:ext cx="96774" cy="2923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852160" y="3998424"/>
            <a:ext cx="96774" cy="2997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948934" y="3967692"/>
            <a:ext cx="96774" cy="3073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6045708" y="3936185"/>
            <a:ext cx="96774" cy="3150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6142482" y="3903887"/>
            <a:ext cx="96774" cy="3229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6239256" y="3870778"/>
            <a:ext cx="96774" cy="3310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336030" y="3836842"/>
            <a:ext cx="96774" cy="3393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432804" y="3802061"/>
            <a:ext cx="96774" cy="3478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529578" y="3766415"/>
            <a:ext cx="96774" cy="3564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626352" y="3729885"/>
            <a:ext cx="96774" cy="3653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723126" y="3692452"/>
            <a:ext cx="96774" cy="3743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6819900" y="3654096"/>
            <a:ext cx="96773" cy="3835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916673" y="3614797"/>
            <a:ext cx="96775" cy="3929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207008" y="4579450"/>
            <a:ext cx="96774" cy="1641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303782" y="4562540"/>
            <a:ext cx="96774" cy="1691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400556" y="4545120"/>
            <a:ext cx="96774" cy="1742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497330" y="4527176"/>
            <a:ext cx="96774" cy="1794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594104" y="4508694"/>
            <a:ext cx="96774" cy="1848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690878" y="4489662"/>
            <a:ext cx="96774" cy="1903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787652" y="4470063"/>
            <a:ext cx="96774" cy="1959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884426" y="4449884"/>
            <a:ext cx="96773" cy="2017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981199" y="4429109"/>
            <a:ext cx="96775" cy="2077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077974" y="4407723"/>
            <a:ext cx="96773" cy="2138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174747" y="4385711"/>
            <a:ext cx="96775" cy="2201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271522" y="4363056"/>
            <a:ext cx="96774" cy="2265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368296" y="4339741"/>
            <a:ext cx="96774" cy="2331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2465070" y="4315751"/>
            <a:ext cx="96774" cy="2399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561844" y="4291067"/>
            <a:ext cx="96774" cy="2468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2658618" y="4265672"/>
            <a:ext cx="96774" cy="2539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755392" y="4239549"/>
            <a:ext cx="96774" cy="2612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852166" y="4212678"/>
            <a:ext cx="96773" cy="2687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948939" y="4185041"/>
            <a:ext cx="96775" cy="27637"/>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045714" y="4156618"/>
            <a:ext cx="96774" cy="2842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142488" y="4127390"/>
            <a:ext cx="96773" cy="2922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239261" y="4097337"/>
            <a:ext cx="96775" cy="3005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336036" y="4066438"/>
            <a:ext cx="96774" cy="3089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432810" y="4034673"/>
            <a:ext cx="96774" cy="3176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529584" y="4002018"/>
            <a:ext cx="96774" cy="3265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626358" y="3968453"/>
            <a:ext cx="96773" cy="3356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23131" y="3933955"/>
            <a:ext cx="96775" cy="3449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819906" y="3898500"/>
            <a:ext cx="96774" cy="3545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916680" y="3862065"/>
            <a:ext cx="96773" cy="3643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4013453" y="3824627"/>
            <a:ext cx="96775" cy="3743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4110228" y="3786159"/>
            <a:ext cx="96774" cy="3846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4207002" y="3746638"/>
            <a:ext cx="96773" cy="3952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303775" y="3706036"/>
            <a:ext cx="96775" cy="4060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400550" y="3664328"/>
            <a:ext cx="96774" cy="4170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497324" y="3621487"/>
            <a:ext cx="96774" cy="4284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594098" y="3577484"/>
            <a:ext cx="96774" cy="4400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690872" y="3532292"/>
            <a:ext cx="96774" cy="4519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87646" y="3485881"/>
            <a:ext cx="96774" cy="4641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884420" y="3438222"/>
            <a:ext cx="96774" cy="4765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981194" y="3389283"/>
            <a:ext cx="96773" cy="4893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5077967" y="3339035"/>
            <a:ext cx="96775" cy="5024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5174742" y="3287445"/>
            <a:ext cx="96774" cy="51590"/>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5271516" y="3234481"/>
            <a:ext cx="96774" cy="5296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5368290" y="3180108"/>
            <a:ext cx="96774" cy="5437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5465064" y="3124294"/>
            <a:ext cx="96774" cy="5581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561838" y="3067002"/>
            <a:ext cx="96774" cy="5729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5658612" y="3008197"/>
            <a:ext cx="96774" cy="5880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755386" y="2947842"/>
            <a:ext cx="96774" cy="60355"/>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852160" y="2885900"/>
            <a:ext cx="96774" cy="6194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948934" y="2822331"/>
            <a:ext cx="96774" cy="6356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6045708" y="2757097"/>
            <a:ext cx="96774" cy="65234"/>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6142482" y="2690156"/>
            <a:ext cx="96774" cy="66941"/>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6239256" y="2621468"/>
            <a:ext cx="96774" cy="6868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6336030" y="2550989"/>
            <a:ext cx="96774" cy="70479"/>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6432804" y="2478676"/>
            <a:ext cx="96774" cy="72313"/>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529578" y="2404484"/>
            <a:ext cx="96774" cy="74192"/>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626352" y="2328368"/>
            <a:ext cx="96774" cy="76116"/>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723126" y="2250280"/>
            <a:ext cx="96774" cy="7808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6819900" y="2170172"/>
            <a:ext cx="96773" cy="8010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6916673" y="2087994"/>
            <a:ext cx="96775" cy="82178"/>
          </a:xfrm>
          <a:prstGeom prst="line">
            <a:avLst/>
          </a:prstGeom>
          <a:ln w="10160">
            <a:solidFill>
              <a:srgbClr val="B9CDDC"/>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1207008" y="4244945"/>
            <a:ext cx="96774" cy="27628"/>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1303782" y="4216470"/>
            <a:ext cx="96774" cy="2847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1400556" y="4187125"/>
            <a:ext cx="96774" cy="2934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497330" y="4156888"/>
            <a:ext cx="96774" cy="3023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594104" y="4125733"/>
            <a:ext cx="96774" cy="3115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1690878" y="4093636"/>
            <a:ext cx="96774" cy="3209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1787652" y="4060572"/>
            <a:ext cx="96774" cy="3306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1884426" y="4026514"/>
            <a:ext cx="96773" cy="34058"/>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1981199" y="3991437"/>
            <a:ext cx="96775" cy="3507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2077974" y="3955312"/>
            <a:ext cx="96773" cy="3612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2174747" y="3918112"/>
            <a:ext cx="96775" cy="37200"/>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2271522" y="3879808"/>
            <a:ext cx="96774" cy="3830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2368296" y="3840372"/>
            <a:ext cx="96774" cy="39436"/>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2465070" y="3799771"/>
            <a:ext cx="96774" cy="40601"/>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2561844" y="3757977"/>
            <a:ext cx="96774" cy="4179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2658618" y="3714957"/>
            <a:ext cx="96774" cy="43020"/>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2755392" y="3670678"/>
            <a:ext cx="96774" cy="44279"/>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2852166" y="3625108"/>
            <a:ext cx="96773" cy="45570"/>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2948939" y="3578212"/>
            <a:ext cx="96775" cy="46896"/>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3045714" y="3529956"/>
            <a:ext cx="96774" cy="48256"/>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3142488" y="3480303"/>
            <a:ext cx="96773" cy="49653"/>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239261" y="3429218"/>
            <a:ext cx="96775" cy="5108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3336036" y="3376661"/>
            <a:ext cx="96774" cy="5255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432810" y="3322594"/>
            <a:ext cx="96774" cy="5406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3529584" y="3266979"/>
            <a:ext cx="96774" cy="5561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3626358" y="3209773"/>
            <a:ext cx="96773" cy="57206"/>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3723131" y="3150936"/>
            <a:ext cx="96775" cy="5883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3819906" y="3090424"/>
            <a:ext cx="96774" cy="60512"/>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3916680" y="3028193"/>
            <a:ext cx="96773" cy="62231"/>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4013453" y="2964199"/>
            <a:ext cx="96775" cy="6399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4110228" y="2898395"/>
            <a:ext cx="96774" cy="6580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4207002" y="2830733"/>
            <a:ext cx="96773" cy="67662"/>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4303775" y="2761164"/>
            <a:ext cx="96775" cy="69569"/>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4400550" y="2689639"/>
            <a:ext cx="96774" cy="71525"/>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4497324" y="2616105"/>
            <a:ext cx="96774" cy="7353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4594098" y="2540511"/>
            <a:ext cx="96774" cy="75594"/>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4690872" y="2462801"/>
            <a:ext cx="96774" cy="77710"/>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4787646" y="2382920"/>
            <a:ext cx="96774" cy="79881"/>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4884420" y="2300810"/>
            <a:ext cx="96774" cy="82110"/>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4981194" y="2216413"/>
            <a:ext cx="96773" cy="8439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5077967" y="2129667"/>
            <a:ext cx="96775" cy="86746"/>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5174742" y="2040510"/>
            <a:ext cx="96774" cy="89157"/>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5271516" y="1948879"/>
            <a:ext cx="96774" cy="91631"/>
          </a:xfrm>
          <a:prstGeom prst="line">
            <a:avLst/>
          </a:prstGeom>
          <a:ln w="1651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207008" y="5074920"/>
            <a:ext cx="5806440" cy="0"/>
          </a:xfrm>
          <a:prstGeom prst="line">
            <a:avLst/>
          </a:prstGeom>
          <a:ln w="12700">
            <a:solidFill>
              <a:srgbClr val="60748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1207008" y="1920239"/>
            <a:ext cx="0" cy="3154681"/>
          </a:xfrm>
          <a:prstGeom prst="line">
            <a:avLst/>
          </a:prstGeom>
          <a:ln w="12700">
            <a:solidFill>
              <a:srgbClr val="607488"/>
            </a:solidFill>
          </a:ln>
        </p:spPr>
        <p:style>
          <a:lnRef idx="2">
            <a:schemeClr val="accent1"/>
          </a:lnRef>
          <a:fillRef idx="0">
            <a:schemeClr val="accent1"/>
          </a:fillRef>
          <a:effectRef idx="1">
            <a:schemeClr val="accent1"/>
          </a:effectRef>
          <a:fontRef idx="minor">
            <a:schemeClr val="tx1"/>
          </a:fontRef>
        </p:style>
      </p:cxnSp>
      <p:sp>
        <p:nvSpPr>
          <p:cNvPr id="199" name="TextBox 198"/>
          <p:cNvSpPr txBox="1"/>
          <p:nvPr/>
        </p:nvSpPr>
        <p:spPr>
          <a:xfrm>
            <a:off x="3063240" y="5486400"/>
            <a:ext cx="3108960" cy="274320"/>
          </a:xfrm>
          <a:prstGeom prst="rect">
            <a:avLst/>
          </a:prstGeom>
          <a:noFill/>
        </p:spPr>
        <p:txBody>
          <a:bodyPr wrap="square" lIns="18288" rIns="18288" tIns="13716" bIns="0">
            <a:spAutoFit/>
          </a:bodyPr>
          <a:lstStyle/>
          <a:p>
            <a:pPr algn="l">
              <a:lnSpc>
                <a:spcPct val="112000"/>
              </a:lnSpc>
              <a:spcAft>
                <a:spcPts val="600"/>
              </a:spcAft>
              <a:defRPr sz="1200" b="0">
                <a:solidFill>
                  <a:srgbClr val="20364B"/>
                </a:solidFill>
                <a:latin typeface="Microsoft YaHei"/>
              </a:defRPr>
            </a:pPr>
            <a:r>
              <a:rPr>
                <a:latin typeface="Microsoft YaHei"/>
                <a:ea typeface="Microsoft YaHei"/>
                <a:cs typeface="Microsoft YaHei"/>
              </a:rPr>
              <a:t>干球温度 Tdb / ℃</a:t>
            </a:r>
          </a:p>
        </p:txBody>
      </p:sp>
      <p:sp>
        <p:nvSpPr>
          <p:cNvPr id="200" name="TextBox 199"/>
          <p:cNvSpPr txBox="1"/>
          <p:nvPr/>
        </p:nvSpPr>
        <p:spPr>
          <a:xfrm>
            <a:off x="914400" y="1600200"/>
            <a:ext cx="3200400" cy="274320"/>
          </a:xfrm>
          <a:prstGeom prst="rect">
            <a:avLst/>
          </a:prstGeom>
          <a:noFill/>
        </p:spPr>
        <p:txBody>
          <a:bodyPr wrap="square" lIns="18288" rIns="18288" tIns="13716" bIns="0">
            <a:spAutoFit/>
          </a:bodyPr>
          <a:lstStyle/>
          <a:p>
            <a:pPr algn="l">
              <a:lnSpc>
                <a:spcPct val="112000"/>
              </a:lnSpc>
              <a:spcAft>
                <a:spcPts val="600"/>
              </a:spcAft>
              <a:defRPr sz="1200" b="0">
                <a:solidFill>
                  <a:srgbClr val="20364B"/>
                </a:solidFill>
                <a:latin typeface="Microsoft YaHei"/>
              </a:defRPr>
            </a:pPr>
            <a:r>
              <a:rPr>
                <a:latin typeface="Microsoft YaHei"/>
                <a:ea typeface="Microsoft YaHei"/>
                <a:cs typeface="Microsoft YaHei"/>
              </a:rPr>
              <a:t>含湿量 d / (g/kg干空气)</a:t>
            </a:r>
          </a:p>
        </p:txBody>
      </p:sp>
      <p:cxnSp>
        <p:nvCxnSpPr>
          <p:cNvPr id="201" name="Connector 200"/>
          <p:cNvCxnSpPr/>
          <p:nvPr/>
        </p:nvCxnSpPr>
        <p:spPr>
          <a:xfrm flipH="1">
            <a:off x="4110228" y="3813048"/>
            <a:ext cx="1935480" cy="0"/>
          </a:xfrm>
          <a:prstGeom prst="line">
            <a:avLst/>
          </a:prstGeom>
          <a:ln w="38100">
            <a:solidFill>
              <a:srgbClr val="166DB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H="1" flipV="1">
            <a:off x="3916680" y="3345103"/>
            <a:ext cx="2129028" cy="467945"/>
          </a:xfrm>
          <a:prstGeom prst="line">
            <a:avLst/>
          </a:prstGeom>
          <a:ln w="381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3" name="Oval 202"/>
          <p:cNvSpPr/>
          <p:nvPr/>
        </p:nvSpPr>
        <p:spPr>
          <a:xfrm>
            <a:off x="5995416" y="3762756"/>
            <a:ext cx="100584" cy="100584"/>
          </a:xfrm>
          <a:prstGeom prst="ellipse">
            <a:avLst/>
          </a:prstGeom>
          <a:solidFill>
            <a:srgbClr val="203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118860" y="3739896"/>
            <a:ext cx="457200" cy="274320"/>
          </a:xfrm>
          <a:prstGeom prst="rect">
            <a:avLst/>
          </a:prstGeom>
          <a:noFill/>
        </p:spPr>
        <p:txBody>
          <a:bodyPr wrap="square" lIns="18288" rIns="18288" tIns="13716" bIns="0">
            <a:spAutoFit/>
          </a:bodyPr>
          <a:lstStyle/>
          <a:p>
            <a:pPr algn="l">
              <a:lnSpc>
                <a:spcPct val="112000"/>
              </a:lnSpc>
              <a:spcAft>
                <a:spcPts val="600"/>
              </a:spcAft>
              <a:defRPr sz="1400" b="1">
                <a:solidFill>
                  <a:srgbClr val="20364B"/>
                </a:solidFill>
                <a:latin typeface="Microsoft YaHei"/>
              </a:defRPr>
            </a:pPr>
            <a:r>
              <a:rPr>
                <a:latin typeface="Microsoft YaHei"/>
                <a:ea typeface="Microsoft YaHei"/>
                <a:cs typeface="Microsoft YaHei"/>
              </a:rPr>
              <a:t>A</a:t>
            </a:r>
          </a:p>
        </p:txBody>
      </p:sp>
      <p:sp>
        <p:nvSpPr>
          <p:cNvPr id="205" name="Oval 204"/>
          <p:cNvSpPr/>
          <p:nvPr/>
        </p:nvSpPr>
        <p:spPr>
          <a:xfrm>
            <a:off x="4059936" y="3762756"/>
            <a:ext cx="100584" cy="100584"/>
          </a:xfrm>
          <a:prstGeom prst="ellipse">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4183380" y="3739896"/>
            <a:ext cx="457200" cy="274320"/>
          </a:xfrm>
          <a:prstGeom prst="rect">
            <a:avLst/>
          </a:prstGeom>
          <a:noFill/>
        </p:spPr>
        <p:txBody>
          <a:bodyPr wrap="square" lIns="18288" rIns="18288" tIns="13716" bIns="0">
            <a:spAutoFit/>
          </a:bodyPr>
          <a:lstStyle/>
          <a:p>
            <a:pPr algn="l">
              <a:lnSpc>
                <a:spcPct val="112000"/>
              </a:lnSpc>
              <a:spcAft>
                <a:spcPts val="600"/>
              </a:spcAft>
              <a:defRPr sz="1400" b="1">
                <a:solidFill>
                  <a:srgbClr val="166DB3"/>
                </a:solidFill>
                <a:latin typeface="Microsoft YaHei"/>
              </a:defRPr>
            </a:pPr>
            <a:r>
              <a:rPr>
                <a:latin typeface="Microsoft YaHei"/>
                <a:ea typeface="Microsoft YaHei"/>
                <a:cs typeface="Microsoft YaHei"/>
              </a:rPr>
              <a:t>B</a:t>
            </a:r>
          </a:p>
        </p:txBody>
      </p:sp>
      <p:sp>
        <p:nvSpPr>
          <p:cNvPr id="207" name="Oval 206"/>
          <p:cNvSpPr/>
          <p:nvPr/>
        </p:nvSpPr>
        <p:spPr>
          <a:xfrm>
            <a:off x="3866388" y="3294811"/>
            <a:ext cx="100584" cy="100584"/>
          </a:xfrm>
          <a:prstGeom prst="ellipse">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3989832" y="3271951"/>
            <a:ext cx="457200" cy="274320"/>
          </a:xfrm>
          <a:prstGeom prst="rect">
            <a:avLst/>
          </a:prstGeom>
          <a:noFill/>
        </p:spPr>
        <p:txBody>
          <a:bodyPr wrap="square" lIns="18288" rIns="18288" tIns="13716" bIns="0">
            <a:spAutoFit/>
          </a:bodyPr>
          <a:lstStyle/>
          <a:p>
            <a:pPr algn="l">
              <a:lnSpc>
                <a:spcPct val="112000"/>
              </a:lnSpc>
              <a:spcAft>
                <a:spcPts val="600"/>
              </a:spcAft>
              <a:defRPr sz="1400" b="1">
                <a:solidFill>
                  <a:srgbClr val="F3A21B"/>
                </a:solidFill>
                <a:latin typeface="Microsoft YaHei"/>
              </a:defRPr>
            </a:pPr>
            <a:r>
              <a:rPr>
                <a:latin typeface="Microsoft YaHei"/>
                <a:ea typeface="Microsoft YaHei"/>
                <a:cs typeface="Microsoft YaHei"/>
              </a:rPr>
              <a:t>C</a:t>
            </a:r>
          </a:p>
        </p:txBody>
      </p:sp>
      <p:sp>
        <p:nvSpPr>
          <p:cNvPr id="209" name="TextBox 208"/>
          <p:cNvSpPr txBox="1"/>
          <p:nvPr/>
        </p:nvSpPr>
        <p:spPr>
          <a:xfrm>
            <a:off x="3794760" y="2084831"/>
            <a:ext cx="2651760" cy="274320"/>
          </a:xfrm>
          <a:prstGeom prst="rect">
            <a:avLst/>
          </a:prstGeom>
          <a:noFill/>
        </p:spPr>
        <p:txBody>
          <a:bodyPr wrap="square" lIns="18288" rIns="18288" tIns="13716" bIns="0">
            <a:spAutoFit/>
          </a:bodyPr>
          <a:lstStyle/>
          <a:p>
            <a:pPr algn="l">
              <a:lnSpc>
                <a:spcPct val="112000"/>
              </a:lnSpc>
              <a:spcAft>
                <a:spcPts val="600"/>
              </a:spcAft>
              <a:defRPr sz="1100" b="0">
                <a:solidFill>
                  <a:srgbClr val="008B99"/>
                </a:solidFill>
                <a:latin typeface="Microsoft YaHei"/>
              </a:defRPr>
            </a:pPr>
            <a:r>
              <a:rPr>
                <a:latin typeface="Microsoft YaHei"/>
                <a:ea typeface="Microsoft YaHei"/>
                <a:cs typeface="Microsoft YaHei"/>
              </a:rPr>
              <a:t>饱和线 φ = 100%</a:t>
            </a:r>
          </a:p>
        </p:txBody>
      </p:sp>
      <p:sp>
        <p:nvSpPr>
          <p:cNvPr id="210" name="Rounded Rectangle 209"/>
          <p:cNvSpPr/>
          <p:nvPr/>
        </p:nvSpPr>
        <p:spPr>
          <a:xfrm>
            <a:off x="7452360" y="1783080"/>
            <a:ext cx="3886200" cy="15087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7452360" y="1783080"/>
            <a:ext cx="50292" cy="15087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616952" y="1929384"/>
            <a:ext cx="3557016"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A → B：间接冷却</a:t>
            </a:r>
          </a:p>
        </p:txBody>
      </p:sp>
      <p:sp>
        <p:nvSpPr>
          <p:cNvPr id="213" name="TextBox 212"/>
          <p:cNvSpPr txBox="1"/>
          <p:nvPr/>
        </p:nvSpPr>
        <p:spPr>
          <a:xfrm>
            <a:off x="7616952" y="2514600"/>
            <a:ext cx="3557016" cy="685799"/>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近似等含湿量，水平向左。</a:t>
            </a:r>
          </a:p>
        </p:txBody>
      </p:sp>
      <p:sp>
        <p:nvSpPr>
          <p:cNvPr id="214" name="Rounded Rectangle 213"/>
          <p:cNvSpPr/>
          <p:nvPr/>
        </p:nvSpPr>
        <p:spPr>
          <a:xfrm>
            <a:off x="7452360" y="3520440"/>
            <a:ext cx="3886200" cy="15087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7452360" y="3520440"/>
            <a:ext cx="50292" cy="15087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7616952" y="3666744"/>
            <a:ext cx="3557016"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A → C：直接冷却</a:t>
            </a:r>
          </a:p>
        </p:txBody>
      </p:sp>
      <p:sp>
        <p:nvSpPr>
          <p:cNvPr id="217" name="TextBox 216"/>
          <p:cNvSpPr txBox="1"/>
          <p:nvPr/>
        </p:nvSpPr>
        <p:spPr>
          <a:xfrm>
            <a:off x="7616952" y="4251960"/>
            <a:ext cx="3557016" cy="685799"/>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近似等焓，向左上方。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一台间接蒸发冷却器，至少要认出这两条流路</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Coolers（见参考资料页）；依据PDF①、②原理重绘</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08</a:t>
            </a:r>
          </a:p>
        </p:txBody>
      </p:sp>
      <p:sp>
        <p:nvSpPr>
          <p:cNvPr id="6" name="Rounded Rectangle 5"/>
          <p:cNvSpPr/>
          <p:nvPr/>
        </p:nvSpPr>
        <p:spPr>
          <a:xfrm>
            <a:off x="2057400" y="1965960"/>
            <a:ext cx="7863840" cy="86868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7400" y="3337560"/>
            <a:ext cx="7863840" cy="96012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31720" y="2167128"/>
            <a:ext cx="7223760" cy="384048"/>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一次空气：热空气进入 → 产品空气降温送出</a:t>
            </a:r>
          </a:p>
        </p:txBody>
      </p:sp>
      <p:sp>
        <p:nvSpPr>
          <p:cNvPr id="9" name="TextBox 8"/>
          <p:cNvSpPr txBox="1"/>
          <p:nvPr/>
        </p:nvSpPr>
        <p:spPr>
          <a:xfrm>
            <a:off x="2331720" y="3621024"/>
            <a:ext cx="7223760" cy="384048"/>
          </a:xfrm>
          <a:prstGeom prst="rect">
            <a:avLst/>
          </a:prstGeom>
          <a:noFill/>
        </p:spPr>
        <p:txBody>
          <a:bodyPr wrap="square" lIns="18288" rIns="18288" tIns="13716" bIns="0">
            <a:spAutoFit/>
          </a:bodyPr>
          <a:lstStyle/>
          <a:p>
            <a:pPr algn="l">
              <a:lnSpc>
                <a:spcPct val="112000"/>
              </a:lnSpc>
              <a:spcAft>
                <a:spcPts val="600"/>
              </a:spcAft>
              <a:defRPr sz="2000" b="1">
                <a:solidFill>
                  <a:srgbClr val="008B99"/>
                </a:solidFill>
                <a:latin typeface="Microsoft YaHei"/>
              </a:defRPr>
            </a:pPr>
            <a:r>
              <a:rPr>
                <a:latin typeface="Microsoft YaHei"/>
                <a:ea typeface="Microsoft YaHei"/>
                <a:cs typeface="Microsoft YaHei"/>
              </a:rPr>
              <a:t>二次空气：室外空气进入 → 温湿空气排向室外</a:t>
            </a:r>
          </a:p>
        </p:txBody>
      </p:sp>
      <p:cxnSp>
        <p:nvCxnSpPr>
          <p:cNvPr id="10" name="Connector 9"/>
          <p:cNvCxnSpPr/>
          <p:nvPr/>
        </p:nvCxnSpPr>
        <p:spPr>
          <a:xfrm>
            <a:off x="2057400" y="3063240"/>
            <a:ext cx="7863840" cy="0"/>
          </a:xfrm>
          <a:prstGeom prst="line">
            <a:avLst/>
          </a:prstGeom>
          <a:ln w="63500">
            <a:solidFill>
              <a:srgbClr val="60748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0" y="2834640"/>
            <a:ext cx="4389120" cy="228600"/>
          </a:xfrm>
          <a:prstGeom prst="rect">
            <a:avLst/>
          </a:prstGeom>
          <a:noFill/>
        </p:spPr>
        <p:txBody>
          <a:bodyPr wrap="square" lIns="18288" rIns="18288" tIns="13716" bIns="0">
            <a:spAutoFit/>
          </a:bodyPr>
          <a:lstStyle/>
          <a:p>
            <a:pPr algn="l">
              <a:lnSpc>
                <a:spcPct val="112000"/>
              </a:lnSpc>
              <a:spcAft>
                <a:spcPts val="600"/>
              </a:spcAft>
              <a:defRPr sz="1200" b="0">
                <a:solidFill>
                  <a:srgbClr val="607488"/>
                </a:solidFill>
                <a:latin typeface="Microsoft YaHei"/>
              </a:defRPr>
            </a:pPr>
            <a:r>
              <a:rPr>
                <a:latin typeface="Microsoft YaHei"/>
                <a:ea typeface="Microsoft YaHei"/>
                <a:cs typeface="Microsoft YaHei"/>
              </a:rPr>
              <a:t>导热隔板：传热，理想情况下不传湿</a:t>
            </a:r>
          </a:p>
        </p:txBody>
      </p:sp>
      <p:cxnSp>
        <p:nvCxnSpPr>
          <p:cNvPr id="12" name="Connector 11"/>
          <p:cNvCxnSpPr/>
          <p:nvPr/>
        </p:nvCxnSpPr>
        <p:spPr>
          <a:xfrm>
            <a:off x="7223760" y="2706624"/>
            <a:ext cx="0" cy="886968"/>
          </a:xfrm>
          <a:prstGeom prst="line">
            <a:avLst/>
          </a:prstGeom>
          <a:ln w="508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06640" y="2889504"/>
            <a:ext cx="1828800" cy="274320"/>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热量 Q</a:t>
            </a:r>
          </a:p>
        </p:txBody>
      </p:sp>
      <p:cxnSp>
        <p:nvCxnSpPr>
          <p:cNvPr id="14" name="Connector 13"/>
          <p:cNvCxnSpPr/>
          <p:nvPr/>
        </p:nvCxnSpPr>
        <p:spPr>
          <a:xfrm flipV="1">
            <a:off x="4572000" y="4251960"/>
            <a:ext cx="0" cy="530352"/>
          </a:xfrm>
          <a:prstGeom prst="line">
            <a:avLst/>
          </a:prstGeom>
          <a:ln w="38100">
            <a:solidFill>
              <a:srgbClr val="008B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273552" y="4791456"/>
            <a:ext cx="2926080" cy="274320"/>
          </a:xfrm>
          <a:prstGeom prst="rect">
            <a:avLst/>
          </a:prstGeom>
          <a:noFill/>
        </p:spPr>
        <p:txBody>
          <a:bodyPr wrap="square" lIns="18288" rIns="18288" tIns="13716" bIns="0">
            <a:spAutoFit/>
          </a:bodyPr>
          <a:lstStyle/>
          <a:p>
            <a:pPr algn="l">
              <a:lnSpc>
                <a:spcPct val="112000"/>
              </a:lnSpc>
              <a:spcAft>
                <a:spcPts val="600"/>
              </a:spcAft>
              <a:defRPr sz="1600" b="0">
                <a:solidFill>
                  <a:srgbClr val="008B99"/>
                </a:solidFill>
                <a:latin typeface="Microsoft YaHei"/>
              </a:defRPr>
            </a:pPr>
            <a:r>
              <a:rPr>
                <a:latin typeface="Microsoft YaHei"/>
                <a:ea typeface="Microsoft YaHei"/>
                <a:cs typeface="Microsoft YaHei"/>
              </a:rPr>
              <a:t>循环水润湿湿侧表面</a:t>
            </a:r>
          </a:p>
        </p:txBody>
      </p:sp>
      <p:sp>
        <p:nvSpPr>
          <p:cNvPr id="16" name="Rounded Rectangle 15"/>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无串漏、无透湿且不凝露时：一次空气 d出 ≈ d入。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能量守恒：显热如何转换为排风携带的热量？</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09</a:t>
            </a:r>
          </a:p>
        </p:txBody>
      </p:sp>
      <p:sp>
        <p:nvSpPr>
          <p:cNvPr id="6" name="Rounded Rectangle 5"/>
          <p:cNvSpPr/>
          <p:nvPr/>
        </p:nvSpPr>
        <p:spPr>
          <a:xfrm>
            <a:off x="914400" y="1792224"/>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11095"/>
            <a:ext cx="10058400" cy="502920"/>
          </a:xfrm>
          <a:prstGeom prst="rect">
            <a:avLst/>
          </a:prstGeom>
          <a:noFill/>
        </p:spPr>
        <p:txBody>
          <a:bodyPr wrap="square" lIns="18288" rIns="18288" tIns="13716" bIns="0">
            <a:spAutoFit/>
          </a:bodyPr>
          <a:lstStyle/>
          <a:p>
            <a:pPr algn="l">
              <a:lnSpc>
                <a:spcPct val="112000"/>
              </a:lnSpc>
              <a:spcAft>
                <a:spcPts val="600"/>
              </a:spcAft>
              <a:defRPr sz="2800" b="1">
                <a:solidFill>
                  <a:srgbClr val="166DB3"/>
                </a:solidFill>
                <a:latin typeface="Microsoft YaHei"/>
              </a:defRPr>
            </a:pPr>
            <a:r>
              <a:rPr>
                <a:latin typeface="Microsoft YaHei"/>
                <a:ea typeface="Microsoft YaHei"/>
                <a:cs typeface="Microsoft YaHei"/>
              </a:rPr>
              <a:t>Q一次 ≈ ṁ一次 · cp · (T入 − T出)</a:t>
            </a:r>
          </a:p>
        </p:txBody>
      </p:sp>
      <p:sp>
        <p:nvSpPr>
          <p:cNvPr id="8" name="TextBox 7"/>
          <p:cNvSpPr txBox="1"/>
          <p:nvPr/>
        </p:nvSpPr>
        <p:spPr>
          <a:xfrm>
            <a:off x="1051560" y="2450591"/>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显热估算；ṁ按所采用比热的质量基准保持一致</a:t>
            </a:r>
          </a:p>
        </p:txBody>
      </p:sp>
      <p:sp>
        <p:nvSpPr>
          <p:cNvPr id="9" name="Rounded Rectangle 8"/>
          <p:cNvSpPr/>
          <p:nvPr/>
        </p:nvSpPr>
        <p:spPr>
          <a:xfrm>
            <a:off x="859536" y="3017520"/>
            <a:ext cx="3358896" cy="2130552"/>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9536" y="3017520"/>
            <a:ext cx="50292" cy="2130552"/>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一次侧</a:t>
            </a:r>
          </a:p>
        </p:txBody>
      </p:sp>
      <p:sp>
        <p:nvSpPr>
          <p:cNvPr id="12" name="TextBox 11"/>
          <p:cNvSpPr txBox="1"/>
          <p:nvPr/>
        </p:nvSpPr>
        <p:spPr>
          <a:xfrm>
            <a:off x="1024127" y="3749039"/>
            <a:ext cx="3029712" cy="1307592"/>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产品空气显热降低。</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通常不靠加湿获得降温。</a:t>
            </a:r>
          </a:p>
        </p:txBody>
      </p:sp>
      <p:sp>
        <p:nvSpPr>
          <p:cNvPr id="13" name="Rounded Rectangle 12"/>
          <p:cNvSpPr/>
          <p:nvPr/>
        </p:nvSpPr>
        <p:spPr>
          <a:xfrm>
            <a:off x="4419600" y="3017520"/>
            <a:ext cx="3358896" cy="2130552"/>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9600" y="3017520"/>
            <a:ext cx="50292" cy="2130552"/>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4192"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湿侧</a:t>
            </a:r>
          </a:p>
        </p:txBody>
      </p:sp>
      <p:sp>
        <p:nvSpPr>
          <p:cNvPr id="16" name="TextBox 15"/>
          <p:cNvSpPr txBox="1"/>
          <p:nvPr/>
        </p:nvSpPr>
        <p:spPr>
          <a:xfrm>
            <a:off x="4584192" y="3749039"/>
            <a:ext cx="3029712" cy="1307592"/>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水蒸发＋空气升温。</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用湿空气焓差核对更完整。</a:t>
            </a:r>
          </a:p>
        </p:txBody>
      </p:sp>
      <p:sp>
        <p:nvSpPr>
          <p:cNvPr id="17" name="Rounded Rectangle 16"/>
          <p:cNvSpPr/>
          <p:nvPr/>
        </p:nvSpPr>
        <p:spPr>
          <a:xfrm>
            <a:off x="7979664" y="3017520"/>
            <a:ext cx="3358896" cy="2130552"/>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9664" y="3017520"/>
            <a:ext cx="50292" cy="2130552"/>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44256"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系统边界</a:t>
            </a:r>
          </a:p>
        </p:txBody>
      </p:sp>
      <p:sp>
        <p:nvSpPr>
          <p:cNvPr id="20" name="TextBox 19"/>
          <p:cNvSpPr txBox="1"/>
          <p:nvPr/>
        </p:nvSpPr>
        <p:spPr>
          <a:xfrm>
            <a:off x="8144256" y="3749039"/>
            <a:ext cx="3029712" cy="1307592"/>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风机、水泵仍需电力。</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补水、排污、散热也要计入。</a:t>
            </a:r>
          </a:p>
        </p:txBody>
      </p:sp>
      <p:sp>
        <p:nvSpPr>
          <p:cNvPr id="21" name="Rounded Rectangle 20"/>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少用压缩机制冷，是改变热量搬运路径；能量守恒始终成立。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两种常见实现：先冷二次风，或直接润湿换热面</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Coolers（见参考资料页）；PDF②，第4—6页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10</a:t>
            </a:r>
          </a:p>
        </p:txBody>
      </p:sp>
      <p:sp>
        <p:nvSpPr>
          <p:cNvPr id="6" name="Rounded Rectangle 5"/>
          <p:cNvSpPr/>
          <p:nvPr/>
        </p:nvSpPr>
        <p:spPr>
          <a:xfrm>
            <a:off x="859536" y="1773936"/>
            <a:ext cx="5138928"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4809744"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湿填料＋干式换热器</a:t>
            </a:r>
          </a:p>
        </p:txBody>
      </p:sp>
      <p:sp>
        <p:nvSpPr>
          <p:cNvPr id="9" name="TextBox 8"/>
          <p:cNvSpPr txBox="1"/>
          <p:nvPr/>
        </p:nvSpPr>
        <p:spPr>
          <a:xfrm>
            <a:off x="1024127" y="2505456"/>
            <a:ext cx="4809744"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二次风先经过湿填料，再冷却一次风。</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关注：填料阻力、换热器温差、二次风状态。</a:t>
            </a:r>
          </a:p>
        </p:txBody>
      </p:sp>
      <p:sp>
        <p:nvSpPr>
          <p:cNvPr id="10" name="Rounded Rectangle 9"/>
          <p:cNvSpPr/>
          <p:nvPr/>
        </p:nvSpPr>
        <p:spPr>
          <a:xfrm>
            <a:off x="6199631" y="1773936"/>
            <a:ext cx="5138928"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1"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3" y="1920240"/>
            <a:ext cx="4809744"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润湿板／管式换热器</a:t>
            </a:r>
          </a:p>
        </p:txBody>
      </p:sp>
      <p:sp>
        <p:nvSpPr>
          <p:cNvPr id="13" name="TextBox 12"/>
          <p:cNvSpPr txBox="1"/>
          <p:nvPr/>
        </p:nvSpPr>
        <p:spPr>
          <a:xfrm>
            <a:off x="6364223" y="2505456"/>
            <a:ext cx="4809744"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换热面一侧直接形成水膜。</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关注：水膜覆盖、表面结垢、腐蚀和维护。</a:t>
            </a:r>
          </a:p>
        </p:txBody>
      </p:sp>
      <p:sp>
        <p:nvSpPr>
          <p:cNvPr id="14" name="Rounded Rectangle 13"/>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选型时问清：哪一侧是干侧，哪一侧是湿侧，水与空气在哪里接触？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湿球效率：先写清参照工况，再代入公式</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Coolers（见参考资料页）；本页采用一次入口与二次入口湿球作参照</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11</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500" b="1">
                <a:solidFill>
                  <a:srgbClr val="166DB3"/>
                </a:solidFill>
                <a:latin typeface="Microsoft YaHei"/>
              </a:defRPr>
            </a:pPr>
            <a:r>
              <a:rPr>
                <a:latin typeface="Microsoft YaHei"/>
                <a:ea typeface="Microsoft YaHei"/>
                <a:cs typeface="Microsoft YaHei"/>
              </a:rPr>
              <a:t>εwb = (T一次入 − T一次出) / (T一次入 − Twb,二次入)</a:t>
            </a:r>
          </a:p>
        </p:txBody>
      </p:sp>
      <p:sp>
        <p:nvSpPr>
          <p:cNvPr id="8" name="TextBox 7"/>
          <p:cNvSpPr txBox="1"/>
          <p:nvPr/>
        </p:nvSpPr>
        <p:spPr>
          <a:xfrm>
            <a:off x="1051560" y="2441448"/>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仅在分母为正、参照状态明确且符合设备模型时使用</a:t>
            </a:r>
          </a:p>
        </p:txBody>
      </p:sp>
      <p:sp>
        <p:nvSpPr>
          <p:cNvPr id="9" name="Rounded Rectangle 8"/>
          <p:cNvSpPr/>
          <p:nvPr/>
        </p:nvSpPr>
        <p:spPr>
          <a:xfrm>
            <a:off x="914400" y="2944368"/>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063240"/>
            <a:ext cx="10058400" cy="502920"/>
          </a:xfrm>
          <a:prstGeom prst="rect">
            <a:avLst/>
          </a:prstGeom>
          <a:noFill/>
        </p:spPr>
        <p:txBody>
          <a:bodyPr wrap="square" lIns="18288" rIns="18288" tIns="13716" bIns="0">
            <a:spAutoFit/>
          </a:bodyPr>
          <a:lstStyle/>
          <a:p>
            <a:pPr algn="l">
              <a:lnSpc>
                <a:spcPct val="112000"/>
              </a:lnSpc>
              <a:spcAft>
                <a:spcPts val="600"/>
              </a:spcAft>
              <a:defRPr sz="2500" b="1">
                <a:solidFill>
                  <a:srgbClr val="166DB3"/>
                </a:solidFill>
                <a:latin typeface="Microsoft YaHei"/>
              </a:defRPr>
            </a:pPr>
            <a:r>
              <a:rPr>
                <a:latin typeface="Microsoft YaHei"/>
                <a:ea typeface="Microsoft YaHei"/>
                <a:cs typeface="Microsoft YaHei"/>
              </a:rPr>
              <a:t>T一次出 = T一次入 − εwb · (T一次入 − Twb,二次入)</a:t>
            </a:r>
          </a:p>
        </p:txBody>
      </p:sp>
      <p:sp>
        <p:nvSpPr>
          <p:cNvPr id="11" name="TextBox 10"/>
          <p:cNvSpPr txBox="1"/>
          <p:nvPr/>
        </p:nvSpPr>
        <p:spPr>
          <a:xfrm>
            <a:off x="1051560" y="3602736"/>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可用于规定工况下的初步出风温度估算</a:t>
            </a:r>
          </a:p>
        </p:txBody>
      </p:sp>
      <p:sp>
        <p:nvSpPr>
          <p:cNvPr id="12" name="TextBox 11"/>
          <p:cNvSpPr txBox="1"/>
          <p:nvPr/>
        </p:nvSpPr>
        <p:spPr>
          <a:xfrm>
            <a:off x="1060704" y="4297680"/>
            <a:ext cx="9966960" cy="74980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比较效率前核对：入口状态、风量比、是否再生、是否计风机温升。</a:t>
            </a:r>
          </a:p>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εwb 是温降指标，不能直接当作整机 COP。</a:t>
            </a:r>
          </a:p>
        </p:txBody>
      </p:sp>
      <p:sp>
        <p:nvSpPr>
          <p:cNvPr id="13" name="Rounded Rectangle 12"/>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同一个“效率”名称，可能对应不同分母；不要直接跨产品横向比较。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随堂算例①：出风能降到多少度？</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3.5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资料：教学假设；按本课湿球效率定义计算</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12</a:t>
            </a:r>
          </a:p>
        </p:txBody>
      </p:sp>
      <p:sp>
        <p:nvSpPr>
          <p:cNvPr id="6" name="Rounded Rectangle 5"/>
          <p:cNvSpPr/>
          <p:nvPr/>
        </p:nvSpPr>
        <p:spPr>
          <a:xfrm>
            <a:off x="859536" y="1783080"/>
            <a:ext cx="3749039"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83080"/>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9384"/>
            <a:ext cx="3419856"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已知条件</a:t>
            </a:r>
          </a:p>
        </p:txBody>
      </p:sp>
      <p:sp>
        <p:nvSpPr>
          <p:cNvPr id="9" name="TextBox 8"/>
          <p:cNvSpPr txBox="1"/>
          <p:nvPr/>
        </p:nvSpPr>
        <p:spPr>
          <a:xfrm>
            <a:off x="1024127" y="2514600"/>
            <a:ext cx="3419856" cy="2514600"/>
          </a:xfrm>
          <a:prstGeom prst="rect">
            <a:avLst/>
          </a:prstGeom>
          <a:noFill/>
        </p:spPr>
        <p:txBody>
          <a:bodyPr wrap="square" lIns="18288" rIns="18288" tIns="13716" bIns="0">
            <a:spAutoFit/>
          </a:bodyPr>
          <a:lstStyle/>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一次入口：35 ℃</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二次入口湿球：22 ℃</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湿球效率：0.70</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质量流量：2.0 kg/s</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比热：1.02 kJ/(kg·K)</a:t>
            </a:r>
          </a:p>
        </p:txBody>
      </p:sp>
      <p:sp>
        <p:nvSpPr>
          <p:cNvPr id="10" name="Rounded Rectangle 9"/>
          <p:cNvSpPr/>
          <p:nvPr/>
        </p:nvSpPr>
        <p:spPr>
          <a:xfrm>
            <a:off x="4846320" y="1783080"/>
            <a:ext cx="649224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1901952"/>
            <a:ext cx="6217920" cy="502920"/>
          </a:xfrm>
          <a:prstGeom prst="rect">
            <a:avLst/>
          </a:prstGeom>
          <a:noFill/>
        </p:spPr>
        <p:txBody>
          <a:bodyPr wrap="square" lIns="18288" rIns="18288" tIns="13716" bIns="0">
            <a:spAutoFit/>
          </a:bodyPr>
          <a:lstStyle/>
          <a:p>
            <a:pPr algn="l">
              <a:lnSpc>
                <a:spcPct val="112000"/>
              </a:lnSpc>
              <a:spcAft>
                <a:spcPts val="600"/>
              </a:spcAft>
              <a:defRPr sz="2400" b="1">
                <a:solidFill>
                  <a:srgbClr val="166DB3"/>
                </a:solidFill>
                <a:latin typeface="Microsoft YaHei"/>
              </a:defRPr>
            </a:pPr>
            <a:r>
              <a:rPr>
                <a:latin typeface="Microsoft YaHei"/>
                <a:ea typeface="Microsoft YaHei"/>
                <a:cs typeface="Microsoft YaHei"/>
              </a:rPr>
              <a:t>T出 = 35 − 0.70 × (35 − 22)</a:t>
            </a:r>
          </a:p>
        </p:txBody>
      </p:sp>
      <p:sp>
        <p:nvSpPr>
          <p:cNvPr id="12" name="TextBox 11"/>
          <p:cNvSpPr txBox="1"/>
          <p:nvPr/>
        </p:nvSpPr>
        <p:spPr>
          <a:xfrm>
            <a:off x="4983480" y="2441448"/>
            <a:ext cx="621792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先算温差，再算温度</a:t>
            </a:r>
          </a:p>
        </p:txBody>
      </p:sp>
      <p:sp>
        <p:nvSpPr>
          <p:cNvPr id="13" name="TextBox 12"/>
          <p:cNvSpPr txBox="1"/>
          <p:nvPr/>
        </p:nvSpPr>
        <p:spPr>
          <a:xfrm>
            <a:off x="5029200" y="2944368"/>
            <a:ext cx="6126480" cy="777240"/>
          </a:xfrm>
          <a:prstGeom prst="rect">
            <a:avLst/>
          </a:prstGeom>
          <a:noFill/>
        </p:spPr>
        <p:txBody>
          <a:bodyPr wrap="square" lIns="18288" rIns="18288" tIns="13716" bIns="0">
            <a:spAutoFit/>
          </a:bodyPr>
          <a:lstStyle/>
          <a:p>
            <a:pPr algn="l">
              <a:lnSpc>
                <a:spcPct val="112000"/>
              </a:lnSpc>
              <a:spcAft>
                <a:spcPts val="600"/>
              </a:spcAft>
              <a:defRPr sz="3800" b="1">
                <a:solidFill>
                  <a:srgbClr val="008B99"/>
                </a:solidFill>
                <a:latin typeface="Microsoft YaHei"/>
              </a:defRPr>
            </a:pPr>
            <a:r>
              <a:rPr>
                <a:latin typeface="Microsoft YaHei"/>
                <a:ea typeface="Microsoft YaHei"/>
                <a:cs typeface="Microsoft YaHei"/>
              </a:rPr>
              <a:t>25.9 ℃</a:t>
            </a:r>
          </a:p>
        </p:txBody>
      </p:sp>
      <p:sp>
        <p:nvSpPr>
          <p:cNvPr id="14" name="TextBox 13"/>
          <p:cNvSpPr txBox="1"/>
          <p:nvPr/>
        </p:nvSpPr>
        <p:spPr>
          <a:xfrm>
            <a:off x="5029200" y="3822191"/>
            <a:ext cx="6126480" cy="1051560"/>
          </a:xfrm>
          <a:prstGeom prst="rect">
            <a:avLst/>
          </a:prstGeom>
          <a:noFill/>
        </p:spPr>
        <p:txBody>
          <a:bodyPr wrap="square" lIns="18288" rIns="18288" tIns="13716" bIns="0">
            <a:spAutoFit/>
          </a:bodyPr>
          <a:lstStyle/>
          <a:p>
            <a:pPr algn="l">
              <a:lnSpc>
                <a:spcPct val="112000"/>
              </a:lnSpc>
              <a:spcAft>
                <a:spcPts val="600"/>
              </a:spcAft>
              <a:defRPr sz="2400" b="1">
                <a:solidFill>
                  <a:srgbClr val="166DB3"/>
                </a:solidFill>
                <a:latin typeface="Microsoft YaHei"/>
              </a:defRPr>
            </a:pPr>
            <a:r>
              <a:rPr>
                <a:latin typeface="Microsoft YaHei"/>
                <a:ea typeface="Microsoft YaHei"/>
                <a:cs typeface="Microsoft YaHei"/>
              </a:rPr>
              <a:t>Q ≈ 2.0 × 1.02 × 9.1</a:t>
            </a:r>
          </a:p>
          <a:p>
            <a:pPr algn="l">
              <a:lnSpc>
                <a:spcPct val="112000"/>
              </a:lnSpc>
              <a:spcAft>
                <a:spcPts val="600"/>
              </a:spcAft>
              <a:defRPr sz="2400" b="1">
                <a:solidFill>
                  <a:srgbClr val="166DB3"/>
                </a:solidFill>
                <a:latin typeface="Microsoft YaHei"/>
              </a:defRPr>
            </a:pPr>
            <a:r>
              <a:rPr>
                <a:latin typeface="Microsoft YaHei"/>
                <a:ea typeface="Microsoft YaHei"/>
                <a:cs typeface="Microsoft YaHei"/>
              </a:rPr>
              <a:t>   ≈ 18.6 kW</a:t>
            </a:r>
          </a:p>
        </p:txBody>
      </p:sp>
      <p:sp>
        <p:nvSpPr>
          <p:cNvPr id="15" name="Rounded Rectangle 14"/>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追问：目标送风26 ℃时，0.1 K余量够不够？还遗漏了哪些环节？</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露点型与再生式：为什么可能突破入口湿球？</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Coolers（见参考资料页）；PDF②，第5页露点间接蒸发冷却示例</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13</a:t>
            </a:r>
          </a:p>
        </p:txBody>
      </p:sp>
      <p:sp>
        <p:nvSpPr>
          <p:cNvPr id="6" name="TextBox 5"/>
          <p:cNvSpPr txBox="1"/>
          <p:nvPr/>
        </p:nvSpPr>
        <p:spPr>
          <a:xfrm>
            <a:off x="950976" y="1719072"/>
            <a:ext cx="6446520" cy="347472"/>
          </a:xfrm>
          <a:prstGeom prst="rect">
            <a:avLst/>
          </a:prstGeom>
          <a:noFill/>
        </p:spPr>
        <p:txBody>
          <a:bodyPr wrap="square" lIns="18288" rIns="18288" tIns="13716" bIns="0">
            <a:spAutoFit/>
          </a:bodyPr>
          <a:lstStyle/>
          <a:p>
            <a:pPr algn="l">
              <a:lnSpc>
                <a:spcPct val="112000"/>
              </a:lnSpc>
              <a:spcAft>
                <a:spcPts val="600"/>
              </a:spcAft>
              <a:defRPr sz="1800" b="1">
                <a:solidFill>
                  <a:srgbClr val="073C78"/>
                </a:solidFill>
                <a:latin typeface="Microsoft YaHei"/>
              </a:defRPr>
            </a:pPr>
            <a:r>
              <a:rPr>
                <a:latin typeface="Microsoft YaHei"/>
                <a:ea typeface="Microsoft YaHei"/>
                <a:cs typeface="Microsoft YaHei"/>
              </a:rPr>
              <a:t>典型再生式：让部分已预冷空气返回湿通道</a:t>
            </a:r>
          </a:p>
        </p:txBody>
      </p:sp>
      <p:sp>
        <p:nvSpPr>
          <p:cNvPr id="7" name="Rounded Rectangle 6"/>
          <p:cNvSpPr/>
          <p:nvPr/>
        </p:nvSpPr>
        <p:spPr>
          <a:xfrm>
            <a:off x="2029968" y="2423160"/>
            <a:ext cx="4069080" cy="68580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29968" y="3794760"/>
            <a:ext cx="4069080" cy="68580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0" y="2615184"/>
            <a:ext cx="3566160" cy="365760"/>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干通道：产品空气预冷</a:t>
            </a:r>
          </a:p>
        </p:txBody>
      </p:sp>
      <p:sp>
        <p:nvSpPr>
          <p:cNvPr id="10" name="TextBox 9"/>
          <p:cNvSpPr txBox="1"/>
          <p:nvPr/>
        </p:nvSpPr>
        <p:spPr>
          <a:xfrm>
            <a:off x="2286000" y="3986784"/>
            <a:ext cx="3566160" cy="365760"/>
          </a:xfrm>
          <a:prstGeom prst="rect">
            <a:avLst/>
          </a:prstGeom>
          <a:noFill/>
        </p:spPr>
        <p:txBody>
          <a:bodyPr wrap="square" lIns="18288" rIns="18288" tIns="13716" bIns="0">
            <a:spAutoFit/>
          </a:bodyPr>
          <a:lstStyle/>
          <a:p>
            <a:pPr algn="l">
              <a:lnSpc>
                <a:spcPct val="112000"/>
              </a:lnSpc>
              <a:spcAft>
                <a:spcPts val="600"/>
              </a:spcAft>
              <a:defRPr sz="1800" b="1">
                <a:solidFill>
                  <a:srgbClr val="008B99"/>
                </a:solidFill>
                <a:latin typeface="Microsoft YaHei"/>
              </a:defRPr>
            </a:pPr>
            <a:r>
              <a:rPr>
                <a:latin typeface="Microsoft YaHei"/>
                <a:ea typeface="Microsoft YaHei"/>
                <a:cs typeface="Microsoft YaHei"/>
              </a:rPr>
              <a:t>湿通道：吸热、吸湿</a:t>
            </a:r>
          </a:p>
        </p:txBody>
      </p:sp>
      <p:cxnSp>
        <p:nvCxnSpPr>
          <p:cNvPr id="11" name="Connector 10"/>
          <p:cNvCxnSpPr/>
          <p:nvPr/>
        </p:nvCxnSpPr>
        <p:spPr>
          <a:xfrm>
            <a:off x="960120" y="2770632"/>
            <a:ext cx="996696" cy="0"/>
          </a:xfrm>
          <a:prstGeom prst="line">
            <a:avLst/>
          </a:prstGeom>
          <a:ln w="38100">
            <a:solidFill>
              <a:srgbClr val="166D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2249424"/>
            <a:ext cx="1097280" cy="329184"/>
          </a:xfrm>
          <a:prstGeom prst="rect">
            <a:avLst/>
          </a:prstGeom>
          <a:noFill/>
        </p:spPr>
        <p:txBody>
          <a:bodyPr wrap="square" lIns="18288" rIns="18288" tIns="13716" bIns="0">
            <a:spAutoFit/>
          </a:bodyPr>
          <a:lstStyle/>
          <a:p>
            <a:pPr algn="l">
              <a:lnSpc>
                <a:spcPct val="112000"/>
              </a:lnSpc>
              <a:spcAft>
                <a:spcPts val="600"/>
              </a:spcAft>
              <a:defRPr sz="1400" b="1">
                <a:solidFill>
                  <a:srgbClr val="166DB3"/>
                </a:solidFill>
                <a:latin typeface="Microsoft YaHei"/>
              </a:defRPr>
            </a:pPr>
            <a:r>
              <a:rPr>
                <a:latin typeface="Microsoft YaHei"/>
                <a:ea typeface="Microsoft YaHei"/>
                <a:cs typeface="Microsoft YaHei"/>
              </a:rPr>
              <a:t>入口</a:t>
            </a:r>
          </a:p>
        </p:txBody>
      </p:sp>
      <p:cxnSp>
        <p:nvCxnSpPr>
          <p:cNvPr id="13" name="Connector 12"/>
          <p:cNvCxnSpPr/>
          <p:nvPr/>
        </p:nvCxnSpPr>
        <p:spPr>
          <a:xfrm>
            <a:off x="6172200" y="2770632"/>
            <a:ext cx="1243583" cy="0"/>
          </a:xfrm>
          <a:prstGeom prst="line">
            <a:avLst/>
          </a:prstGeom>
          <a:ln w="38100">
            <a:solidFill>
              <a:srgbClr val="166D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09360" y="2331720"/>
            <a:ext cx="1188720" cy="329184"/>
          </a:xfrm>
          <a:prstGeom prst="rect">
            <a:avLst/>
          </a:prstGeom>
          <a:noFill/>
        </p:spPr>
        <p:txBody>
          <a:bodyPr wrap="square" lIns="18288" rIns="18288" tIns="13716" bIns="0">
            <a:spAutoFit/>
          </a:bodyPr>
          <a:lstStyle/>
          <a:p>
            <a:pPr algn="l">
              <a:lnSpc>
                <a:spcPct val="112000"/>
              </a:lnSpc>
              <a:spcAft>
                <a:spcPts val="600"/>
              </a:spcAft>
              <a:defRPr sz="1400" b="1">
                <a:solidFill>
                  <a:srgbClr val="166DB3"/>
                </a:solidFill>
                <a:latin typeface="Microsoft YaHei"/>
              </a:defRPr>
            </a:pPr>
            <a:r>
              <a:rPr>
                <a:latin typeface="Microsoft YaHei"/>
                <a:ea typeface="Microsoft YaHei"/>
                <a:cs typeface="Microsoft YaHei"/>
              </a:rPr>
              <a:t>产品风</a:t>
            </a:r>
          </a:p>
        </p:txBody>
      </p:sp>
      <p:cxnSp>
        <p:nvCxnSpPr>
          <p:cNvPr id="15" name="Connector 14"/>
          <p:cNvCxnSpPr/>
          <p:nvPr/>
        </p:nvCxnSpPr>
        <p:spPr>
          <a:xfrm>
            <a:off x="6565392" y="2788920"/>
            <a:ext cx="0" cy="1353312"/>
          </a:xfrm>
          <a:prstGeom prst="line">
            <a:avLst/>
          </a:prstGeom>
          <a:ln w="38100">
            <a:solidFill>
              <a:srgbClr val="008B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172200" y="4142232"/>
            <a:ext cx="393192" cy="0"/>
          </a:xfrm>
          <a:prstGeom prst="line">
            <a:avLst/>
          </a:prstGeom>
          <a:ln w="38100">
            <a:solidFill>
              <a:srgbClr val="008B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693408" y="3218688"/>
            <a:ext cx="841248" cy="786384"/>
          </a:xfrm>
          <a:prstGeom prst="rect">
            <a:avLst/>
          </a:prstGeom>
          <a:noFill/>
        </p:spPr>
        <p:txBody>
          <a:bodyPr wrap="square" lIns="18288" rIns="18288" tIns="13716" bIns="0">
            <a:spAutoFit/>
          </a:bodyPr>
          <a:lstStyle/>
          <a:p>
            <a:pPr algn="l">
              <a:lnSpc>
                <a:spcPct val="112000"/>
              </a:lnSpc>
              <a:spcAft>
                <a:spcPts val="600"/>
              </a:spcAft>
              <a:defRPr sz="1300" b="1">
                <a:solidFill>
                  <a:srgbClr val="008B99"/>
                </a:solidFill>
                <a:latin typeface="Microsoft YaHei"/>
              </a:defRPr>
            </a:pPr>
            <a:r>
              <a:rPr>
                <a:latin typeface="Microsoft YaHei"/>
                <a:ea typeface="Microsoft YaHei"/>
                <a:cs typeface="Microsoft YaHei"/>
              </a:rPr>
              <a:t>分流</a:t>
            </a:r>
          </a:p>
          <a:p>
            <a:pPr algn="l">
              <a:lnSpc>
                <a:spcPct val="112000"/>
              </a:lnSpc>
              <a:spcAft>
                <a:spcPts val="600"/>
              </a:spcAft>
              <a:defRPr sz="1300" b="1">
                <a:solidFill>
                  <a:srgbClr val="008B99"/>
                </a:solidFill>
                <a:latin typeface="Microsoft YaHei"/>
              </a:defRPr>
            </a:pPr>
            <a:r>
              <a:rPr>
                <a:latin typeface="Microsoft YaHei"/>
                <a:ea typeface="Microsoft YaHei"/>
                <a:cs typeface="Microsoft YaHei"/>
              </a:rPr>
              <a:t>返回</a:t>
            </a:r>
          </a:p>
        </p:txBody>
      </p:sp>
      <p:cxnSp>
        <p:nvCxnSpPr>
          <p:cNvPr id="18" name="Connector 17"/>
          <p:cNvCxnSpPr/>
          <p:nvPr/>
        </p:nvCxnSpPr>
        <p:spPr>
          <a:xfrm flipH="1">
            <a:off x="960120" y="4142232"/>
            <a:ext cx="996696" cy="0"/>
          </a:xfrm>
          <a:prstGeom prst="line">
            <a:avLst/>
          </a:prstGeom>
          <a:ln w="38100">
            <a:solidFill>
              <a:srgbClr val="008B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 y="4480560"/>
            <a:ext cx="1097280" cy="274320"/>
          </a:xfrm>
          <a:prstGeom prst="rect">
            <a:avLst/>
          </a:prstGeom>
          <a:noFill/>
        </p:spPr>
        <p:txBody>
          <a:bodyPr wrap="square" lIns="18288" rIns="18288" tIns="13716" bIns="0">
            <a:spAutoFit/>
          </a:bodyPr>
          <a:lstStyle/>
          <a:p>
            <a:pPr algn="l">
              <a:lnSpc>
                <a:spcPct val="112000"/>
              </a:lnSpc>
              <a:spcAft>
                <a:spcPts val="600"/>
              </a:spcAft>
              <a:defRPr sz="1300" b="1">
                <a:solidFill>
                  <a:srgbClr val="008B99"/>
                </a:solidFill>
                <a:latin typeface="Microsoft YaHei"/>
              </a:defRPr>
            </a:pPr>
            <a:r>
              <a:rPr>
                <a:latin typeface="Microsoft YaHei"/>
                <a:ea typeface="Microsoft YaHei"/>
                <a:cs typeface="Microsoft YaHei"/>
              </a:rPr>
              <a:t>湿排风</a:t>
            </a:r>
          </a:p>
        </p:txBody>
      </p:sp>
      <p:cxnSp>
        <p:nvCxnSpPr>
          <p:cNvPr id="20" name="Connector 19"/>
          <p:cNvCxnSpPr/>
          <p:nvPr/>
        </p:nvCxnSpPr>
        <p:spPr>
          <a:xfrm>
            <a:off x="4160520" y="3154680"/>
            <a:ext cx="0" cy="530352"/>
          </a:xfrm>
          <a:prstGeom prst="line">
            <a:avLst/>
          </a:prstGeom>
          <a:ln w="381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70832" y="3328416"/>
            <a:ext cx="1645920" cy="274320"/>
          </a:xfrm>
          <a:prstGeom prst="rect">
            <a:avLst/>
          </a:prstGeom>
          <a:noFill/>
        </p:spPr>
        <p:txBody>
          <a:bodyPr wrap="square" lIns="18288" rIns="18288" tIns="13716" bIns="0">
            <a:spAutoFit/>
          </a:bodyPr>
          <a:lstStyle/>
          <a:p>
            <a:pPr algn="l">
              <a:lnSpc>
                <a:spcPct val="112000"/>
              </a:lnSpc>
              <a:spcAft>
                <a:spcPts val="600"/>
              </a:spcAft>
              <a:defRPr sz="1300" b="1">
                <a:solidFill>
                  <a:srgbClr val="F3A21B"/>
                </a:solidFill>
                <a:latin typeface="Microsoft YaHei"/>
              </a:defRPr>
            </a:pPr>
            <a:r>
              <a:rPr>
                <a:latin typeface="Microsoft YaHei"/>
                <a:ea typeface="Microsoft YaHei"/>
                <a:cs typeface="Microsoft YaHei"/>
              </a:rPr>
              <a:t>传热＋蒸发</a:t>
            </a:r>
          </a:p>
        </p:txBody>
      </p:sp>
      <p:sp>
        <p:nvSpPr>
          <p:cNvPr id="22" name="Rounded Rectangle 21"/>
          <p:cNvSpPr/>
          <p:nvPr/>
        </p:nvSpPr>
        <p:spPr>
          <a:xfrm>
            <a:off x="7891272" y="1783080"/>
            <a:ext cx="3447288"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91272" y="1783080"/>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55864" y="1929384"/>
            <a:ext cx="3118104"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收益与代价</a:t>
            </a:r>
          </a:p>
        </p:txBody>
      </p:sp>
      <p:sp>
        <p:nvSpPr>
          <p:cNvPr id="25" name="TextBox 24"/>
          <p:cNvSpPr txBox="1"/>
          <p:nvPr/>
        </p:nvSpPr>
        <p:spPr>
          <a:xfrm>
            <a:off x="8055864" y="2514600"/>
            <a:ext cx="3118104"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工作风被预冷，冷源状态改变。</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产品风可能低于原始入口湿球。</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需付出工作风量、面积与压降。</a:t>
            </a:r>
          </a:p>
        </p:txBody>
      </p:sp>
      <p:sp>
        <p:nvSpPr>
          <p:cNvPr id="26" name="TextBox 25"/>
          <p:cNvSpPr txBox="1"/>
          <p:nvPr/>
        </p:nvSpPr>
        <p:spPr>
          <a:xfrm>
            <a:off x="969264" y="4928616"/>
            <a:ext cx="6492240" cy="283464"/>
          </a:xfrm>
          <a:prstGeom prst="rect">
            <a:avLst/>
          </a:prstGeom>
          <a:noFill/>
        </p:spPr>
        <p:txBody>
          <a:bodyPr wrap="square" lIns="18288" rIns="18288" tIns="13716" bIns="0">
            <a:spAutoFit/>
          </a:bodyPr>
          <a:lstStyle/>
          <a:p>
            <a:pPr algn="l">
              <a:lnSpc>
                <a:spcPct val="112000"/>
              </a:lnSpc>
              <a:spcAft>
                <a:spcPts val="600"/>
              </a:spcAft>
              <a:defRPr sz="1200" b="0">
                <a:solidFill>
                  <a:srgbClr val="607488"/>
                </a:solidFill>
                <a:latin typeface="Microsoft YaHei"/>
              </a:defRPr>
            </a:pPr>
            <a:r>
              <a:rPr>
                <a:latin typeface="Microsoft YaHei"/>
                <a:ea typeface="Microsoft YaHei"/>
                <a:cs typeface="Microsoft YaHei"/>
              </a:rPr>
              <a:t>气流示意，不代表所有露点型结构；评价时使用净送风量与净冷量。</a:t>
            </a:r>
          </a:p>
        </p:txBody>
      </p:sp>
      <p:sp>
        <p:nvSpPr>
          <p:cNvPr id="27" name="Rounded Rectangle 26"/>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εwb &gt; 1 可以是参照温度与内部过程变化的结果；不意味着能量效率超过100%。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名称容易混：按产品空气的处理路径分类</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Coolers（见参考资料页）；PDF②技术进展</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14</a:t>
            </a:r>
          </a:p>
        </p:txBody>
      </p:sp>
      <p:sp>
        <p:nvSpPr>
          <p:cNvPr id="6" name="Rectangle 5"/>
          <p:cNvSpPr/>
          <p:nvPr/>
        </p:nvSpPr>
        <p:spPr>
          <a:xfrm>
            <a:off x="859536" y="1783080"/>
            <a:ext cx="253746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232257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技术路径</a:t>
            </a:r>
          </a:p>
        </p:txBody>
      </p:sp>
      <p:sp>
        <p:nvSpPr>
          <p:cNvPr id="8" name="Rectangle 7"/>
          <p:cNvSpPr/>
          <p:nvPr/>
        </p:nvSpPr>
        <p:spPr>
          <a:xfrm>
            <a:off x="3419856" y="1783080"/>
            <a:ext cx="4183379"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38727" y="1874519"/>
            <a:ext cx="396849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产品空气的变化</a:t>
            </a:r>
          </a:p>
        </p:txBody>
      </p:sp>
      <p:sp>
        <p:nvSpPr>
          <p:cNvPr id="10" name="Rectangle 9"/>
          <p:cNvSpPr/>
          <p:nvPr/>
        </p:nvSpPr>
        <p:spPr>
          <a:xfrm>
            <a:off x="7626096" y="1783080"/>
            <a:ext cx="3689603"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4968" y="1874519"/>
            <a:ext cx="3474720"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最应核对的边界</a:t>
            </a:r>
          </a:p>
        </p:txBody>
      </p:sp>
      <p:sp>
        <p:nvSpPr>
          <p:cNvPr id="12" name="Rectangle 11"/>
          <p:cNvSpPr/>
          <p:nvPr/>
        </p:nvSpPr>
        <p:spPr>
          <a:xfrm>
            <a:off x="859536" y="2313432"/>
            <a:ext cx="253746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2340863" cy="70408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普通 IEC</a:t>
            </a:r>
          </a:p>
        </p:txBody>
      </p:sp>
      <p:sp>
        <p:nvSpPr>
          <p:cNvPr id="14" name="Rectangle 13"/>
          <p:cNvSpPr/>
          <p:nvPr/>
        </p:nvSpPr>
        <p:spPr>
          <a:xfrm>
            <a:off x="3419856" y="2313432"/>
            <a:ext cx="4183379"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9584" y="2395728"/>
            <a:ext cx="3986783"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主要是显热下降</a:t>
            </a:r>
          </a:p>
        </p:txBody>
      </p:sp>
      <p:sp>
        <p:nvSpPr>
          <p:cNvPr id="16" name="Rectangle 15"/>
          <p:cNvSpPr/>
          <p:nvPr/>
        </p:nvSpPr>
        <p:spPr>
          <a:xfrm>
            <a:off x="7626096" y="2313432"/>
            <a:ext cx="3689603"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35823" y="2395728"/>
            <a:ext cx="3493007"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二次湿球、换热温差</a:t>
            </a:r>
          </a:p>
        </p:txBody>
      </p:sp>
      <p:sp>
        <p:nvSpPr>
          <p:cNvPr id="18" name="Rectangle 17"/>
          <p:cNvSpPr/>
          <p:nvPr/>
        </p:nvSpPr>
        <p:spPr>
          <a:xfrm>
            <a:off x="859536" y="3136391"/>
            <a:ext cx="2537460"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218688"/>
            <a:ext cx="2340863" cy="70408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再生／露点型 IEC</a:t>
            </a:r>
          </a:p>
        </p:txBody>
      </p:sp>
      <p:sp>
        <p:nvSpPr>
          <p:cNvPr id="20" name="Rectangle 19"/>
          <p:cNvSpPr/>
          <p:nvPr/>
        </p:nvSpPr>
        <p:spPr>
          <a:xfrm>
            <a:off x="3419856" y="3136391"/>
            <a:ext cx="4183379"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9584" y="3218688"/>
            <a:ext cx="3986783"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显热下降，结构改变冷源状态</a:t>
            </a:r>
          </a:p>
        </p:txBody>
      </p:sp>
      <p:sp>
        <p:nvSpPr>
          <p:cNvPr id="22" name="Rectangle 21"/>
          <p:cNvSpPr/>
          <p:nvPr/>
        </p:nvSpPr>
        <p:spPr>
          <a:xfrm>
            <a:off x="7626096" y="3136391"/>
            <a:ext cx="3689603"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35823" y="3218688"/>
            <a:ext cx="3493007"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工作风比例、净送风量</a:t>
            </a:r>
          </a:p>
        </p:txBody>
      </p:sp>
      <p:sp>
        <p:nvSpPr>
          <p:cNvPr id="24" name="Rectangle 23"/>
          <p:cNvSpPr/>
          <p:nvPr/>
        </p:nvSpPr>
        <p:spPr>
          <a:xfrm>
            <a:off x="859536" y="3959352"/>
            <a:ext cx="253746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041648"/>
            <a:ext cx="2340863" cy="70408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IEC＋DEC 两级</a:t>
            </a:r>
          </a:p>
        </p:txBody>
      </p:sp>
      <p:sp>
        <p:nvSpPr>
          <p:cNvPr id="26" name="Rectangle 25"/>
          <p:cNvSpPr/>
          <p:nvPr/>
        </p:nvSpPr>
        <p:spPr>
          <a:xfrm>
            <a:off x="3419856" y="3959352"/>
            <a:ext cx="4183379"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9584" y="4041648"/>
            <a:ext cx="3986783"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先显冷，再降温加湿</a:t>
            </a:r>
          </a:p>
        </p:txBody>
      </p:sp>
      <p:sp>
        <p:nvSpPr>
          <p:cNvPr id="28" name="Rectangle 27"/>
          <p:cNvSpPr/>
          <p:nvPr/>
        </p:nvSpPr>
        <p:spPr>
          <a:xfrm>
            <a:off x="7626096" y="3959352"/>
            <a:ext cx="3689603"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35823" y="4041648"/>
            <a:ext cx="3493007"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最终含湿量是否可接受</a:t>
            </a:r>
          </a:p>
        </p:txBody>
      </p:sp>
      <p:sp>
        <p:nvSpPr>
          <p:cNvPr id="30" name="Rounded Rectangle 29"/>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“两级”不等于“露点型”；最终是否加湿，要看产品空气是否接触水。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效率由什么决定？把几何、流动和润湿放在一起</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15</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传热结构</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换热面积、板间距、流向布置。</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更大面积不等于更好系统性能。</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空气流动</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一次／二次风量比、风速和旁通。</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效率提升需与风机功一起评估。</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水膜与材料</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润湿率、布水均匀性、结垢。</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短时样机性能不等于长期性能。</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研究目标：给定约束下提高净效益，而不只是把温降做到最大。</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一个常被忽略的代价：换热器压降与风机功</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Coolers（见参考资料页）；风机能量关系，教学假设</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16</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800" b="1">
                <a:solidFill>
                  <a:srgbClr val="166DB3"/>
                </a:solidFill>
                <a:latin typeface="Microsoft YaHei"/>
              </a:defRPr>
            </a:pPr>
            <a:r>
              <a:rPr>
                <a:latin typeface="Microsoft YaHei"/>
                <a:ea typeface="Microsoft YaHei"/>
                <a:cs typeface="Microsoft YaHei"/>
              </a:rPr>
              <a:t>P风机 ≈ V̇ · Δp / η总</a:t>
            </a:r>
          </a:p>
        </p:txBody>
      </p:sp>
      <p:sp>
        <p:nvSpPr>
          <p:cNvPr id="8" name="TextBox 7"/>
          <p:cNvSpPr txBox="1"/>
          <p:nvPr/>
        </p:nvSpPr>
        <p:spPr>
          <a:xfrm>
            <a:off x="1051560" y="2441448"/>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V̇：m³/s；Δp：Pa；结果单位：W</a:t>
            </a:r>
          </a:p>
        </p:txBody>
      </p:sp>
      <p:sp>
        <p:nvSpPr>
          <p:cNvPr id="9" name="TextBox 8"/>
          <p:cNvSpPr txBox="1"/>
          <p:nvPr/>
        </p:nvSpPr>
        <p:spPr>
          <a:xfrm>
            <a:off x="1143000" y="2999232"/>
            <a:ext cx="9966960" cy="685800"/>
          </a:xfrm>
          <a:prstGeom prst="rect">
            <a:avLst/>
          </a:prstGeom>
          <a:noFill/>
        </p:spPr>
        <p:txBody>
          <a:bodyPr wrap="square" lIns="18288" rIns="18288" tIns="13716" bIns="0">
            <a:spAutoFit/>
          </a:bodyPr>
          <a:lstStyle/>
          <a:p>
            <a:pPr algn="l">
              <a:lnSpc>
                <a:spcPct val="112000"/>
              </a:lnSpc>
              <a:spcAft>
                <a:spcPts val="600"/>
              </a:spcAft>
              <a:defRPr sz="2900" b="1">
                <a:solidFill>
                  <a:srgbClr val="008B99"/>
                </a:solidFill>
                <a:latin typeface="Microsoft YaHei"/>
              </a:defRPr>
            </a:pPr>
            <a:r>
              <a:rPr>
                <a:latin typeface="Microsoft YaHei"/>
                <a:ea typeface="Microsoft YaHei"/>
                <a:cs typeface="Microsoft YaHei"/>
              </a:rPr>
              <a:t>10 m³/s × 300 Pa ÷ 0.60 = 5.0 kW</a:t>
            </a:r>
          </a:p>
        </p:txBody>
      </p:sp>
      <p:sp>
        <p:nvSpPr>
          <p:cNvPr id="10" name="Rounded Rectangle 9"/>
          <p:cNvSpPr/>
          <p:nvPr/>
        </p:nvSpPr>
        <p:spPr>
          <a:xfrm>
            <a:off x="914400" y="4069080"/>
            <a:ext cx="10332720" cy="123444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4069080"/>
            <a:ext cx="50292" cy="123444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4215384"/>
            <a:ext cx="10003536"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工程判断</a:t>
            </a:r>
          </a:p>
        </p:txBody>
      </p:sp>
      <p:sp>
        <p:nvSpPr>
          <p:cNvPr id="13" name="TextBox 12"/>
          <p:cNvSpPr txBox="1"/>
          <p:nvPr/>
        </p:nvSpPr>
        <p:spPr>
          <a:xfrm>
            <a:off x="1078992" y="4800600"/>
            <a:ext cx="10003536" cy="41148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多获得的冷量，是否足以抵消新增压降、工作风量和维护成本？</a:t>
            </a:r>
          </a:p>
        </p:txBody>
      </p:sp>
      <p:sp>
        <p:nvSpPr>
          <p:cNvPr id="14" name="Rounded Rectangle 13"/>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对比方案时，统一净冷量和系统边界；不要只比较换热芯体效率。</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水量守恒：循环水量和消耗水量不是一回事</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Coolers（见参考资料页）；稳态水量与溶解固体守恒</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17</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700" b="1">
                <a:solidFill>
                  <a:srgbClr val="166DB3"/>
                </a:solidFill>
                <a:latin typeface="Microsoft YaHei"/>
              </a:defRPr>
            </a:pPr>
            <a:r>
              <a:rPr>
                <a:latin typeface="Microsoft YaHei"/>
                <a:ea typeface="Microsoft YaHei"/>
                <a:cs typeface="Microsoft YaHei"/>
              </a:rPr>
              <a:t>补水 M = 蒸发 E ＋ 排污 B ＋ 漂水 D</a:t>
            </a:r>
          </a:p>
        </p:txBody>
      </p:sp>
      <p:sp>
        <p:nvSpPr>
          <p:cNvPr id="8" name="TextBox 7"/>
          <p:cNvSpPr txBox="1"/>
          <p:nvPr/>
        </p:nvSpPr>
        <p:spPr>
          <a:xfrm>
            <a:off x="1051560" y="2441448"/>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稳态、忽略储水变化；体积与质量流量应采用一致单位</a:t>
            </a:r>
          </a:p>
        </p:txBody>
      </p:sp>
      <p:sp>
        <p:nvSpPr>
          <p:cNvPr id="9" name="Rounded Rectangle 8"/>
          <p:cNvSpPr/>
          <p:nvPr/>
        </p:nvSpPr>
        <p:spPr>
          <a:xfrm>
            <a:off x="859536" y="2990088"/>
            <a:ext cx="3358896" cy="214884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9536" y="2990088"/>
            <a:ext cx="50292" cy="214884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3136392"/>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循环水</a:t>
            </a:r>
          </a:p>
        </p:txBody>
      </p:sp>
      <p:sp>
        <p:nvSpPr>
          <p:cNvPr id="12" name="TextBox 11"/>
          <p:cNvSpPr txBox="1"/>
          <p:nvPr/>
        </p:nvSpPr>
        <p:spPr>
          <a:xfrm>
            <a:off x="1024127" y="3721608"/>
            <a:ext cx="3029712" cy="13258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用于布水、润湿与传热。</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循环流量 ≠ 净消耗量。</a:t>
            </a:r>
          </a:p>
        </p:txBody>
      </p:sp>
      <p:sp>
        <p:nvSpPr>
          <p:cNvPr id="13" name="Rounded Rectangle 12"/>
          <p:cNvSpPr/>
          <p:nvPr/>
        </p:nvSpPr>
        <p:spPr>
          <a:xfrm>
            <a:off x="4419600" y="2990088"/>
            <a:ext cx="3358896" cy="214884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9600" y="2990088"/>
            <a:ext cx="50292" cy="214884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4192" y="3136392"/>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蒸发水</a:t>
            </a:r>
          </a:p>
        </p:txBody>
      </p:sp>
      <p:sp>
        <p:nvSpPr>
          <p:cNvPr id="16" name="TextBox 15"/>
          <p:cNvSpPr txBox="1"/>
          <p:nvPr/>
        </p:nvSpPr>
        <p:spPr>
          <a:xfrm>
            <a:off x="4584192" y="3721608"/>
            <a:ext cx="3029712" cy="13258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与蒸发承担的潜热负荷有关。</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E ≈ Q蒸发 / hfg。</a:t>
            </a:r>
          </a:p>
        </p:txBody>
      </p:sp>
      <p:sp>
        <p:nvSpPr>
          <p:cNvPr id="17" name="Rounded Rectangle 16"/>
          <p:cNvSpPr/>
          <p:nvPr/>
        </p:nvSpPr>
        <p:spPr>
          <a:xfrm>
            <a:off x="7979664" y="2990088"/>
            <a:ext cx="3358896" cy="214884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9664" y="2990088"/>
            <a:ext cx="50292" cy="214884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44256" y="3136392"/>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排污水</a:t>
            </a:r>
          </a:p>
        </p:txBody>
      </p:sp>
      <p:sp>
        <p:nvSpPr>
          <p:cNvPr id="20" name="TextBox 19"/>
          <p:cNvSpPr txBox="1"/>
          <p:nvPr/>
        </p:nvSpPr>
        <p:spPr>
          <a:xfrm>
            <a:off x="8144256" y="3721608"/>
            <a:ext cx="3029712" cy="13258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控制盐分浓缩。</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忽略漂水时：B ≈ E/(COC−1)。</a:t>
            </a:r>
          </a:p>
        </p:txBody>
      </p:sp>
      <p:sp>
        <p:nvSpPr>
          <p:cNvPr id="21" name="Rounded Rectangle 20"/>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节电方案也可能增加用水；后面需要同时看 PUE 和 WUE。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同为35 ℃，干燥和潮湿地区的结果可能很不同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资料：教学假设：一次入口35 ℃，εwb=0.70；非城市实测</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18</a:t>
            </a:r>
          </a:p>
        </p:txBody>
      </p:sp>
      <p:sp>
        <p:nvSpPr>
          <p:cNvPr id="6" name="Rounded Rectangle 5"/>
          <p:cNvSpPr/>
          <p:nvPr/>
        </p:nvSpPr>
        <p:spPr>
          <a:xfrm>
            <a:off x="859536" y="1783080"/>
            <a:ext cx="5074920"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83080"/>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9384"/>
            <a:ext cx="4745736"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干燥工况</a:t>
            </a:r>
          </a:p>
        </p:txBody>
      </p:sp>
      <p:sp>
        <p:nvSpPr>
          <p:cNvPr id="9" name="TextBox 8"/>
          <p:cNvSpPr txBox="1"/>
          <p:nvPr/>
        </p:nvSpPr>
        <p:spPr>
          <a:xfrm>
            <a:off x="1024127" y="2514600"/>
            <a:ext cx="4745736" cy="2514600"/>
          </a:xfrm>
          <a:prstGeom prst="rect">
            <a:avLst/>
          </a:prstGeom>
          <a:noFill/>
        </p:spPr>
        <p:txBody>
          <a:bodyPr wrap="square" lIns="18288" rIns="18288" tIns="13716" bIns="0">
            <a:spAutoFit/>
          </a:bodyPr>
          <a:lstStyle/>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二次入口：35 ℃干球 / 18 ℃湿球</a:t>
            </a:r>
          </a:p>
          <a:p>
            <a:pPr algn="l">
              <a:lnSpc>
                <a:spcPct val="112000"/>
              </a:lnSpc>
              <a:spcAft>
                <a:spcPts val="600"/>
              </a:spcAft>
              <a:defRPr sz="2100" b="0">
                <a:solidFill>
                  <a:srgbClr val="20364B"/>
                </a:solidFill>
                <a:latin typeface="Microsoft YaHei"/>
              </a:defRPr>
            </a:pPr>
          </a:p>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T出 = 35 − 0.70 × 17</a:t>
            </a:r>
          </a:p>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       = 23.1 ℃</a:t>
            </a:r>
          </a:p>
        </p:txBody>
      </p:sp>
      <p:sp>
        <p:nvSpPr>
          <p:cNvPr id="10" name="Rounded Rectangle 9"/>
          <p:cNvSpPr/>
          <p:nvPr/>
        </p:nvSpPr>
        <p:spPr>
          <a:xfrm>
            <a:off x="6144768" y="1783080"/>
            <a:ext cx="5193792"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44768" y="1783080"/>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929384"/>
            <a:ext cx="4864607"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潮湿工况</a:t>
            </a:r>
          </a:p>
        </p:txBody>
      </p:sp>
      <p:sp>
        <p:nvSpPr>
          <p:cNvPr id="13" name="TextBox 12"/>
          <p:cNvSpPr txBox="1"/>
          <p:nvPr/>
        </p:nvSpPr>
        <p:spPr>
          <a:xfrm>
            <a:off x="6309359" y="2514600"/>
            <a:ext cx="4864607" cy="2514600"/>
          </a:xfrm>
          <a:prstGeom prst="rect">
            <a:avLst/>
          </a:prstGeom>
          <a:noFill/>
        </p:spPr>
        <p:txBody>
          <a:bodyPr wrap="square" lIns="18288" rIns="18288" tIns="13716" bIns="0">
            <a:spAutoFit/>
          </a:bodyPr>
          <a:lstStyle/>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二次入口：35 ℃干球 / 28 ℃湿球</a:t>
            </a:r>
          </a:p>
          <a:p>
            <a:pPr algn="l">
              <a:lnSpc>
                <a:spcPct val="112000"/>
              </a:lnSpc>
              <a:spcAft>
                <a:spcPts val="600"/>
              </a:spcAft>
              <a:defRPr sz="2100" b="0">
                <a:solidFill>
                  <a:srgbClr val="20364B"/>
                </a:solidFill>
                <a:latin typeface="Microsoft YaHei"/>
              </a:defRPr>
            </a:pPr>
          </a:p>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T出 = 35 − 0.70 × 7</a:t>
            </a:r>
          </a:p>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       = 30.1 ℃</a:t>
            </a:r>
          </a:p>
        </p:txBody>
      </p:sp>
      <p:sp>
        <p:nvSpPr>
          <p:cNvPr id="14" name="Rounded Rectangle 13"/>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评估全年可用性：逐时干湿球＋逐时负荷＋设备性能曲线。</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蒸发冷却与机械制冷，常常需要协同工作</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Coolers（见参考资料页）；PDF②，第14页改进建议</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19</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有利工况</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室外条件足够低。</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优先干式换热，或启用湿模式。</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边界工况</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蒸发段承担部分显热。</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机械制冷补足不足的温差。</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异常与极端工况</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停水、污染、故障或高湿。</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维持备用路径与安全控制。</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用“全年运行模式组合”替代“单一设计点最好”的选型思路。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工程落地：水质、结垢、卫生和防冻不能后补</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Coolers（见参考资料页）；PDF②系统与改进方向</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20</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性能保持</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水质监测、排污与清洗。</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关注换热衰减和压降增长。</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卫生与环境</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漂水、排风布置与生物风险控制。</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湿侧隔离不能替代水系统管理。</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冬季可用性</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防冻、排空、旁通和启停策略。</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乙二醇浓度也影响换热与泵功。</a:t>
            </a:r>
          </a:p>
        </p:txBody>
      </p:sp>
      <p:sp>
        <p:nvSpPr>
          <p:cNvPr id="18" name="Rounded Rectangle 17"/>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设计阶段就要回答：谁维护、怎么清洗、停机如何保护、故障怎样切换？</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四个常见误区：把“条件”补回结论里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Coolers（见参考资料页）；依据PDF①、②的工程讨论整理</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21</a:t>
            </a:r>
          </a:p>
        </p:txBody>
      </p:sp>
      <p:sp>
        <p:nvSpPr>
          <p:cNvPr id="6" name="Rectangle 5"/>
          <p:cNvSpPr/>
          <p:nvPr/>
        </p:nvSpPr>
        <p:spPr>
          <a:xfrm>
            <a:off x="859536" y="1783080"/>
            <a:ext cx="422910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4014216" cy="393192"/>
          </a:xfrm>
          <a:prstGeom prst="rect">
            <a:avLst/>
          </a:prstGeom>
          <a:noFill/>
        </p:spPr>
        <p:txBody>
          <a:bodyPr wrap="square" lIns="18288" rIns="18288" tIns="13716" bIns="0">
            <a:spAutoFit/>
          </a:bodyPr>
          <a:lstStyle/>
          <a:p>
            <a:pPr algn="l">
              <a:lnSpc>
                <a:spcPct val="112000"/>
              </a:lnSpc>
              <a:spcAft>
                <a:spcPts val="600"/>
              </a:spcAft>
              <a:defRPr sz="1600" b="1">
                <a:solidFill>
                  <a:srgbClr val="FFFFFF"/>
                </a:solidFill>
                <a:latin typeface="Microsoft YaHei"/>
              </a:defRPr>
            </a:pPr>
            <a:r>
              <a:rPr>
                <a:latin typeface="Microsoft YaHei"/>
                <a:ea typeface="Microsoft YaHei"/>
                <a:cs typeface="Microsoft YaHei"/>
              </a:rPr>
              <a:t>容易说错</a:t>
            </a:r>
          </a:p>
        </p:txBody>
      </p:sp>
      <p:sp>
        <p:nvSpPr>
          <p:cNvPr id="8" name="Rectangle 7"/>
          <p:cNvSpPr/>
          <p:nvPr/>
        </p:nvSpPr>
        <p:spPr>
          <a:xfrm>
            <a:off x="5111496" y="1783080"/>
            <a:ext cx="6204203"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30368" y="1874519"/>
            <a:ext cx="5989320" cy="393192"/>
          </a:xfrm>
          <a:prstGeom prst="rect">
            <a:avLst/>
          </a:prstGeom>
          <a:noFill/>
        </p:spPr>
        <p:txBody>
          <a:bodyPr wrap="square" lIns="18288" rIns="18288" tIns="13716" bIns="0">
            <a:spAutoFit/>
          </a:bodyPr>
          <a:lstStyle/>
          <a:p>
            <a:pPr algn="l">
              <a:lnSpc>
                <a:spcPct val="112000"/>
              </a:lnSpc>
              <a:spcAft>
                <a:spcPts val="600"/>
              </a:spcAft>
              <a:defRPr sz="1600" b="1">
                <a:solidFill>
                  <a:srgbClr val="FFFFFF"/>
                </a:solidFill>
                <a:latin typeface="Microsoft YaHei"/>
              </a:defRPr>
            </a:pPr>
            <a:r>
              <a:rPr>
                <a:latin typeface="Microsoft YaHei"/>
                <a:ea typeface="Microsoft YaHei"/>
                <a:cs typeface="Microsoft YaHei"/>
              </a:rPr>
              <a:t>更准确的说法</a:t>
            </a:r>
          </a:p>
        </p:txBody>
      </p:sp>
      <p:sp>
        <p:nvSpPr>
          <p:cNvPr id="10" name="Rectangle 9"/>
          <p:cNvSpPr/>
          <p:nvPr/>
        </p:nvSpPr>
        <p:spPr>
          <a:xfrm>
            <a:off x="859536" y="2313432"/>
            <a:ext cx="4229100" cy="67208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2395728"/>
            <a:ext cx="4032504" cy="576072"/>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“间接蒸发冷却绝不改变湿度”</a:t>
            </a:r>
          </a:p>
        </p:txBody>
      </p:sp>
      <p:sp>
        <p:nvSpPr>
          <p:cNvPr id="12" name="Rectangle 11"/>
          <p:cNvSpPr/>
          <p:nvPr/>
        </p:nvSpPr>
        <p:spPr>
          <a:xfrm>
            <a:off x="5111496" y="2313432"/>
            <a:ext cx="6204203" cy="67208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21224" y="2395728"/>
            <a:ext cx="6007607" cy="576072"/>
          </a:xfrm>
          <a:prstGeom prst="rect">
            <a:avLst/>
          </a:prstGeom>
          <a:noFill/>
        </p:spPr>
        <p:txBody>
          <a:bodyPr wrap="square" lIns="18288" rIns="18288" tIns="13716" bIns="0">
            <a:spAutoFit/>
          </a:bodyPr>
          <a:lstStyle/>
          <a:p>
            <a:pPr algn="l">
              <a:lnSpc>
                <a:spcPct val="112000"/>
              </a:lnSpc>
              <a:spcAft>
                <a:spcPts val="600"/>
              </a:spcAft>
              <a:defRPr sz="1600" b="0">
                <a:solidFill>
                  <a:srgbClr val="20364B"/>
                </a:solidFill>
                <a:latin typeface="Microsoft YaHei"/>
              </a:defRPr>
            </a:pPr>
            <a:r>
              <a:rPr>
                <a:latin typeface="Microsoft YaHei"/>
                <a:ea typeface="Microsoft YaHei"/>
                <a:cs typeface="Microsoft YaHei"/>
              </a:rPr>
              <a:t>无串漏、无透湿且无凝露时，一次含湿量近似不变</a:t>
            </a:r>
          </a:p>
        </p:txBody>
      </p:sp>
      <p:sp>
        <p:nvSpPr>
          <p:cNvPr id="14" name="Rectangle 13"/>
          <p:cNvSpPr/>
          <p:nvPr/>
        </p:nvSpPr>
        <p:spPr>
          <a:xfrm>
            <a:off x="859536" y="3008376"/>
            <a:ext cx="4229100" cy="67208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90672"/>
            <a:ext cx="4032504" cy="576072"/>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“所有 IEC 都能低于湿球”</a:t>
            </a:r>
          </a:p>
        </p:txBody>
      </p:sp>
      <p:sp>
        <p:nvSpPr>
          <p:cNvPr id="16" name="Rectangle 15"/>
          <p:cNvSpPr/>
          <p:nvPr/>
        </p:nvSpPr>
        <p:spPr>
          <a:xfrm>
            <a:off x="5111496" y="3008376"/>
            <a:ext cx="6204203" cy="67208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21224" y="3090672"/>
            <a:ext cx="6007607" cy="576072"/>
          </a:xfrm>
          <a:prstGeom prst="rect">
            <a:avLst/>
          </a:prstGeom>
          <a:noFill/>
        </p:spPr>
        <p:txBody>
          <a:bodyPr wrap="square" lIns="18288" rIns="18288" tIns="13716" bIns="0">
            <a:spAutoFit/>
          </a:bodyPr>
          <a:lstStyle/>
          <a:p>
            <a:pPr algn="l">
              <a:lnSpc>
                <a:spcPct val="112000"/>
              </a:lnSpc>
              <a:spcAft>
                <a:spcPts val="600"/>
              </a:spcAft>
              <a:defRPr sz="1600" b="0">
                <a:solidFill>
                  <a:srgbClr val="20364B"/>
                </a:solidFill>
                <a:latin typeface="Microsoft YaHei"/>
              </a:defRPr>
            </a:pPr>
            <a:r>
              <a:rPr>
                <a:latin typeface="Microsoft YaHei"/>
                <a:ea typeface="Microsoft YaHei"/>
                <a:cs typeface="Microsoft YaHei"/>
              </a:rPr>
              <a:t>普通与再生式不同，先核对结构和效率定义</a:t>
            </a:r>
          </a:p>
        </p:txBody>
      </p:sp>
      <p:sp>
        <p:nvSpPr>
          <p:cNvPr id="18" name="Rectangle 17"/>
          <p:cNvSpPr/>
          <p:nvPr/>
        </p:nvSpPr>
        <p:spPr>
          <a:xfrm>
            <a:off x="859536" y="3703320"/>
            <a:ext cx="4229100" cy="67208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785616"/>
            <a:ext cx="4032504" cy="576072"/>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“自然冷却不耗电，也不耗水”</a:t>
            </a:r>
          </a:p>
        </p:txBody>
      </p:sp>
      <p:sp>
        <p:nvSpPr>
          <p:cNvPr id="20" name="Rectangle 19"/>
          <p:cNvSpPr/>
          <p:nvPr/>
        </p:nvSpPr>
        <p:spPr>
          <a:xfrm>
            <a:off x="5111496" y="3703320"/>
            <a:ext cx="6204203" cy="672084"/>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21224" y="3785616"/>
            <a:ext cx="6007607" cy="576072"/>
          </a:xfrm>
          <a:prstGeom prst="rect">
            <a:avLst/>
          </a:prstGeom>
          <a:noFill/>
        </p:spPr>
        <p:txBody>
          <a:bodyPr wrap="square" lIns="18288" rIns="18288" tIns="13716" bIns="0">
            <a:spAutoFit/>
          </a:bodyPr>
          <a:lstStyle/>
          <a:p>
            <a:pPr algn="l">
              <a:lnSpc>
                <a:spcPct val="112000"/>
              </a:lnSpc>
              <a:spcAft>
                <a:spcPts val="600"/>
              </a:spcAft>
              <a:defRPr sz="1600" b="0">
                <a:solidFill>
                  <a:srgbClr val="20364B"/>
                </a:solidFill>
                <a:latin typeface="Microsoft YaHei"/>
              </a:defRPr>
            </a:pPr>
            <a:r>
              <a:rPr>
                <a:latin typeface="Microsoft YaHei"/>
                <a:ea typeface="Microsoft YaHei"/>
                <a:cs typeface="Microsoft YaHei"/>
              </a:rPr>
              <a:t>风机水泵耗电；湿模式通常存在净耗水</a:t>
            </a:r>
          </a:p>
        </p:txBody>
      </p:sp>
      <p:sp>
        <p:nvSpPr>
          <p:cNvPr id="22" name="Rectangle 21"/>
          <p:cNvSpPr/>
          <p:nvPr/>
        </p:nvSpPr>
        <p:spPr>
          <a:xfrm>
            <a:off x="859536" y="4398264"/>
            <a:ext cx="4229100" cy="67208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4480560"/>
            <a:ext cx="4032504" cy="576072"/>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“某项目全年自然冷却，处处都可复制”</a:t>
            </a:r>
          </a:p>
        </p:txBody>
      </p:sp>
      <p:sp>
        <p:nvSpPr>
          <p:cNvPr id="24" name="Rectangle 23"/>
          <p:cNvSpPr/>
          <p:nvPr/>
        </p:nvSpPr>
        <p:spPr>
          <a:xfrm>
            <a:off x="5111496" y="4398264"/>
            <a:ext cx="6204203" cy="672084"/>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21224" y="4480560"/>
            <a:ext cx="6007607" cy="576072"/>
          </a:xfrm>
          <a:prstGeom prst="rect">
            <a:avLst/>
          </a:prstGeom>
          <a:noFill/>
        </p:spPr>
        <p:txBody>
          <a:bodyPr wrap="square" lIns="18288" rIns="18288" tIns="13716" bIns="0">
            <a:spAutoFit/>
          </a:bodyPr>
          <a:lstStyle/>
          <a:p>
            <a:pPr algn="l">
              <a:lnSpc>
                <a:spcPct val="112000"/>
              </a:lnSpc>
              <a:spcAft>
                <a:spcPts val="600"/>
              </a:spcAft>
              <a:defRPr sz="1600" b="0">
                <a:solidFill>
                  <a:srgbClr val="20364B"/>
                </a:solidFill>
                <a:latin typeface="Microsoft YaHei"/>
              </a:defRPr>
            </a:pPr>
            <a:r>
              <a:rPr>
                <a:latin typeface="Microsoft YaHei"/>
                <a:ea typeface="Microsoft YaHei"/>
                <a:cs typeface="Microsoft YaHei"/>
              </a:rPr>
              <a:t>需要逐时气象、负荷、设备性能与保障条件</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小测：先独立判断，再用一句话解释</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资料：课堂练习；参考本课第5—21页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22</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判断①</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间接冷却使一次风从35 ℃降到25 ℃，其相对湿度也一定不变。</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对，还是错？</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判断②</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再生式设备的 εwb 大于1，意味着违反能量守恒。</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对，还是错？</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判断③</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只要蒸发冷却器出风达到目标，就能断言机房系统已满足要求。</a:t>
            </a:r>
          </a:p>
          <a:p>
            <a:pPr algn="l">
              <a:lnSpc>
                <a:spcPct val="112000"/>
              </a:lnSpc>
              <a:spcAft>
                <a:spcPts val="600"/>
              </a:spcAft>
              <a:defRPr sz="1800" b="0">
                <a:solidFill>
                  <a:srgbClr val="20364B"/>
                </a:solidFill>
                <a:latin typeface="Microsoft YaHei"/>
              </a:defRPr>
            </a:pP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对，还是错？</a:t>
            </a:r>
          </a:p>
        </p:txBody>
      </p:sp>
      <p:sp>
        <p:nvSpPr>
          <p:cNvPr id="18" name="Rounded Rectangle 17"/>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每题都要说出一个物理理由；只报“对／错”不算完成。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小测答案：三个“错”，对应三个设计边界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资料：课堂练习答案</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23</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① 含湿量≠相对湿度</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温度降低、含湿量不变时，</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相对湿度通常升高。</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② 温降效率≠能量效率</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再生过程改变内部空气状态。</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大于1不等于违反热力学。</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③ 设备出口≠机柜入口</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还要看气流输送、热点、</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温升、湿度和备用能力。</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从“一个换热器能降温”走向“一个机房能持续安全运行”。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第一课时小结：抓住这条热量路径</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01  原理与基础知识  /  1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Coolers（见参考资料页）；PDF①、②</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24</a:t>
            </a:r>
          </a:p>
        </p:txBody>
      </p:sp>
      <p:sp>
        <p:nvSpPr>
          <p:cNvPr id="6" name="Rounded Rectangle 5"/>
          <p:cNvSpPr/>
          <p:nvPr/>
        </p:nvSpPr>
        <p:spPr>
          <a:xfrm>
            <a:off x="914400" y="2487168"/>
            <a:ext cx="2103120" cy="1051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798064"/>
            <a:ext cx="1920240" cy="457200"/>
          </a:xfrm>
          <a:prstGeom prst="rect">
            <a:avLst/>
          </a:prstGeom>
          <a:noFill/>
        </p:spPr>
        <p:txBody>
          <a:bodyPr wrap="square" lIns="18288" rIns="18288" tIns="13716" bIns="0">
            <a:spAutoFit/>
          </a:bodyPr>
          <a:lstStyle/>
          <a:p>
            <a:pPr algn="ctr">
              <a:lnSpc>
                <a:spcPct val="112000"/>
              </a:lnSpc>
              <a:spcAft>
                <a:spcPts val="600"/>
              </a:spcAft>
              <a:defRPr sz="2100" b="1">
                <a:solidFill>
                  <a:srgbClr val="166DB3"/>
                </a:solidFill>
                <a:latin typeface="Microsoft YaHei"/>
              </a:defRPr>
            </a:pPr>
            <a:r>
              <a:rPr>
                <a:latin typeface="Microsoft YaHei"/>
                <a:ea typeface="Microsoft YaHei"/>
                <a:cs typeface="Microsoft YaHei"/>
              </a:rPr>
              <a:t>一次空气</a:t>
            </a:r>
          </a:p>
        </p:txBody>
      </p:sp>
      <p:sp>
        <p:nvSpPr>
          <p:cNvPr id="8" name="Rounded Rectangle 7"/>
          <p:cNvSpPr/>
          <p:nvPr/>
        </p:nvSpPr>
        <p:spPr>
          <a:xfrm>
            <a:off x="3657600" y="2487168"/>
            <a:ext cx="2103120" cy="1051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2798064"/>
            <a:ext cx="1920240" cy="457200"/>
          </a:xfrm>
          <a:prstGeom prst="rect">
            <a:avLst/>
          </a:prstGeom>
          <a:noFill/>
        </p:spPr>
        <p:txBody>
          <a:bodyPr wrap="square" lIns="18288" rIns="18288" tIns="13716" bIns="0">
            <a:spAutoFit/>
          </a:bodyPr>
          <a:lstStyle/>
          <a:p>
            <a:pPr algn="ctr">
              <a:lnSpc>
                <a:spcPct val="112000"/>
              </a:lnSpc>
              <a:spcAft>
                <a:spcPts val="600"/>
              </a:spcAft>
              <a:defRPr sz="2100" b="1">
                <a:solidFill>
                  <a:srgbClr val="F3A21B"/>
                </a:solidFill>
                <a:latin typeface="Microsoft YaHei"/>
              </a:defRPr>
            </a:pPr>
            <a:r>
              <a:rPr>
                <a:latin typeface="Microsoft YaHei"/>
                <a:ea typeface="Microsoft YaHei"/>
                <a:cs typeface="Microsoft YaHei"/>
              </a:rPr>
              <a:t>隔板／水膜</a:t>
            </a:r>
          </a:p>
        </p:txBody>
      </p:sp>
      <p:sp>
        <p:nvSpPr>
          <p:cNvPr id="10" name="Rounded Rectangle 9"/>
          <p:cNvSpPr/>
          <p:nvPr/>
        </p:nvSpPr>
        <p:spPr>
          <a:xfrm>
            <a:off x="6400800" y="2487168"/>
            <a:ext cx="2103120" cy="1051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798064"/>
            <a:ext cx="1920240" cy="457200"/>
          </a:xfrm>
          <a:prstGeom prst="rect">
            <a:avLst/>
          </a:prstGeom>
          <a:noFill/>
        </p:spPr>
        <p:txBody>
          <a:bodyPr wrap="square" lIns="18288" rIns="18288" tIns="13716" bIns="0">
            <a:spAutoFit/>
          </a:bodyPr>
          <a:lstStyle/>
          <a:p>
            <a:pPr algn="ctr">
              <a:lnSpc>
                <a:spcPct val="112000"/>
              </a:lnSpc>
              <a:spcAft>
                <a:spcPts val="600"/>
              </a:spcAft>
              <a:defRPr sz="2100" b="1">
                <a:solidFill>
                  <a:srgbClr val="008B99"/>
                </a:solidFill>
                <a:latin typeface="Microsoft YaHei"/>
              </a:defRPr>
            </a:pPr>
            <a:r>
              <a:rPr>
                <a:latin typeface="Microsoft YaHei"/>
                <a:ea typeface="Microsoft YaHei"/>
                <a:cs typeface="Microsoft YaHei"/>
              </a:rPr>
              <a:t>二次空气</a:t>
            </a:r>
          </a:p>
        </p:txBody>
      </p:sp>
      <p:sp>
        <p:nvSpPr>
          <p:cNvPr id="12" name="Rounded Rectangle 11"/>
          <p:cNvSpPr/>
          <p:nvPr/>
        </p:nvSpPr>
        <p:spPr>
          <a:xfrm>
            <a:off x="9144000" y="2487168"/>
            <a:ext cx="2103120" cy="1051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0" y="2798064"/>
            <a:ext cx="1920240" cy="457200"/>
          </a:xfrm>
          <a:prstGeom prst="rect">
            <a:avLst/>
          </a:prstGeom>
          <a:noFill/>
        </p:spPr>
        <p:txBody>
          <a:bodyPr wrap="square" lIns="18288" rIns="18288" tIns="13716" bIns="0">
            <a:spAutoFit/>
          </a:bodyPr>
          <a:lstStyle/>
          <a:p>
            <a:pPr algn="ctr">
              <a:lnSpc>
                <a:spcPct val="112000"/>
              </a:lnSpc>
              <a:spcAft>
                <a:spcPts val="600"/>
              </a:spcAft>
              <a:defRPr sz="2100" b="1">
                <a:solidFill>
                  <a:srgbClr val="166DB3"/>
                </a:solidFill>
                <a:latin typeface="Microsoft YaHei"/>
              </a:defRPr>
            </a:pPr>
            <a:r>
              <a:rPr>
                <a:latin typeface="Microsoft YaHei"/>
                <a:ea typeface="Microsoft YaHei"/>
                <a:cs typeface="Microsoft YaHei"/>
              </a:rPr>
              <a:t>室外环境</a:t>
            </a:r>
          </a:p>
        </p:txBody>
      </p:sp>
      <p:cxnSp>
        <p:nvCxnSpPr>
          <p:cNvPr id="14" name="Connector 13"/>
          <p:cNvCxnSpPr/>
          <p:nvPr/>
        </p:nvCxnSpPr>
        <p:spPr>
          <a:xfrm>
            <a:off x="3063240" y="2999232"/>
            <a:ext cx="438912" cy="0"/>
          </a:xfrm>
          <a:prstGeom prst="line">
            <a:avLst/>
          </a:prstGeom>
          <a:ln w="381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06440" y="2999232"/>
            <a:ext cx="438912" cy="0"/>
          </a:xfrm>
          <a:prstGeom prst="line">
            <a:avLst/>
          </a:prstGeom>
          <a:ln w="381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49640" y="2999232"/>
            <a:ext cx="438912" cy="0"/>
          </a:xfrm>
          <a:prstGeom prst="line">
            <a:avLst/>
          </a:prstGeom>
          <a:ln w="381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97280" y="4133087"/>
            <a:ext cx="9966960" cy="1024128"/>
          </a:xfrm>
          <a:prstGeom prst="rect">
            <a:avLst/>
          </a:prstGeom>
          <a:noFill/>
        </p:spPr>
        <p:txBody>
          <a:bodyPr wrap="square" lIns="18288" rIns="18288" tIns="13716" bIns="0">
            <a:spAutoFit/>
          </a:bodyPr>
          <a:lstStyle/>
          <a:p>
            <a:pPr algn="ctr">
              <a:lnSpc>
                <a:spcPct val="112000"/>
              </a:lnSpc>
              <a:spcAft>
                <a:spcPts val="600"/>
              </a:spcAft>
              <a:defRPr sz="2300" b="1">
                <a:solidFill>
                  <a:srgbClr val="073C78"/>
                </a:solidFill>
                <a:latin typeface="Microsoft YaHei"/>
              </a:defRPr>
            </a:pPr>
            <a:r>
              <a:rPr>
                <a:latin typeface="Microsoft YaHei"/>
                <a:ea typeface="Microsoft YaHei"/>
                <a:cs typeface="Microsoft YaHei"/>
              </a:rPr>
              <a:t>潜力：干湿球／露点边界</a:t>
            </a:r>
          </a:p>
          <a:p>
            <a:pPr algn="ctr">
              <a:lnSpc>
                <a:spcPct val="112000"/>
              </a:lnSpc>
              <a:spcAft>
                <a:spcPts val="600"/>
              </a:spcAft>
              <a:defRPr sz="2300" b="1">
                <a:solidFill>
                  <a:srgbClr val="073C78"/>
                </a:solidFill>
                <a:latin typeface="Microsoft YaHei"/>
              </a:defRPr>
            </a:pPr>
            <a:r>
              <a:rPr>
                <a:latin typeface="Microsoft YaHei"/>
                <a:ea typeface="Microsoft YaHei"/>
                <a:cs typeface="Microsoft YaHei"/>
              </a:rPr>
              <a:t>实现：换热、流动与润湿；代价：电、水、维护和可靠性</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下一步：让机房回风成为一次空气，检查能否连续满足服务器入口条件。</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第二课时：服务器的热量，最后排到哪里？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0.5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资料：黄翔，2024年报告；用户PDF①《算力时代数据中心冷却蒸发冷与液冷的融合发展》；黄翔，用户PDF②《新型蒸发冷却空调系统在干燥地区数据中心的应用研究》</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25</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热从哪里来</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服务器、存储、网络等IT设备。</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关注机柜入口与局部热点。</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热如何搬运</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空气、水、乙二醇或液冷回路。</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关注每级换热温差与输送功。</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热排到哪里</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室外空气与蒸发水汽。</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气象、水资源和可靠性形成边界。</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同一目标：稳定排热；不同路径：风侧、液侧，以及两者的融合。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数据中心负荷：以持续显热为主，先看设计边界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资料：黄翔，2024年报告；用户PDF①《算力时代数据中心冷却蒸发冷与液冷的融合发展》，第6—8页；基础热平衡</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26</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负荷特征</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持续性强，通常以显热为主。</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IT负荷可能动态变化。</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控制对象</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检查服务器入口条件。</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房间平均温度会掩盖局部热点。</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设计约束</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入口温湿度、露点、颗粒物。</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同时满足设备要求与项目标准。</a:t>
            </a:r>
          </a:p>
        </p:txBody>
      </p:sp>
      <p:sp>
        <p:nvSpPr>
          <p:cNvPr id="18" name="Rounded Rectangle 17"/>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先画负荷边界，再谈“1 MW机房需要多少冷量”。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气流组织：冷量够了，热空气仍可能回流</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资料：PDF②，第8—9页气流组织图；按原理重绘</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27</a:t>
            </a:r>
          </a:p>
        </p:txBody>
      </p:sp>
      <p:sp>
        <p:nvSpPr>
          <p:cNvPr id="6" name="Rounded Rectangle 5"/>
          <p:cNvSpPr/>
          <p:nvPr/>
        </p:nvSpPr>
        <p:spPr>
          <a:xfrm>
            <a:off x="1005840" y="2103120"/>
            <a:ext cx="2286000" cy="137160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606040"/>
            <a:ext cx="2011680" cy="457200"/>
          </a:xfrm>
          <a:prstGeom prst="rect">
            <a:avLst/>
          </a:prstGeom>
          <a:noFill/>
        </p:spPr>
        <p:txBody>
          <a:bodyPr wrap="square" lIns="18288" rIns="18288" tIns="13716" bIns="0">
            <a:spAutoFit/>
          </a:bodyPr>
          <a:lstStyle/>
          <a:p>
            <a:pPr algn="ctr">
              <a:lnSpc>
                <a:spcPct val="112000"/>
              </a:lnSpc>
              <a:spcAft>
                <a:spcPts val="600"/>
              </a:spcAft>
              <a:defRPr sz="2300" b="1">
                <a:solidFill>
                  <a:srgbClr val="166DB3"/>
                </a:solidFill>
                <a:latin typeface="Microsoft YaHei"/>
              </a:defRPr>
            </a:pPr>
            <a:r>
              <a:rPr>
                <a:latin typeface="Microsoft YaHei"/>
                <a:ea typeface="Microsoft YaHei"/>
                <a:cs typeface="Microsoft YaHei"/>
              </a:rPr>
              <a:t>冷通道</a:t>
            </a:r>
          </a:p>
        </p:txBody>
      </p:sp>
      <p:sp>
        <p:nvSpPr>
          <p:cNvPr id="8" name="Rounded Rectangle 7"/>
          <p:cNvSpPr/>
          <p:nvPr/>
        </p:nvSpPr>
        <p:spPr>
          <a:xfrm>
            <a:off x="4023360" y="2103120"/>
            <a:ext cx="2286000" cy="137160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60520" y="2606040"/>
            <a:ext cx="2011680" cy="457200"/>
          </a:xfrm>
          <a:prstGeom prst="rect">
            <a:avLst/>
          </a:prstGeom>
          <a:noFill/>
        </p:spPr>
        <p:txBody>
          <a:bodyPr wrap="square" lIns="18288" rIns="18288" tIns="13716" bIns="0">
            <a:spAutoFit/>
          </a:bodyPr>
          <a:lstStyle/>
          <a:p>
            <a:pPr algn="ctr">
              <a:lnSpc>
                <a:spcPct val="112000"/>
              </a:lnSpc>
              <a:spcAft>
                <a:spcPts val="600"/>
              </a:spcAft>
              <a:defRPr sz="2300" b="1">
                <a:solidFill>
                  <a:srgbClr val="073C78"/>
                </a:solidFill>
                <a:latin typeface="Microsoft YaHei"/>
              </a:defRPr>
            </a:pPr>
            <a:r>
              <a:rPr>
                <a:latin typeface="Microsoft YaHei"/>
                <a:ea typeface="Microsoft YaHei"/>
                <a:cs typeface="Microsoft YaHei"/>
              </a:rPr>
              <a:t>服务器机柜</a:t>
            </a:r>
          </a:p>
        </p:txBody>
      </p:sp>
      <p:sp>
        <p:nvSpPr>
          <p:cNvPr id="10" name="Rounded Rectangle 9"/>
          <p:cNvSpPr/>
          <p:nvPr/>
        </p:nvSpPr>
        <p:spPr>
          <a:xfrm>
            <a:off x="7498079" y="2103120"/>
            <a:ext cx="2286000" cy="1371600"/>
          </a:xfrm>
          <a:prstGeom prst="roundRect">
            <a:avLst>
              <a:gd name="adj" fmla="val 12000"/>
            </a:avLst>
          </a:prstGeom>
          <a:solidFill>
            <a:srgbClr val="FB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606040"/>
            <a:ext cx="2011680" cy="457200"/>
          </a:xfrm>
          <a:prstGeom prst="rect">
            <a:avLst/>
          </a:prstGeom>
          <a:noFill/>
        </p:spPr>
        <p:txBody>
          <a:bodyPr wrap="square" lIns="18288" rIns="18288" tIns="13716" bIns="0">
            <a:spAutoFit/>
          </a:bodyPr>
          <a:lstStyle/>
          <a:p>
            <a:pPr algn="ctr">
              <a:lnSpc>
                <a:spcPct val="112000"/>
              </a:lnSpc>
              <a:spcAft>
                <a:spcPts val="600"/>
              </a:spcAft>
              <a:defRPr sz="2300" b="1">
                <a:solidFill>
                  <a:srgbClr val="C85846"/>
                </a:solidFill>
                <a:latin typeface="Microsoft YaHei"/>
              </a:defRPr>
            </a:pPr>
            <a:r>
              <a:rPr>
                <a:latin typeface="Microsoft YaHei"/>
                <a:ea typeface="Microsoft YaHei"/>
                <a:cs typeface="Microsoft YaHei"/>
              </a:rPr>
              <a:t>热通道</a:t>
            </a:r>
          </a:p>
        </p:txBody>
      </p:sp>
      <p:cxnSp>
        <p:nvCxnSpPr>
          <p:cNvPr id="12" name="Connector 11"/>
          <p:cNvCxnSpPr/>
          <p:nvPr/>
        </p:nvCxnSpPr>
        <p:spPr>
          <a:xfrm>
            <a:off x="3383280" y="2770632"/>
            <a:ext cx="548640" cy="0"/>
          </a:xfrm>
          <a:prstGeom prst="line">
            <a:avLst/>
          </a:prstGeom>
          <a:ln w="50800">
            <a:solidFill>
              <a:srgbClr val="166DB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400800" y="2770632"/>
            <a:ext cx="914400" cy="0"/>
          </a:xfrm>
          <a:prstGeom prst="line">
            <a:avLst/>
          </a:prstGeom>
          <a:ln w="50800">
            <a:solidFill>
              <a:srgbClr val="C858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24128" y="3913632"/>
            <a:ext cx="9875520" cy="1005840"/>
          </a:xfrm>
          <a:prstGeom prst="rect">
            <a:avLst/>
          </a:prstGeom>
          <a:noFill/>
        </p:spPr>
        <p:txBody>
          <a:bodyPr wrap="square" lIns="18288" rIns="18288" tIns="13716" bIns="0">
            <a:spAutoFit/>
          </a:bodyPr>
          <a:lstStyle/>
          <a:p>
            <a:pPr algn="l">
              <a:lnSpc>
                <a:spcPct val="112000"/>
              </a:lnSpc>
              <a:spcAft>
                <a:spcPts val="600"/>
              </a:spcAft>
              <a:defRPr sz="2200" b="1">
                <a:solidFill>
                  <a:srgbClr val="073C78"/>
                </a:solidFill>
                <a:latin typeface="Microsoft YaHei"/>
              </a:defRPr>
            </a:pPr>
            <a:r>
              <a:rPr>
                <a:latin typeface="Microsoft YaHei"/>
                <a:ea typeface="Microsoft YaHei"/>
                <a:cs typeface="Microsoft YaHei"/>
              </a:rPr>
              <a:t>封闭通道＋盲板＋孔洞封堵 → 减少混风与回流</a:t>
            </a:r>
          </a:p>
          <a:p>
            <a:pPr algn="l">
              <a:lnSpc>
                <a:spcPct val="112000"/>
              </a:lnSpc>
              <a:spcAft>
                <a:spcPts val="600"/>
              </a:spcAft>
              <a:defRPr sz="2200" b="1">
                <a:solidFill>
                  <a:srgbClr val="073C78"/>
                </a:solidFill>
                <a:latin typeface="Microsoft YaHei"/>
              </a:defRPr>
            </a:pPr>
            <a:r>
              <a:rPr>
                <a:latin typeface="Microsoft YaHei"/>
                <a:ea typeface="Microsoft YaHei"/>
                <a:cs typeface="Microsoft YaHei"/>
              </a:rPr>
              <a:t>把“有足够冷量”落实为“每个机柜都有合适入口条件”。</a:t>
            </a:r>
          </a:p>
        </p:txBody>
      </p:sp>
      <p:sp>
        <p:nvSpPr>
          <p:cNvPr id="15" name="Rounded Rectangle 14"/>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气流管理往往比继续降低全机房送风温度更值得先检查。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先分清三条系统路径：别把“蒸发冷却”看成同一台设备</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资料：PDF②，第4—6页；PDF①，第9—11页</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28</a:t>
            </a:r>
          </a:p>
        </p:txBody>
      </p:sp>
      <p:sp>
        <p:nvSpPr>
          <p:cNvPr id="6" name="Rectangle 5"/>
          <p:cNvSpPr/>
          <p:nvPr/>
        </p:nvSpPr>
        <p:spPr>
          <a:xfrm>
            <a:off x="859536" y="1783080"/>
            <a:ext cx="354330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3328415"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路径</a:t>
            </a:r>
          </a:p>
        </p:txBody>
      </p:sp>
      <p:sp>
        <p:nvSpPr>
          <p:cNvPr id="8" name="Rectangle 7"/>
          <p:cNvSpPr/>
          <p:nvPr/>
        </p:nvSpPr>
        <p:spPr>
          <a:xfrm>
            <a:off x="4425696" y="1783080"/>
            <a:ext cx="381762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874519"/>
            <a:ext cx="3602736"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机房侧带热介质</a:t>
            </a:r>
          </a:p>
        </p:txBody>
      </p:sp>
      <p:sp>
        <p:nvSpPr>
          <p:cNvPr id="10" name="Rectangle 9"/>
          <p:cNvSpPr/>
          <p:nvPr/>
        </p:nvSpPr>
        <p:spPr>
          <a:xfrm>
            <a:off x="8266175" y="1783080"/>
            <a:ext cx="304952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48" y="1874519"/>
            <a:ext cx="2834639"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室外排热方式</a:t>
            </a:r>
          </a:p>
        </p:txBody>
      </p:sp>
      <p:sp>
        <p:nvSpPr>
          <p:cNvPr id="12" name="Rectangle 11"/>
          <p:cNvSpPr/>
          <p:nvPr/>
        </p:nvSpPr>
        <p:spPr>
          <a:xfrm>
            <a:off x="859536" y="2313432"/>
            <a:ext cx="3543300" cy="827532"/>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3346704" cy="731520"/>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风侧 IEC</a:t>
            </a:r>
          </a:p>
        </p:txBody>
      </p:sp>
      <p:sp>
        <p:nvSpPr>
          <p:cNvPr id="14" name="Rectangle 13"/>
          <p:cNvSpPr/>
          <p:nvPr/>
        </p:nvSpPr>
        <p:spPr>
          <a:xfrm>
            <a:off x="4425696" y="2313432"/>
            <a:ext cx="3817620" cy="827532"/>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395728"/>
            <a:ext cx="3621024" cy="73152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机房空气 → 隔板</a:t>
            </a:r>
          </a:p>
        </p:txBody>
      </p:sp>
      <p:sp>
        <p:nvSpPr>
          <p:cNvPr id="16" name="Rectangle 15"/>
          <p:cNvSpPr/>
          <p:nvPr/>
        </p:nvSpPr>
        <p:spPr>
          <a:xfrm>
            <a:off x="8266175" y="2313432"/>
            <a:ext cx="3049524" cy="827532"/>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3" y="2395728"/>
            <a:ext cx="2852928" cy="73152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室外二次风＋蒸发</a:t>
            </a:r>
          </a:p>
        </p:txBody>
      </p:sp>
      <p:sp>
        <p:nvSpPr>
          <p:cNvPr id="18" name="Rectangle 17"/>
          <p:cNvSpPr/>
          <p:nvPr/>
        </p:nvSpPr>
        <p:spPr>
          <a:xfrm>
            <a:off x="859536" y="3163824"/>
            <a:ext cx="3543300" cy="827532"/>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246120"/>
            <a:ext cx="3346704" cy="731520"/>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蒸发冷却空气—水系统</a:t>
            </a:r>
          </a:p>
        </p:txBody>
      </p:sp>
      <p:sp>
        <p:nvSpPr>
          <p:cNvPr id="20" name="Rectangle 19"/>
          <p:cNvSpPr/>
          <p:nvPr/>
        </p:nvSpPr>
        <p:spPr>
          <a:xfrm>
            <a:off x="4425696" y="3163824"/>
            <a:ext cx="3817620" cy="827532"/>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5424" y="3246120"/>
            <a:ext cx="3621024" cy="73152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机房空气 → 末端盘管 → 水／乙二醇</a:t>
            </a:r>
          </a:p>
        </p:txBody>
      </p:sp>
      <p:sp>
        <p:nvSpPr>
          <p:cNvPr id="22" name="Rectangle 21"/>
          <p:cNvSpPr/>
          <p:nvPr/>
        </p:nvSpPr>
        <p:spPr>
          <a:xfrm>
            <a:off x="8266175" y="3163824"/>
            <a:ext cx="3049524" cy="827532"/>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3" y="3246120"/>
            <a:ext cx="2852928" cy="73152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蒸发冷却冷水机组／冬季干冷</a:t>
            </a:r>
          </a:p>
        </p:txBody>
      </p:sp>
      <p:sp>
        <p:nvSpPr>
          <p:cNvPr id="24" name="Rectangle 23"/>
          <p:cNvSpPr/>
          <p:nvPr/>
        </p:nvSpPr>
        <p:spPr>
          <a:xfrm>
            <a:off x="859536" y="4014215"/>
            <a:ext cx="3543300" cy="827532"/>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096512"/>
            <a:ext cx="3346704" cy="731520"/>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蒸发冷却＋液冷</a:t>
            </a:r>
          </a:p>
        </p:txBody>
      </p:sp>
      <p:sp>
        <p:nvSpPr>
          <p:cNvPr id="26" name="Rectangle 25"/>
          <p:cNvSpPr/>
          <p:nvPr/>
        </p:nvSpPr>
        <p:spPr>
          <a:xfrm>
            <a:off x="4425696" y="4014215"/>
            <a:ext cx="3817620" cy="827532"/>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35424" y="4096512"/>
            <a:ext cx="3621024" cy="73152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芯片／服务器 → 液冷回路 → CDU</a:t>
            </a:r>
          </a:p>
        </p:txBody>
      </p:sp>
      <p:sp>
        <p:nvSpPr>
          <p:cNvPr id="28" name="Rectangle 27"/>
          <p:cNvSpPr/>
          <p:nvPr/>
        </p:nvSpPr>
        <p:spPr>
          <a:xfrm>
            <a:off x="8266175" y="4014215"/>
            <a:ext cx="3049524" cy="827532"/>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5903" y="4096512"/>
            <a:ext cx="2852928" cy="73152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蒸发冷却冷水机组或其他冷源</a:t>
            </a:r>
          </a:p>
        </p:txBody>
      </p:sp>
      <p:sp>
        <p:nvSpPr>
          <p:cNvPr id="30" name="Rounded Rectangle 29"/>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比较方案时，统一机柜边界、温度目标、输送功耗和备用条件。</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风侧 IEC 架构：内循环空气与室外湿侧隔离</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资料：依据PDF①、②及EnergyPlus数据中心IEC模型重绘</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29</a:t>
            </a:r>
          </a:p>
        </p:txBody>
      </p:sp>
      <p:sp>
        <p:nvSpPr>
          <p:cNvPr id="6" name="Rounded Rectangle 5"/>
          <p:cNvSpPr/>
          <p:nvPr/>
        </p:nvSpPr>
        <p:spPr>
          <a:xfrm>
            <a:off x="4526280" y="2423160"/>
            <a:ext cx="2788920" cy="2194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26280" y="2423160"/>
            <a:ext cx="50292" cy="2194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0872" y="2569464"/>
            <a:ext cx="2459736"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隔板换热芯体</a:t>
            </a:r>
          </a:p>
        </p:txBody>
      </p:sp>
      <p:sp>
        <p:nvSpPr>
          <p:cNvPr id="9" name="TextBox 8"/>
          <p:cNvSpPr txBox="1"/>
          <p:nvPr/>
        </p:nvSpPr>
        <p:spPr>
          <a:xfrm>
            <a:off x="4690872" y="3154680"/>
            <a:ext cx="2459736" cy="1371600"/>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上：一次风干通道</a:t>
            </a:r>
          </a:p>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下：二次风湿通道</a:t>
            </a:r>
          </a:p>
        </p:txBody>
      </p:sp>
      <p:sp>
        <p:nvSpPr>
          <p:cNvPr id="10" name="Rounded Rectangle 9"/>
          <p:cNvSpPr/>
          <p:nvPr/>
        </p:nvSpPr>
        <p:spPr>
          <a:xfrm>
            <a:off x="8842248" y="2468880"/>
            <a:ext cx="2057400" cy="109728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79408" y="2761488"/>
            <a:ext cx="1783080" cy="411480"/>
          </a:xfrm>
          <a:prstGeom prst="rect">
            <a:avLst/>
          </a:prstGeom>
          <a:noFill/>
        </p:spPr>
        <p:txBody>
          <a:bodyPr wrap="square" lIns="18288" rIns="18288" tIns="13716" bIns="0">
            <a:spAutoFit/>
          </a:bodyPr>
          <a:lstStyle/>
          <a:p>
            <a:pPr algn="ctr">
              <a:lnSpc>
                <a:spcPct val="112000"/>
              </a:lnSpc>
              <a:spcAft>
                <a:spcPts val="600"/>
              </a:spcAft>
              <a:defRPr sz="2200" b="1">
                <a:solidFill>
                  <a:srgbClr val="073C78"/>
                </a:solidFill>
                <a:latin typeface="Microsoft YaHei"/>
              </a:defRPr>
            </a:pPr>
            <a:r>
              <a:rPr>
                <a:latin typeface="Microsoft YaHei"/>
                <a:ea typeface="Microsoft YaHei"/>
                <a:cs typeface="Microsoft YaHei"/>
              </a:rPr>
              <a:t>服务器</a:t>
            </a:r>
          </a:p>
        </p:txBody>
      </p:sp>
      <p:cxnSp>
        <p:nvCxnSpPr>
          <p:cNvPr id="12" name="Connector 11"/>
          <p:cNvCxnSpPr/>
          <p:nvPr/>
        </p:nvCxnSpPr>
        <p:spPr>
          <a:xfrm>
            <a:off x="7351775" y="2907792"/>
            <a:ext cx="1426465" cy="0"/>
          </a:xfrm>
          <a:prstGeom prst="line">
            <a:avLst/>
          </a:prstGeom>
          <a:ln w="38100">
            <a:solidFill>
              <a:srgbClr val="166D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79" y="3154680"/>
            <a:ext cx="1280160" cy="457200"/>
          </a:xfrm>
          <a:prstGeom prst="rect">
            <a:avLst/>
          </a:prstGeom>
          <a:noFill/>
        </p:spPr>
        <p:txBody>
          <a:bodyPr wrap="square" lIns="18288" rIns="18288" tIns="13716" bIns="0">
            <a:spAutoFit/>
          </a:bodyPr>
          <a:lstStyle/>
          <a:p>
            <a:pPr algn="l">
              <a:lnSpc>
                <a:spcPct val="112000"/>
              </a:lnSpc>
              <a:spcAft>
                <a:spcPts val="600"/>
              </a:spcAft>
              <a:defRPr sz="1400" b="1">
                <a:solidFill>
                  <a:srgbClr val="166DB3"/>
                </a:solidFill>
                <a:latin typeface="Microsoft YaHei"/>
              </a:defRPr>
            </a:pPr>
            <a:r>
              <a:rPr>
                <a:latin typeface="Microsoft YaHei"/>
                <a:ea typeface="Microsoft YaHei"/>
                <a:cs typeface="Microsoft YaHei"/>
              </a:rPr>
              <a:t>冷送风</a:t>
            </a:r>
          </a:p>
        </p:txBody>
      </p:sp>
      <p:cxnSp>
        <p:nvCxnSpPr>
          <p:cNvPr id="14" name="Connector 13"/>
          <p:cNvCxnSpPr/>
          <p:nvPr/>
        </p:nvCxnSpPr>
        <p:spPr>
          <a:xfrm flipV="1">
            <a:off x="9848088" y="1828800"/>
            <a:ext cx="0" cy="603504"/>
          </a:xfrm>
          <a:prstGeom prst="line">
            <a:avLst/>
          </a:prstGeom>
          <a:ln w="38100">
            <a:solidFill>
              <a:srgbClr val="C8584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5806440" y="1828800"/>
            <a:ext cx="4041648" cy="0"/>
          </a:xfrm>
          <a:prstGeom prst="line">
            <a:avLst/>
          </a:prstGeom>
          <a:ln w="38100">
            <a:solidFill>
              <a:srgbClr val="C8584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06440" y="1828800"/>
            <a:ext cx="0" cy="548640"/>
          </a:xfrm>
          <a:prstGeom prst="line">
            <a:avLst/>
          </a:prstGeom>
          <a:ln w="38100">
            <a:solidFill>
              <a:srgbClr val="C858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766560" y="1545336"/>
            <a:ext cx="2194560" cy="274320"/>
          </a:xfrm>
          <a:prstGeom prst="rect">
            <a:avLst/>
          </a:prstGeom>
          <a:noFill/>
        </p:spPr>
        <p:txBody>
          <a:bodyPr wrap="square" lIns="18288" rIns="18288" tIns="13716" bIns="0">
            <a:spAutoFit/>
          </a:bodyPr>
          <a:lstStyle/>
          <a:p>
            <a:pPr algn="l">
              <a:lnSpc>
                <a:spcPct val="112000"/>
              </a:lnSpc>
              <a:spcAft>
                <a:spcPts val="600"/>
              </a:spcAft>
              <a:defRPr sz="1500" b="1">
                <a:solidFill>
                  <a:srgbClr val="C85846"/>
                </a:solidFill>
                <a:latin typeface="Microsoft YaHei"/>
              </a:defRPr>
            </a:pPr>
            <a:r>
              <a:rPr>
                <a:latin typeface="Microsoft YaHei"/>
                <a:ea typeface="Microsoft YaHei"/>
                <a:cs typeface="Microsoft YaHei"/>
              </a:rPr>
              <a:t>机房热回风</a:t>
            </a:r>
          </a:p>
        </p:txBody>
      </p:sp>
      <p:cxnSp>
        <p:nvCxnSpPr>
          <p:cNvPr id="18" name="Connector 17"/>
          <p:cNvCxnSpPr/>
          <p:nvPr/>
        </p:nvCxnSpPr>
        <p:spPr>
          <a:xfrm>
            <a:off x="1170432" y="3977639"/>
            <a:ext cx="3264408" cy="0"/>
          </a:xfrm>
          <a:prstGeom prst="line">
            <a:avLst/>
          </a:prstGeom>
          <a:ln w="38100">
            <a:solidFill>
              <a:srgbClr val="008B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70432" y="3429000"/>
            <a:ext cx="3017520" cy="438912"/>
          </a:xfrm>
          <a:prstGeom prst="rect">
            <a:avLst/>
          </a:prstGeom>
          <a:noFill/>
        </p:spPr>
        <p:txBody>
          <a:bodyPr wrap="square" lIns="18288" rIns="18288" tIns="13716" bIns="0">
            <a:spAutoFit/>
          </a:bodyPr>
          <a:lstStyle/>
          <a:p>
            <a:pPr algn="l">
              <a:lnSpc>
                <a:spcPct val="112000"/>
              </a:lnSpc>
              <a:spcAft>
                <a:spcPts val="600"/>
              </a:spcAft>
              <a:defRPr sz="1900" b="1">
                <a:solidFill>
                  <a:srgbClr val="008B99"/>
                </a:solidFill>
                <a:latin typeface="Microsoft YaHei"/>
              </a:defRPr>
            </a:pPr>
            <a:r>
              <a:rPr>
                <a:latin typeface="Microsoft YaHei"/>
                <a:ea typeface="Microsoft YaHei"/>
                <a:cs typeface="Microsoft YaHei"/>
              </a:rPr>
              <a:t>室外二次空气</a:t>
            </a:r>
          </a:p>
        </p:txBody>
      </p:sp>
      <p:cxnSp>
        <p:nvCxnSpPr>
          <p:cNvPr id="20" name="Connector 19"/>
          <p:cNvCxnSpPr/>
          <p:nvPr/>
        </p:nvCxnSpPr>
        <p:spPr>
          <a:xfrm>
            <a:off x="7360920" y="3977639"/>
            <a:ext cx="3474720" cy="0"/>
          </a:xfrm>
          <a:prstGeom prst="line">
            <a:avLst/>
          </a:prstGeom>
          <a:ln w="38100">
            <a:solidFill>
              <a:srgbClr val="008B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909560" y="4251960"/>
            <a:ext cx="2926080" cy="411480"/>
          </a:xfrm>
          <a:prstGeom prst="rect">
            <a:avLst/>
          </a:prstGeom>
          <a:noFill/>
        </p:spPr>
        <p:txBody>
          <a:bodyPr wrap="square" lIns="18288" rIns="18288" tIns="13716" bIns="0">
            <a:spAutoFit/>
          </a:bodyPr>
          <a:lstStyle/>
          <a:p>
            <a:pPr algn="l">
              <a:lnSpc>
                <a:spcPct val="112000"/>
              </a:lnSpc>
              <a:spcAft>
                <a:spcPts val="600"/>
              </a:spcAft>
              <a:defRPr sz="1800" b="1">
                <a:solidFill>
                  <a:srgbClr val="008B99"/>
                </a:solidFill>
                <a:latin typeface="Microsoft YaHei"/>
              </a:defRPr>
            </a:pPr>
            <a:r>
              <a:rPr>
                <a:latin typeface="Microsoft YaHei"/>
                <a:ea typeface="Microsoft YaHei"/>
                <a:cs typeface="Microsoft YaHei"/>
              </a:rPr>
              <a:t>湿热排风 → 室外</a:t>
            </a:r>
          </a:p>
        </p:txBody>
      </p:sp>
      <p:sp>
        <p:nvSpPr>
          <p:cNvPr id="22" name="TextBox 21"/>
          <p:cNvSpPr txBox="1"/>
          <p:nvPr/>
        </p:nvSpPr>
        <p:spPr>
          <a:xfrm>
            <a:off x="1188720" y="4782312"/>
            <a:ext cx="9692640" cy="365760"/>
          </a:xfrm>
          <a:prstGeom prst="rect">
            <a:avLst/>
          </a:prstGeom>
          <a:noFill/>
        </p:spPr>
        <p:txBody>
          <a:bodyPr wrap="square" lIns="18288" rIns="18288" tIns="13716" bIns="0">
            <a:spAutoFit/>
          </a:bodyPr>
          <a:lstStyle/>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蒸发水、水泵与水处理位于湿侧；检查泄漏、旁通和检修隔离。</a:t>
            </a:r>
          </a:p>
        </p:txBody>
      </p:sp>
      <p:sp>
        <p:nvSpPr>
          <p:cNvPr id="23" name="Rounded Rectangle 22"/>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利用室外空气的冷却潜力，并不意味着把室外空气直接送入机房。</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三种模式：先看可用冷源，再决定启用哪些设备</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Coolers（见参考资料页），Indirect Evaporative Cooler Special Research Model</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30</a:t>
            </a:r>
          </a:p>
        </p:txBody>
      </p:sp>
      <p:sp>
        <p:nvSpPr>
          <p:cNvPr id="6" name="Rectangle 5"/>
          <p:cNvSpPr/>
          <p:nvPr/>
        </p:nvSpPr>
        <p:spPr>
          <a:xfrm>
            <a:off x="859536" y="1783080"/>
            <a:ext cx="272034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250545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模式</a:t>
            </a:r>
          </a:p>
        </p:txBody>
      </p:sp>
      <p:sp>
        <p:nvSpPr>
          <p:cNvPr id="8" name="Rectangle 7"/>
          <p:cNvSpPr/>
          <p:nvPr/>
        </p:nvSpPr>
        <p:spPr>
          <a:xfrm>
            <a:off x="3602736" y="1783080"/>
            <a:ext cx="427482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1608" y="1874519"/>
            <a:ext cx="405993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主要设备状态</a:t>
            </a:r>
          </a:p>
        </p:txBody>
      </p:sp>
      <p:sp>
        <p:nvSpPr>
          <p:cNvPr id="10" name="Rectangle 9"/>
          <p:cNvSpPr/>
          <p:nvPr/>
        </p:nvSpPr>
        <p:spPr>
          <a:xfrm>
            <a:off x="7900416" y="1783080"/>
            <a:ext cx="341528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1874519"/>
            <a:ext cx="3200400"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适用逻辑</a:t>
            </a:r>
          </a:p>
        </p:txBody>
      </p:sp>
      <p:sp>
        <p:nvSpPr>
          <p:cNvPr id="12" name="Rectangle 11"/>
          <p:cNvSpPr/>
          <p:nvPr/>
        </p:nvSpPr>
        <p:spPr>
          <a:xfrm>
            <a:off x="859536" y="2313432"/>
            <a:ext cx="2720340" cy="845819"/>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2523744" cy="74980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干式自然冷却</a:t>
            </a:r>
          </a:p>
        </p:txBody>
      </p:sp>
      <p:sp>
        <p:nvSpPr>
          <p:cNvPr id="14" name="Rectangle 13"/>
          <p:cNvSpPr/>
          <p:nvPr/>
        </p:nvSpPr>
        <p:spPr>
          <a:xfrm>
            <a:off x="3602736" y="2313432"/>
            <a:ext cx="4274820" cy="845819"/>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2463" y="2395728"/>
            <a:ext cx="4078224" cy="74980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风机运行；喷淋停；补冷停</a:t>
            </a:r>
          </a:p>
        </p:txBody>
      </p:sp>
      <p:sp>
        <p:nvSpPr>
          <p:cNvPr id="16" name="Rectangle 15"/>
          <p:cNvSpPr/>
          <p:nvPr/>
        </p:nvSpPr>
        <p:spPr>
          <a:xfrm>
            <a:off x="7900416" y="2313432"/>
            <a:ext cx="3415284" cy="845819"/>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0144" y="2395728"/>
            <a:ext cx="3218687" cy="74980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干球温差已足够</a:t>
            </a:r>
          </a:p>
        </p:txBody>
      </p:sp>
      <p:sp>
        <p:nvSpPr>
          <p:cNvPr id="18" name="Rectangle 17"/>
          <p:cNvSpPr/>
          <p:nvPr/>
        </p:nvSpPr>
        <p:spPr>
          <a:xfrm>
            <a:off x="859536" y="3182111"/>
            <a:ext cx="2720340" cy="845819"/>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264408"/>
            <a:ext cx="2523744" cy="74980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湿式蒸发冷却</a:t>
            </a:r>
          </a:p>
        </p:txBody>
      </p:sp>
      <p:sp>
        <p:nvSpPr>
          <p:cNvPr id="20" name="Rectangle 19"/>
          <p:cNvSpPr/>
          <p:nvPr/>
        </p:nvSpPr>
        <p:spPr>
          <a:xfrm>
            <a:off x="3602736" y="3182111"/>
            <a:ext cx="4274820" cy="845819"/>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12463" y="3264408"/>
            <a:ext cx="4078224" cy="74980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风机＋喷淋泵；补冷停</a:t>
            </a:r>
          </a:p>
        </p:txBody>
      </p:sp>
      <p:sp>
        <p:nvSpPr>
          <p:cNvPr id="22" name="Rectangle 21"/>
          <p:cNvSpPr/>
          <p:nvPr/>
        </p:nvSpPr>
        <p:spPr>
          <a:xfrm>
            <a:off x="7900416" y="3182111"/>
            <a:ext cx="3415284" cy="845819"/>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0144" y="3264408"/>
            <a:ext cx="3218687" cy="74980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干式不足，蒸发后可达目标</a:t>
            </a:r>
          </a:p>
        </p:txBody>
      </p:sp>
      <p:sp>
        <p:nvSpPr>
          <p:cNvPr id="24" name="Rectangle 23"/>
          <p:cNvSpPr/>
          <p:nvPr/>
        </p:nvSpPr>
        <p:spPr>
          <a:xfrm>
            <a:off x="859536" y="4050791"/>
            <a:ext cx="2720340" cy="845819"/>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133087"/>
            <a:ext cx="2523744" cy="74980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混合／补冷</a:t>
            </a:r>
          </a:p>
        </p:txBody>
      </p:sp>
      <p:sp>
        <p:nvSpPr>
          <p:cNvPr id="26" name="Rectangle 25"/>
          <p:cNvSpPr/>
          <p:nvPr/>
        </p:nvSpPr>
        <p:spPr>
          <a:xfrm>
            <a:off x="3602736" y="4050791"/>
            <a:ext cx="4274820" cy="845819"/>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12463" y="4133087"/>
            <a:ext cx="4078224" cy="74980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蒸发段＋机械制冷按需运行</a:t>
            </a:r>
          </a:p>
        </p:txBody>
      </p:sp>
      <p:sp>
        <p:nvSpPr>
          <p:cNvPr id="28" name="Rectangle 27"/>
          <p:cNvSpPr/>
          <p:nvPr/>
        </p:nvSpPr>
        <p:spPr>
          <a:xfrm>
            <a:off x="7900416" y="4050791"/>
            <a:ext cx="3415284" cy="845819"/>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10144" y="4133087"/>
            <a:ext cx="3218687" cy="74980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湿式仍不足，补足缺口</a:t>
            </a:r>
          </a:p>
        </p:txBody>
      </p:sp>
      <p:sp>
        <p:nvSpPr>
          <p:cNvPr id="30" name="Rounded Rectangle 29"/>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“停压缩机”不等于“零能耗”；干模式和湿模式也应比较辅助功率。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原文案例：乌鲁木齐的蒸发冷却空气—水系统</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资料：PDF②，第7页工程概况与冷源；第14页适用性建议</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31</a:t>
            </a:r>
          </a:p>
        </p:txBody>
      </p:sp>
      <p:pic>
        <p:nvPicPr>
          <p:cNvPr id="6" name="Picture 5" descr="case_plant.png"/>
          <p:cNvPicPr>
            <a:picLocks noChangeAspect="1"/>
          </p:cNvPicPr>
          <p:nvPr/>
        </p:nvPicPr>
        <p:blipFill>
          <a:blip r:embed="rId3"/>
          <a:stretch>
            <a:fillRect/>
          </a:stretch>
        </p:blipFill>
        <p:spPr>
          <a:xfrm>
            <a:off x="896112" y="1936399"/>
            <a:ext cx="5166360" cy="2939480"/>
          </a:xfrm>
          <a:prstGeom prst="rect">
            <a:avLst/>
          </a:prstGeom>
        </p:spPr>
      </p:pic>
      <p:sp>
        <p:nvSpPr>
          <p:cNvPr id="7" name="Rounded Rectangle 6"/>
          <p:cNvSpPr/>
          <p:nvPr/>
        </p:nvSpPr>
        <p:spPr>
          <a:xfrm>
            <a:off x="6272784" y="1783080"/>
            <a:ext cx="506577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72784" y="1783080"/>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1929384"/>
            <a:ext cx="473659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读案例，先抓四个事实</a:t>
            </a:r>
          </a:p>
        </p:txBody>
      </p:sp>
      <p:sp>
        <p:nvSpPr>
          <p:cNvPr id="10" name="TextBox 9"/>
          <p:cNvSpPr txBox="1"/>
          <p:nvPr/>
        </p:nvSpPr>
        <p:spPr>
          <a:xfrm>
            <a:off x="6437376" y="2514600"/>
            <a:ext cx="4736592" cy="2514600"/>
          </a:xfrm>
          <a:prstGeom prst="rect">
            <a:avLst/>
          </a:prstGeom>
          <a:noFill/>
        </p:spPr>
        <p:txBody>
          <a:bodyPr wrap="square" lIns="18288" rIns="18288" tIns="13716" bIns="0">
            <a:spAutoFit/>
          </a:bodyPr>
          <a:lstStyle/>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建设地点：乌鲁木齐</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一期总负荷：2767 kW</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主冷源：16台，原文标注 N+3</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保障：320 m³蓄水池＋备份冷源</a:t>
            </a:r>
          </a:p>
        </p:txBody>
      </p:sp>
      <p:sp>
        <p:nvSpPr>
          <p:cNvPr id="11" name="Rounded Rectangle 10"/>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这些是原文案例参数；不是全国适用的选型指标或容量配置规则。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读懂案例水系统：两级回路，换来隔离与防冻</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资料：PDF②，第6页季节系统图、第9页空调水系统图</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32</a:t>
            </a:r>
          </a:p>
        </p:txBody>
      </p:sp>
      <p:sp>
        <p:nvSpPr>
          <p:cNvPr id="6" name="Rounded Rectangle 5"/>
          <p:cNvSpPr/>
          <p:nvPr/>
        </p:nvSpPr>
        <p:spPr>
          <a:xfrm>
            <a:off x="914400" y="1965960"/>
            <a:ext cx="2953512" cy="260604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965960"/>
            <a:ext cx="50292" cy="260604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112264"/>
            <a:ext cx="2624328"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室外冷水机组</a:t>
            </a:r>
          </a:p>
        </p:txBody>
      </p:sp>
      <p:sp>
        <p:nvSpPr>
          <p:cNvPr id="9" name="TextBox 8"/>
          <p:cNvSpPr txBox="1"/>
          <p:nvPr/>
        </p:nvSpPr>
        <p:spPr>
          <a:xfrm>
            <a:off x="1078992" y="2697480"/>
            <a:ext cx="2624328" cy="17830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原文一次系统：水</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16 / 21 ℃</a:t>
            </a:r>
          </a:p>
        </p:txBody>
      </p:sp>
      <p:sp>
        <p:nvSpPr>
          <p:cNvPr id="10" name="Rounded Rectangle 9"/>
          <p:cNvSpPr/>
          <p:nvPr/>
        </p:nvSpPr>
        <p:spPr>
          <a:xfrm>
            <a:off x="4617720" y="1965960"/>
            <a:ext cx="2834640" cy="260604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965960"/>
            <a:ext cx="50292" cy="260604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82312" y="2112264"/>
            <a:ext cx="2505456"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板式换热器</a:t>
            </a:r>
          </a:p>
        </p:txBody>
      </p:sp>
      <p:sp>
        <p:nvSpPr>
          <p:cNvPr id="13" name="TextBox 12"/>
          <p:cNvSpPr txBox="1"/>
          <p:nvPr/>
        </p:nvSpPr>
        <p:spPr>
          <a:xfrm>
            <a:off x="4782312" y="2697480"/>
            <a:ext cx="2505456" cy="17830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回路隔离</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存在换热端差</a:t>
            </a:r>
          </a:p>
        </p:txBody>
      </p:sp>
      <p:sp>
        <p:nvSpPr>
          <p:cNvPr id="14" name="Rounded Rectangle 13"/>
          <p:cNvSpPr/>
          <p:nvPr/>
        </p:nvSpPr>
        <p:spPr>
          <a:xfrm>
            <a:off x="8275320" y="1965960"/>
            <a:ext cx="2953512" cy="260604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1965960"/>
            <a:ext cx="50292" cy="260604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2" y="2112264"/>
            <a:ext cx="2624328"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机房显热末端</a:t>
            </a:r>
          </a:p>
        </p:txBody>
      </p:sp>
      <p:sp>
        <p:nvSpPr>
          <p:cNvPr id="17" name="TextBox 16"/>
          <p:cNvSpPr txBox="1"/>
          <p:nvPr/>
        </p:nvSpPr>
        <p:spPr>
          <a:xfrm>
            <a:off x="8439912" y="2697480"/>
            <a:ext cx="2624328" cy="17830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原文二次系统：</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45%乙二醇</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17 / 22 ℃</a:t>
            </a:r>
          </a:p>
        </p:txBody>
      </p:sp>
      <p:cxnSp>
        <p:nvCxnSpPr>
          <p:cNvPr id="18" name="Connector 17"/>
          <p:cNvCxnSpPr/>
          <p:nvPr/>
        </p:nvCxnSpPr>
        <p:spPr>
          <a:xfrm>
            <a:off x="3931920" y="3291840"/>
            <a:ext cx="566928" cy="0"/>
          </a:xfrm>
          <a:prstGeom prst="line">
            <a:avLst/>
          </a:prstGeom>
          <a:ln w="38100">
            <a:solidFill>
              <a:srgbClr val="166DB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543800" y="3291840"/>
            <a:ext cx="612648" cy="0"/>
          </a:xfrm>
          <a:prstGeom prst="line">
            <a:avLst/>
          </a:prstGeom>
          <a:ln w="38100">
            <a:solidFill>
              <a:srgbClr val="008B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60704" y="4800600"/>
            <a:ext cx="10058400" cy="41148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原文季节示例：春夏秋湿球 0～18.2 ℃；冬季干球 ≤3 ℃。</a:t>
            </a:r>
          </a:p>
        </p:txBody>
      </p:sp>
      <p:sp>
        <p:nvSpPr>
          <p:cNvPr id="21" name="Rounded Rectangle 20"/>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回路越多，隔离与保护更灵活；但端差、泵功和维护也会增加。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原文的“全年自然冷却”，应怎样审慎理解？</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资料：PDF②，第12—14页；第7页冗余和蓄水设计</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33</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结论的适用前提</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干燥地区气象、给定水温与负荷。</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设备冗余、蓄水与备份排热路径。</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不能直接搬用</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某一项目的节能率、费用和模式时数。</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不同对比基准会改变结论。</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原文给出的提醒</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因地制宜，并按需求考虑</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适量压缩式制冷备份。</a:t>
            </a:r>
          </a:p>
        </p:txBody>
      </p:sp>
      <p:sp>
        <p:nvSpPr>
          <p:cNvPr id="18" name="Rounded Rectangle 17"/>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读论文／报告：先问比较基准与运行边界，再看漂亮的百分比。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用一个简化模型，推导干／湿模式分界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资料：教学假设：回风38 ℃，目标26 ℃；忽略温升与安全裕量</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34</a:t>
            </a:r>
          </a:p>
        </p:txBody>
      </p:sp>
      <p:sp>
        <p:nvSpPr>
          <p:cNvPr id="6" name="Rounded Rectangle 5"/>
          <p:cNvSpPr/>
          <p:nvPr/>
        </p:nvSpPr>
        <p:spPr>
          <a:xfrm>
            <a:off x="859536" y="1783080"/>
            <a:ext cx="5074920"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83080"/>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9384"/>
            <a:ext cx="4745736"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干模式：εdry = 0.70</a:t>
            </a:r>
          </a:p>
        </p:txBody>
      </p:sp>
      <p:sp>
        <p:nvSpPr>
          <p:cNvPr id="9" name="TextBox 8"/>
          <p:cNvSpPr txBox="1"/>
          <p:nvPr/>
        </p:nvSpPr>
        <p:spPr>
          <a:xfrm>
            <a:off x="1024127" y="2514600"/>
            <a:ext cx="4745736" cy="2514600"/>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T出 = 38 − 0.70(38 − Tdb,外)</a:t>
            </a:r>
          </a:p>
          <a:p>
            <a:pPr algn="l">
              <a:lnSpc>
                <a:spcPct val="112000"/>
              </a:lnSpc>
              <a:spcAft>
                <a:spcPts val="600"/>
              </a:spcAft>
              <a:defRPr sz="2000" b="0">
                <a:solidFill>
                  <a:srgbClr val="20364B"/>
                </a:solidFill>
                <a:latin typeface="Microsoft YaHei"/>
              </a:defRPr>
            </a:pPr>
          </a:p>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要求 T出 ≤ 26 ℃</a:t>
            </a:r>
          </a:p>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得 Tdb,外 ≤ 20.9 ℃</a:t>
            </a:r>
          </a:p>
        </p:txBody>
      </p:sp>
      <p:sp>
        <p:nvSpPr>
          <p:cNvPr id="10" name="Rounded Rectangle 9"/>
          <p:cNvSpPr/>
          <p:nvPr/>
        </p:nvSpPr>
        <p:spPr>
          <a:xfrm>
            <a:off x="6144768" y="1783080"/>
            <a:ext cx="5193792"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44768" y="1783080"/>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929384"/>
            <a:ext cx="4864607"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湿模式：εwb = 0.75</a:t>
            </a:r>
          </a:p>
        </p:txBody>
      </p:sp>
      <p:sp>
        <p:nvSpPr>
          <p:cNvPr id="13" name="TextBox 12"/>
          <p:cNvSpPr txBox="1"/>
          <p:nvPr/>
        </p:nvSpPr>
        <p:spPr>
          <a:xfrm>
            <a:off x="6309359" y="2514600"/>
            <a:ext cx="4864607" cy="2514600"/>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T出 = 38 − 0.75(38 − Twb,外)</a:t>
            </a:r>
          </a:p>
          <a:p>
            <a:pPr algn="l">
              <a:lnSpc>
                <a:spcPct val="112000"/>
              </a:lnSpc>
              <a:spcAft>
                <a:spcPts val="600"/>
              </a:spcAft>
              <a:defRPr sz="2000" b="0">
                <a:solidFill>
                  <a:srgbClr val="20364B"/>
                </a:solidFill>
                <a:latin typeface="Microsoft YaHei"/>
              </a:defRPr>
            </a:pPr>
          </a:p>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要求 T出 ≤ 26 ℃</a:t>
            </a:r>
          </a:p>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得 Twb,外 ≤ 22.0 ℃</a:t>
            </a:r>
          </a:p>
        </p:txBody>
      </p:sp>
      <p:sp>
        <p:nvSpPr>
          <p:cNvPr id="14" name="Rounded Rectangle 13"/>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均为课堂分界示例；真实边界还取决于负荷、风量、温升、裕量与回差。</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随堂算例②：1 MW显热，究竟需要多大风量？</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资料：教学假设：仅计算已定义边界内的1 MW显热</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35</a:t>
            </a:r>
          </a:p>
        </p:txBody>
      </p:sp>
      <p:sp>
        <p:nvSpPr>
          <p:cNvPr id="6" name="Rounded Rectangle 5"/>
          <p:cNvSpPr/>
          <p:nvPr/>
        </p:nvSpPr>
        <p:spPr>
          <a:xfrm>
            <a:off x="859536" y="1783080"/>
            <a:ext cx="3749039"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83080"/>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9384"/>
            <a:ext cx="3419856"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教学条件</a:t>
            </a:r>
          </a:p>
        </p:txBody>
      </p:sp>
      <p:sp>
        <p:nvSpPr>
          <p:cNvPr id="9" name="TextBox 8"/>
          <p:cNvSpPr txBox="1"/>
          <p:nvPr/>
        </p:nvSpPr>
        <p:spPr>
          <a:xfrm>
            <a:off x="1024127" y="2514600"/>
            <a:ext cx="3419856" cy="2514600"/>
          </a:xfrm>
          <a:prstGeom prst="rect">
            <a:avLst/>
          </a:prstGeom>
          <a:noFill/>
        </p:spPr>
        <p:txBody>
          <a:bodyPr wrap="square" lIns="18288" rIns="18288" tIns="13716" bIns="0">
            <a:spAutoFit/>
          </a:bodyPr>
          <a:lstStyle/>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显热 Q：1000 kW</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送风／回风：26 / 38 ℃</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cp：1.02 kJ/(kg·K)</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ρ：1.20 kg/m³</a:t>
            </a: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忽略漏风与输送温升</a:t>
            </a:r>
          </a:p>
        </p:txBody>
      </p:sp>
      <p:sp>
        <p:nvSpPr>
          <p:cNvPr id="10" name="Rounded Rectangle 9"/>
          <p:cNvSpPr/>
          <p:nvPr/>
        </p:nvSpPr>
        <p:spPr>
          <a:xfrm>
            <a:off x="4846320" y="1783080"/>
            <a:ext cx="649224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1901952"/>
            <a:ext cx="6217920" cy="502920"/>
          </a:xfrm>
          <a:prstGeom prst="rect">
            <a:avLst/>
          </a:prstGeom>
          <a:noFill/>
        </p:spPr>
        <p:txBody>
          <a:bodyPr wrap="square" lIns="18288" rIns="18288" tIns="13716" bIns="0">
            <a:spAutoFit/>
          </a:bodyPr>
          <a:lstStyle/>
          <a:p>
            <a:pPr algn="l">
              <a:lnSpc>
                <a:spcPct val="112000"/>
              </a:lnSpc>
              <a:spcAft>
                <a:spcPts val="600"/>
              </a:spcAft>
              <a:defRPr sz="2700" b="1">
                <a:solidFill>
                  <a:srgbClr val="166DB3"/>
                </a:solidFill>
                <a:latin typeface="Microsoft YaHei"/>
              </a:defRPr>
            </a:pPr>
            <a:r>
              <a:rPr>
                <a:latin typeface="Microsoft YaHei"/>
                <a:ea typeface="Microsoft YaHei"/>
                <a:cs typeface="Microsoft YaHei"/>
              </a:rPr>
              <a:t>ṁ = Q / (cp · ΔT)</a:t>
            </a:r>
          </a:p>
        </p:txBody>
      </p:sp>
      <p:sp>
        <p:nvSpPr>
          <p:cNvPr id="12" name="TextBox 11"/>
          <p:cNvSpPr txBox="1"/>
          <p:nvPr/>
        </p:nvSpPr>
        <p:spPr>
          <a:xfrm>
            <a:off x="4983480" y="2441448"/>
            <a:ext cx="621792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1000 / (1.02 × 12) = 81.7 kg/s</a:t>
            </a:r>
          </a:p>
        </p:txBody>
      </p:sp>
      <p:sp>
        <p:nvSpPr>
          <p:cNvPr id="13" name="TextBox 12"/>
          <p:cNvSpPr txBox="1"/>
          <p:nvPr/>
        </p:nvSpPr>
        <p:spPr>
          <a:xfrm>
            <a:off x="5029200" y="3072384"/>
            <a:ext cx="6035040" cy="731520"/>
          </a:xfrm>
          <a:prstGeom prst="rect">
            <a:avLst/>
          </a:prstGeom>
          <a:noFill/>
        </p:spPr>
        <p:txBody>
          <a:bodyPr wrap="square" lIns="18288" rIns="18288" tIns="13716" bIns="0">
            <a:spAutoFit/>
          </a:bodyPr>
          <a:lstStyle/>
          <a:p>
            <a:pPr algn="l">
              <a:lnSpc>
                <a:spcPct val="112000"/>
              </a:lnSpc>
              <a:spcAft>
                <a:spcPts val="600"/>
              </a:spcAft>
              <a:defRPr sz="3000" b="1">
                <a:solidFill>
                  <a:srgbClr val="008B99"/>
                </a:solidFill>
                <a:latin typeface="Microsoft YaHei"/>
              </a:defRPr>
            </a:pPr>
            <a:r>
              <a:rPr>
                <a:latin typeface="Microsoft YaHei"/>
                <a:ea typeface="Microsoft YaHei"/>
                <a:cs typeface="Microsoft YaHei"/>
              </a:rPr>
              <a:t>V̇ ≈ 68.1 m³/s</a:t>
            </a:r>
          </a:p>
        </p:txBody>
      </p:sp>
      <p:sp>
        <p:nvSpPr>
          <p:cNvPr id="14" name="TextBox 13"/>
          <p:cNvSpPr txBox="1"/>
          <p:nvPr/>
        </p:nvSpPr>
        <p:spPr>
          <a:xfrm>
            <a:off x="5029200" y="4023360"/>
            <a:ext cx="6035040" cy="685800"/>
          </a:xfrm>
          <a:prstGeom prst="rect">
            <a:avLst/>
          </a:prstGeom>
          <a:noFill/>
        </p:spPr>
        <p:txBody>
          <a:bodyPr wrap="square" lIns="18288" rIns="18288" tIns="13716" bIns="0">
            <a:spAutoFit/>
          </a:bodyPr>
          <a:lstStyle/>
          <a:p>
            <a:pPr algn="l">
              <a:lnSpc>
                <a:spcPct val="112000"/>
              </a:lnSpc>
              <a:spcAft>
                <a:spcPts val="600"/>
              </a:spcAft>
              <a:defRPr sz="2500" b="1">
                <a:solidFill>
                  <a:srgbClr val="166DB3"/>
                </a:solidFill>
                <a:latin typeface="Microsoft YaHei"/>
              </a:defRPr>
            </a:pPr>
            <a:r>
              <a:rPr>
                <a:latin typeface="Microsoft YaHei"/>
                <a:ea typeface="Microsoft YaHei"/>
                <a:cs typeface="Microsoft YaHei"/>
              </a:rPr>
              <a:t>≈ 24.5万 m³/h</a:t>
            </a:r>
          </a:p>
        </p:txBody>
      </p:sp>
      <p:sp>
        <p:nvSpPr>
          <p:cNvPr id="15" name="Rounded Rectangle 14"/>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实际风量还需覆盖漏风、混风、分配不均与设计裕量。</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同一机房，室外湿球20 ℃时能否只用湿模式？</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资料：教学假设：沿用第35页风量；回风38 ℃，εwb=0.75</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36</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700" b="1">
                <a:solidFill>
                  <a:srgbClr val="166DB3"/>
                </a:solidFill>
                <a:latin typeface="Microsoft YaHei"/>
              </a:defRPr>
            </a:pPr>
            <a:r>
              <a:rPr>
                <a:latin typeface="Microsoft YaHei"/>
                <a:ea typeface="Microsoft YaHei"/>
                <a:cs typeface="Microsoft YaHei"/>
              </a:rPr>
              <a:t>T出 = 38 − 0.75 × (38 − 20) = 24.5 ℃</a:t>
            </a:r>
          </a:p>
        </p:txBody>
      </p:sp>
      <p:sp>
        <p:nvSpPr>
          <p:cNvPr id="8" name="TextBox 7"/>
          <p:cNvSpPr txBox="1"/>
          <p:nvPr/>
        </p:nvSpPr>
        <p:spPr>
          <a:xfrm>
            <a:off x="1051560" y="2441448"/>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模型采用一次入口回风与二次入口湿球作参照</a:t>
            </a:r>
          </a:p>
        </p:txBody>
      </p:sp>
      <p:sp>
        <p:nvSpPr>
          <p:cNvPr id="9" name="Rounded Rectangle 8"/>
          <p:cNvSpPr/>
          <p:nvPr/>
        </p:nvSpPr>
        <p:spPr>
          <a:xfrm>
            <a:off x="859536" y="3017520"/>
            <a:ext cx="3358896" cy="2139696"/>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9536" y="3017520"/>
            <a:ext cx="50292" cy="2139696"/>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初步判断</a:t>
            </a:r>
          </a:p>
        </p:txBody>
      </p:sp>
      <p:sp>
        <p:nvSpPr>
          <p:cNvPr id="12" name="TextBox 11"/>
          <p:cNvSpPr txBox="1"/>
          <p:nvPr/>
        </p:nvSpPr>
        <p:spPr>
          <a:xfrm>
            <a:off x="1024127" y="3749039"/>
            <a:ext cx="3029712" cy="1316736"/>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低于26 ℃目标，</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理论上可由湿模式承担。</a:t>
            </a:r>
          </a:p>
        </p:txBody>
      </p:sp>
      <p:sp>
        <p:nvSpPr>
          <p:cNvPr id="13" name="Rounded Rectangle 12"/>
          <p:cNvSpPr/>
          <p:nvPr/>
        </p:nvSpPr>
        <p:spPr>
          <a:xfrm>
            <a:off x="4419600" y="3017520"/>
            <a:ext cx="3358896" cy="2139696"/>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9600" y="3017520"/>
            <a:ext cx="50292" cy="2139696"/>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4192"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可用余量</a:t>
            </a:r>
          </a:p>
        </p:txBody>
      </p:sp>
      <p:sp>
        <p:nvSpPr>
          <p:cNvPr id="16" name="TextBox 15"/>
          <p:cNvSpPr txBox="1"/>
          <p:nvPr/>
        </p:nvSpPr>
        <p:spPr>
          <a:xfrm>
            <a:off x="4584192" y="3749039"/>
            <a:ext cx="3029712" cy="1316736"/>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26 − 24.5 = 1.5 K。</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需要覆盖风机温升等损失。</a:t>
            </a:r>
          </a:p>
        </p:txBody>
      </p:sp>
      <p:sp>
        <p:nvSpPr>
          <p:cNvPr id="17" name="Rounded Rectangle 16"/>
          <p:cNvSpPr/>
          <p:nvPr/>
        </p:nvSpPr>
        <p:spPr>
          <a:xfrm>
            <a:off x="7979664" y="3017520"/>
            <a:ext cx="3358896" cy="2139696"/>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9664" y="3017520"/>
            <a:ext cx="50292" cy="2139696"/>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44256"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控制动作</a:t>
            </a:r>
          </a:p>
        </p:txBody>
      </p:sp>
      <p:sp>
        <p:nvSpPr>
          <p:cNvPr id="20" name="TextBox 19"/>
          <p:cNvSpPr txBox="1"/>
          <p:nvPr/>
        </p:nvSpPr>
        <p:spPr>
          <a:xfrm>
            <a:off x="8144256" y="3749039"/>
            <a:ext cx="3029712" cy="1316736"/>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调风量／喷淋／旁通。</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维持目标，避免无效过冷。</a:t>
            </a:r>
          </a:p>
        </p:txBody>
      </p:sp>
      <p:sp>
        <p:nvSpPr>
          <p:cNvPr id="21" name="Rounded Rectangle 20"/>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结论是“有潜力”，不是已经证明服务器入口在所有工况都合格。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湿球升到27 ℃：补冷机需要承担多少？</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资料：教学假设：沿用第35—36页参数；显热补冷估算</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37</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700" b="1">
                <a:solidFill>
                  <a:srgbClr val="166DB3"/>
                </a:solidFill>
                <a:latin typeface="Microsoft YaHei"/>
              </a:defRPr>
            </a:pPr>
            <a:r>
              <a:rPr>
                <a:latin typeface="Microsoft YaHei"/>
                <a:ea typeface="Microsoft YaHei"/>
                <a:cs typeface="Microsoft YaHei"/>
              </a:rPr>
              <a:t>T出 = 38 − 0.75 × (38 − 27) = 29.75 ℃</a:t>
            </a:r>
          </a:p>
        </p:txBody>
      </p:sp>
      <p:sp>
        <p:nvSpPr>
          <p:cNvPr id="8" name="Rounded Rectangle 7"/>
          <p:cNvSpPr/>
          <p:nvPr/>
        </p:nvSpPr>
        <p:spPr>
          <a:xfrm>
            <a:off x="914400" y="2944368"/>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063240"/>
            <a:ext cx="10058400" cy="502920"/>
          </a:xfrm>
          <a:prstGeom prst="rect">
            <a:avLst/>
          </a:prstGeom>
          <a:noFill/>
        </p:spPr>
        <p:txBody>
          <a:bodyPr wrap="square" lIns="18288" rIns="18288" tIns="13716" bIns="0">
            <a:spAutoFit/>
          </a:bodyPr>
          <a:lstStyle/>
          <a:p>
            <a:pPr algn="l">
              <a:lnSpc>
                <a:spcPct val="112000"/>
              </a:lnSpc>
              <a:spcAft>
                <a:spcPts val="600"/>
              </a:spcAft>
              <a:defRPr sz="2500" b="1">
                <a:solidFill>
                  <a:srgbClr val="166DB3"/>
                </a:solidFill>
                <a:latin typeface="Microsoft YaHei"/>
              </a:defRPr>
            </a:pPr>
            <a:r>
              <a:rPr>
                <a:latin typeface="Microsoft YaHei"/>
                <a:ea typeface="Microsoft YaHei"/>
                <a:cs typeface="Microsoft YaHei"/>
              </a:rPr>
              <a:t>Q补 ≈ 81.7 × 1.02 × (29.75 − 26) ≈ 313 kW</a:t>
            </a:r>
          </a:p>
        </p:txBody>
      </p:sp>
      <p:sp>
        <p:nvSpPr>
          <p:cNvPr id="10" name="TextBox 9"/>
          <p:cNvSpPr txBox="1"/>
          <p:nvPr/>
        </p:nvSpPr>
        <p:spPr>
          <a:xfrm>
            <a:off x="1051560" y="3602736"/>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采用未四舍五入质量流量时为312.5 kW；本页按显热估算</a:t>
            </a:r>
          </a:p>
        </p:txBody>
      </p:sp>
      <p:sp>
        <p:nvSpPr>
          <p:cNvPr id="11" name="TextBox 10"/>
          <p:cNvSpPr txBox="1"/>
          <p:nvPr/>
        </p:nvSpPr>
        <p:spPr>
          <a:xfrm>
            <a:off x="1115568" y="4361688"/>
            <a:ext cx="9875520" cy="621792"/>
          </a:xfrm>
          <a:prstGeom prst="rect">
            <a:avLst/>
          </a:prstGeom>
          <a:noFill/>
        </p:spPr>
        <p:txBody>
          <a:bodyPr wrap="square" lIns="18288" rIns="18288" tIns="13716" bIns="0">
            <a:spAutoFit/>
          </a:bodyPr>
          <a:lstStyle/>
          <a:p>
            <a:pPr algn="l">
              <a:lnSpc>
                <a:spcPct val="112000"/>
              </a:lnSpc>
              <a:spcAft>
                <a:spcPts val="600"/>
              </a:spcAft>
              <a:defRPr sz="2100" b="1">
                <a:solidFill>
                  <a:srgbClr val="C85846"/>
                </a:solidFill>
                <a:latin typeface="Microsoft YaHei"/>
              </a:defRPr>
            </a:pPr>
            <a:r>
              <a:rPr>
                <a:latin typeface="Microsoft YaHei"/>
                <a:ea typeface="Microsoft YaHei"/>
                <a:cs typeface="Microsoft YaHei"/>
              </a:rPr>
              <a:t>313 kW 是补冷负荷；压缩机电功率还取决于 COP、部分负荷和冷凝条件。</a:t>
            </a:r>
          </a:p>
        </p:txBody>
      </p:sp>
      <p:sp>
        <p:nvSpPr>
          <p:cNvPr id="12" name="Rounded Rectangle 11"/>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潮湿工况保留备用能力；必要时比较“湿＋补冷”与“直接机械制冷”的总功率。</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控制思路：满足约束后，再寻找功率较低的模式</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资料：EnergyPlus Engineering Reference，Evaporative Coolers（见参考资料页）；PDF②，第10页控制系统</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38</a:t>
            </a:r>
          </a:p>
        </p:txBody>
      </p:sp>
      <p:sp>
        <p:nvSpPr>
          <p:cNvPr id="6" name="Rounded Rectangle 5"/>
          <p:cNvSpPr/>
          <p:nvPr/>
        </p:nvSpPr>
        <p:spPr>
          <a:xfrm>
            <a:off x="877824" y="1993392"/>
            <a:ext cx="2487168" cy="2724912"/>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7824" y="1993392"/>
            <a:ext cx="50292" cy="2724912"/>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13969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感知</a:t>
            </a:r>
          </a:p>
        </p:txBody>
      </p:sp>
      <p:sp>
        <p:nvSpPr>
          <p:cNvPr id="9" name="TextBox 8"/>
          <p:cNvSpPr txBox="1"/>
          <p:nvPr/>
        </p:nvSpPr>
        <p:spPr>
          <a:xfrm>
            <a:off x="1042415" y="2724912"/>
            <a:ext cx="2157984" cy="190195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送回风、干湿球</a:t>
            </a:r>
          </a:p>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水位、水质、压差</a:t>
            </a:r>
          </a:p>
        </p:txBody>
      </p:sp>
      <p:cxnSp>
        <p:nvCxnSpPr>
          <p:cNvPr id="10" name="Connector 9"/>
          <p:cNvCxnSpPr/>
          <p:nvPr/>
        </p:nvCxnSpPr>
        <p:spPr>
          <a:xfrm>
            <a:off x="3374136" y="3346704"/>
            <a:ext cx="128016" cy="0"/>
          </a:xfrm>
          <a:prstGeom prst="line">
            <a:avLst/>
          </a:prstGeom>
          <a:ln w="19050">
            <a:solidFill>
              <a:srgbClr val="60748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29584" y="1993392"/>
            <a:ext cx="2487168" cy="2724912"/>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9584" y="1993392"/>
            <a:ext cx="50292" cy="2724912"/>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13969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可行性</a:t>
            </a:r>
          </a:p>
        </p:txBody>
      </p:sp>
      <p:sp>
        <p:nvSpPr>
          <p:cNvPr id="14" name="TextBox 13"/>
          <p:cNvSpPr txBox="1"/>
          <p:nvPr/>
        </p:nvSpPr>
        <p:spPr>
          <a:xfrm>
            <a:off x="3694176" y="2724912"/>
            <a:ext cx="2157984" cy="190195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入口条件达标？</a:t>
            </a:r>
          </a:p>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水／防冻／故障允许？</a:t>
            </a:r>
          </a:p>
        </p:txBody>
      </p:sp>
      <p:cxnSp>
        <p:nvCxnSpPr>
          <p:cNvPr id="15" name="Connector 14"/>
          <p:cNvCxnSpPr/>
          <p:nvPr/>
        </p:nvCxnSpPr>
        <p:spPr>
          <a:xfrm>
            <a:off x="6025896" y="3346704"/>
            <a:ext cx="128016" cy="0"/>
          </a:xfrm>
          <a:prstGeom prst="line">
            <a:avLst/>
          </a:prstGeom>
          <a:ln w="19050">
            <a:solidFill>
              <a:srgbClr val="60748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81344" y="1993392"/>
            <a:ext cx="2487168" cy="2724912"/>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993392"/>
            <a:ext cx="50292" cy="2724912"/>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13969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比较</a:t>
            </a:r>
          </a:p>
        </p:txBody>
      </p:sp>
      <p:sp>
        <p:nvSpPr>
          <p:cNvPr id="19" name="TextBox 18"/>
          <p:cNvSpPr txBox="1"/>
          <p:nvPr/>
        </p:nvSpPr>
        <p:spPr>
          <a:xfrm>
            <a:off x="6345936" y="2724912"/>
            <a:ext cx="2157984" cy="190195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计算总功率</a:t>
            </a:r>
          </a:p>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检查用水和可靠性</a:t>
            </a:r>
          </a:p>
        </p:txBody>
      </p:sp>
      <p:cxnSp>
        <p:nvCxnSpPr>
          <p:cNvPr id="20" name="Connector 19"/>
          <p:cNvCxnSpPr/>
          <p:nvPr/>
        </p:nvCxnSpPr>
        <p:spPr>
          <a:xfrm>
            <a:off x="8677656" y="3346704"/>
            <a:ext cx="128016" cy="0"/>
          </a:xfrm>
          <a:prstGeom prst="line">
            <a:avLst/>
          </a:prstGeom>
          <a:ln w="19050">
            <a:solidFill>
              <a:srgbClr val="60748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33104" y="1993392"/>
            <a:ext cx="2487168" cy="2724912"/>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33104" y="1993392"/>
            <a:ext cx="50292" cy="2724912"/>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97696" y="213969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执行</a:t>
            </a:r>
          </a:p>
        </p:txBody>
      </p:sp>
      <p:sp>
        <p:nvSpPr>
          <p:cNvPr id="24" name="TextBox 23"/>
          <p:cNvSpPr txBox="1"/>
          <p:nvPr/>
        </p:nvSpPr>
        <p:spPr>
          <a:xfrm>
            <a:off x="8997696" y="2724912"/>
            <a:ext cx="2157984" cy="190195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回差＋最小运行时间</a:t>
            </a:r>
          </a:p>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故障切换与告警</a:t>
            </a:r>
          </a:p>
        </p:txBody>
      </p:sp>
      <p:sp>
        <p:nvSpPr>
          <p:cNvPr id="25" name="Rounded Rectangle 24"/>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气象决定潜力，模型决定预判，传感与反馈负责把目标落到现场。</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评价节能：先统一 PUE 的统计边界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资料：PUE通用定义；PDF①，第6页评价指标；示意非实测</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39</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700" b="1">
                <a:solidFill>
                  <a:srgbClr val="166DB3"/>
                </a:solidFill>
                <a:latin typeface="Microsoft YaHei"/>
              </a:defRPr>
            </a:pPr>
            <a:r>
              <a:rPr>
                <a:latin typeface="Microsoft YaHei"/>
                <a:ea typeface="Microsoft YaHei"/>
                <a:cs typeface="Microsoft YaHei"/>
              </a:rPr>
              <a:t>PUE = 同期数据中心总电能 / 同期IT设备电能</a:t>
            </a:r>
          </a:p>
        </p:txBody>
      </p:sp>
      <p:sp>
        <p:nvSpPr>
          <p:cNvPr id="8" name="TextBox 7"/>
          <p:cNvSpPr txBox="1"/>
          <p:nvPr/>
        </p:nvSpPr>
        <p:spPr>
          <a:xfrm>
            <a:off x="1051560" y="2441448"/>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边界与统计期一致；年度PUE用年度电能，不能简单平均各时刻PUE</a:t>
            </a:r>
          </a:p>
        </p:txBody>
      </p:sp>
      <p:sp>
        <p:nvSpPr>
          <p:cNvPr id="9" name="Rounded Rectangle 8"/>
          <p:cNvSpPr/>
          <p:nvPr/>
        </p:nvSpPr>
        <p:spPr>
          <a:xfrm>
            <a:off x="859536" y="3017520"/>
            <a:ext cx="3358896" cy="2130552"/>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9536" y="3017520"/>
            <a:ext cx="50292" cy="2130552"/>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必须计入</a:t>
            </a:r>
          </a:p>
        </p:txBody>
      </p:sp>
      <p:sp>
        <p:nvSpPr>
          <p:cNvPr id="12" name="TextBox 11"/>
          <p:cNvSpPr txBox="1"/>
          <p:nvPr/>
        </p:nvSpPr>
        <p:spPr>
          <a:xfrm>
            <a:off x="1024127" y="3749039"/>
            <a:ext cx="3029712" cy="1307592"/>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一次／二次风机、水泵、</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机械制冷及有关供电损耗。</a:t>
            </a:r>
          </a:p>
        </p:txBody>
      </p:sp>
      <p:sp>
        <p:nvSpPr>
          <p:cNvPr id="13" name="Rounded Rectangle 12"/>
          <p:cNvSpPr/>
          <p:nvPr/>
        </p:nvSpPr>
        <p:spPr>
          <a:xfrm>
            <a:off x="4419600" y="3017520"/>
            <a:ext cx="3358896" cy="2130552"/>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9600" y="3017520"/>
            <a:ext cx="50292" cy="2130552"/>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4192"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比较要一致</a:t>
            </a:r>
          </a:p>
        </p:txBody>
      </p:sp>
      <p:sp>
        <p:nvSpPr>
          <p:cNvPr id="16" name="TextBox 15"/>
          <p:cNvSpPr txBox="1"/>
          <p:nvPr/>
        </p:nvSpPr>
        <p:spPr>
          <a:xfrm>
            <a:off x="4584192" y="3749039"/>
            <a:ext cx="3029712" cy="1307592"/>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IT负荷、气象、运行时段、</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供回风目标和备用条件。</a:t>
            </a:r>
          </a:p>
        </p:txBody>
      </p:sp>
      <p:sp>
        <p:nvSpPr>
          <p:cNvPr id="17" name="Rounded Rectangle 16"/>
          <p:cNvSpPr/>
          <p:nvPr/>
        </p:nvSpPr>
        <p:spPr>
          <a:xfrm>
            <a:off x="7979664" y="3017520"/>
            <a:ext cx="3358896" cy="2130552"/>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79664" y="3017520"/>
            <a:ext cx="50292" cy="2130552"/>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44256" y="3163824"/>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PUE看不到</a:t>
            </a:r>
          </a:p>
        </p:txBody>
      </p:sp>
      <p:sp>
        <p:nvSpPr>
          <p:cNvPr id="20" name="TextBox 19"/>
          <p:cNvSpPr txBox="1"/>
          <p:nvPr/>
        </p:nvSpPr>
        <p:spPr>
          <a:xfrm>
            <a:off x="8144256" y="3749039"/>
            <a:ext cx="3029712" cy="1307592"/>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用水、供电碳强度、</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服务器利用率与有效算力。</a:t>
            </a:r>
          </a:p>
        </p:txBody>
      </p:sp>
      <p:sp>
        <p:nvSpPr>
          <p:cNvPr id="21" name="Rounded Rectangle 20"/>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只报“换热器节能率”，还不足以支撑“整个数据中心更节能”。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全年能耗教学算例：把三种模式逐项加总</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资料：全部为教学假设；8760小时，IT恒定1 MW，其他用电恒定100 kW</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40</a:t>
            </a:r>
          </a:p>
        </p:txBody>
      </p:sp>
      <p:sp>
        <p:nvSpPr>
          <p:cNvPr id="6" name="Rectangle 5"/>
          <p:cNvSpPr/>
          <p:nvPr/>
        </p:nvSpPr>
        <p:spPr>
          <a:xfrm>
            <a:off x="859536" y="1783080"/>
            <a:ext cx="262890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2414015"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模式</a:t>
            </a:r>
          </a:p>
        </p:txBody>
      </p:sp>
      <p:sp>
        <p:nvSpPr>
          <p:cNvPr id="8" name="Rectangle 7"/>
          <p:cNvSpPr/>
          <p:nvPr/>
        </p:nvSpPr>
        <p:spPr>
          <a:xfrm>
            <a:off x="3511296" y="1783080"/>
            <a:ext cx="217170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0168" y="1874519"/>
            <a:ext cx="1956815"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时数 / h</a:t>
            </a:r>
          </a:p>
        </p:txBody>
      </p:sp>
      <p:sp>
        <p:nvSpPr>
          <p:cNvPr id="10" name="Rectangle 9"/>
          <p:cNvSpPr/>
          <p:nvPr/>
        </p:nvSpPr>
        <p:spPr>
          <a:xfrm>
            <a:off x="5705856" y="1783080"/>
            <a:ext cx="281178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24728" y="1874519"/>
            <a:ext cx="2596896"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系统功率 / kW</a:t>
            </a:r>
          </a:p>
        </p:txBody>
      </p:sp>
      <p:sp>
        <p:nvSpPr>
          <p:cNvPr id="12" name="Rectangle 11"/>
          <p:cNvSpPr/>
          <p:nvPr/>
        </p:nvSpPr>
        <p:spPr>
          <a:xfrm>
            <a:off x="8540496" y="1783080"/>
            <a:ext cx="277520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1874519"/>
            <a:ext cx="2560320" cy="393192"/>
          </a:xfrm>
          <a:prstGeom prst="rect">
            <a:avLst/>
          </a:prstGeom>
          <a:noFill/>
        </p:spPr>
        <p:txBody>
          <a:bodyPr wrap="square" lIns="18288" rIns="18288" tIns="13716" bIns="0">
            <a:spAutoFit/>
          </a:bodyPr>
          <a:lstStyle/>
          <a:p>
            <a:pPr algn="l">
              <a:lnSpc>
                <a:spcPct val="112000"/>
              </a:lnSpc>
              <a:spcAft>
                <a:spcPts val="600"/>
              </a:spcAft>
              <a:defRPr sz="1700" b="1">
                <a:solidFill>
                  <a:srgbClr val="FFFFFF"/>
                </a:solidFill>
                <a:latin typeface="Microsoft YaHei"/>
              </a:defRPr>
            </a:pPr>
            <a:r>
              <a:rPr>
                <a:latin typeface="Microsoft YaHei"/>
                <a:ea typeface="Microsoft YaHei"/>
                <a:cs typeface="Microsoft YaHei"/>
              </a:rPr>
              <a:t>年电耗 / MWh</a:t>
            </a:r>
          </a:p>
        </p:txBody>
      </p:sp>
      <p:sp>
        <p:nvSpPr>
          <p:cNvPr id="14" name="Rectangle 13"/>
          <p:cNvSpPr/>
          <p:nvPr/>
        </p:nvSpPr>
        <p:spPr>
          <a:xfrm>
            <a:off x="859536" y="2313432"/>
            <a:ext cx="2628900"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395728"/>
            <a:ext cx="2432304" cy="42976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干式</a:t>
            </a:r>
          </a:p>
        </p:txBody>
      </p:sp>
      <p:sp>
        <p:nvSpPr>
          <p:cNvPr id="16" name="Rectangle 15"/>
          <p:cNvSpPr/>
          <p:nvPr/>
        </p:nvSpPr>
        <p:spPr>
          <a:xfrm>
            <a:off x="3511296" y="2313432"/>
            <a:ext cx="2171700"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2395728"/>
            <a:ext cx="197510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2500</a:t>
            </a:r>
          </a:p>
        </p:txBody>
      </p:sp>
      <p:sp>
        <p:nvSpPr>
          <p:cNvPr id="18" name="Rectangle 17"/>
          <p:cNvSpPr/>
          <p:nvPr/>
        </p:nvSpPr>
        <p:spPr>
          <a:xfrm>
            <a:off x="5705856" y="2313432"/>
            <a:ext cx="2811780"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15584" y="2395728"/>
            <a:ext cx="261518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80</a:t>
            </a:r>
          </a:p>
        </p:txBody>
      </p:sp>
      <p:sp>
        <p:nvSpPr>
          <p:cNvPr id="20" name="Rectangle 19"/>
          <p:cNvSpPr/>
          <p:nvPr/>
        </p:nvSpPr>
        <p:spPr>
          <a:xfrm>
            <a:off x="8540496" y="2313432"/>
            <a:ext cx="2775204"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50224" y="2395728"/>
            <a:ext cx="2578608"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200.0</a:t>
            </a:r>
          </a:p>
        </p:txBody>
      </p:sp>
      <p:sp>
        <p:nvSpPr>
          <p:cNvPr id="22" name="Rectangle 21"/>
          <p:cNvSpPr/>
          <p:nvPr/>
        </p:nvSpPr>
        <p:spPr>
          <a:xfrm>
            <a:off x="859536" y="2862072"/>
            <a:ext cx="2628900"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2944368"/>
            <a:ext cx="2432304" cy="42976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湿式</a:t>
            </a:r>
          </a:p>
        </p:txBody>
      </p:sp>
      <p:sp>
        <p:nvSpPr>
          <p:cNvPr id="24" name="Rectangle 23"/>
          <p:cNvSpPr/>
          <p:nvPr/>
        </p:nvSpPr>
        <p:spPr>
          <a:xfrm>
            <a:off x="3511296" y="2862072"/>
            <a:ext cx="2171700"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21024" y="2944368"/>
            <a:ext cx="197510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4500</a:t>
            </a:r>
          </a:p>
        </p:txBody>
      </p:sp>
      <p:sp>
        <p:nvSpPr>
          <p:cNvPr id="26" name="Rectangle 25"/>
          <p:cNvSpPr/>
          <p:nvPr/>
        </p:nvSpPr>
        <p:spPr>
          <a:xfrm>
            <a:off x="5705856" y="2862072"/>
            <a:ext cx="2811780"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15584" y="2944368"/>
            <a:ext cx="261518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100</a:t>
            </a:r>
          </a:p>
        </p:txBody>
      </p:sp>
      <p:sp>
        <p:nvSpPr>
          <p:cNvPr id="28" name="Rectangle 27"/>
          <p:cNvSpPr/>
          <p:nvPr/>
        </p:nvSpPr>
        <p:spPr>
          <a:xfrm>
            <a:off x="8540496" y="2862072"/>
            <a:ext cx="2775204"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50224" y="2944368"/>
            <a:ext cx="2578608"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450.0</a:t>
            </a:r>
          </a:p>
        </p:txBody>
      </p:sp>
      <p:sp>
        <p:nvSpPr>
          <p:cNvPr id="30" name="Rectangle 29"/>
          <p:cNvSpPr/>
          <p:nvPr/>
        </p:nvSpPr>
        <p:spPr>
          <a:xfrm>
            <a:off x="859536" y="3410711"/>
            <a:ext cx="2628900"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3493008"/>
            <a:ext cx="2432304" cy="42976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混合</a:t>
            </a:r>
          </a:p>
        </p:txBody>
      </p:sp>
      <p:sp>
        <p:nvSpPr>
          <p:cNvPr id="32" name="Rectangle 31"/>
          <p:cNvSpPr/>
          <p:nvPr/>
        </p:nvSpPr>
        <p:spPr>
          <a:xfrm>
            <a:off x="3511296" y="3410711"/>
            <a:ext cx="2171700"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21024" y="3493008"/>
            <a:ext cx="197510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1760</a:t>
            </a:r>
          </a:p>
        </p:txBody>
      </p:sp>
      <p:sp>
        <p:nvSpPr>
          <p:cNvPr id="34" name="Rectangle 33"/>
          <p:cNvSpPr/>
          <p:nvPr/>
        </p:nvSpPr>
        <p:spPr>
          <a:xfrm>
            <a:off x="5705856" y="3410711"/>
            <a:ext cx="2811780"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15584" y="3493008"/>
            <a:ext cx="261518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180</a:t>
            </a:r>
          </a:p>
        </p:txBody>
      </p:sp>
      <p:sp>
        <p:nvSpPr>
          <p:cNvPr id="36" name="Rectangle 35"/>
          <p:cNvSpPr/>
          <p:nvPr/>
        </p:nvSpPr>
        <p:spPr>
          <a:xfrm>
            <a:off x="8540496" y="3410711"/>
            <a:ext cx="2775204" cy="52578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50224" y="3493008"/>
            <a:ext cx="2578608"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316.8</a:t>
            </a:r>
          </a:p>
        </p:txBody>
      </p:sp>
      <p:sp>
        <p:nvSpPr>
          <p:cNvPr id="38" name="Rectangle 37"/>
          <p:cNvSpPr/>
          <p:nvPr/>
        </p:nvSpPr>
        <p:spPr>
          <a:xfrm>
            <a:off x="859536" y="3959352"/>
            <a:ext cx="2628900"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 y="4041648"/>
            <a:ext cx="2432304" cy="429768"/>
          </a:xfrm>
          <a:prstGeom prst="rect">
            <a:avLst/>
          </a:prstGeom>
          <a:noFill/>
        </p:spPr>
        <p:txBody>
          <a:bodyPr wrap="square" lIns="18288" rIns="18288" tIns="13716" bIns="0">
            <a:spAutoFit/>
          </a:bodyPr>
          <a:lstStyle/>
          <a:p>
            <a:pPr algn="l">
              <a:lnSpc>
                <a:spcPct val="112000"/>
              </a:lnSpc>
              <a:spcAft>
                <a:spcPts val="600"/>
              </a:spcAft>
              <a:defRPr sz="1700" b="1">
                <a:solidFill>
                  <a:srgbClr val="166DB3"/>
                </a:solidFill>
                <a:latin typeface="Microsoft YaHei"/>
              </a:defRPr>
            </a:pPr>
            <a:r>
              <a:rPr>
                <a:latin typeface="Microsoft YaHei"/>
                <a:ea typeface="Microsoft YaHei"/>
                <a:cs typeface="Microsoft YaHei"/>
              </a:rPr>
              <a:t>合计</a:t>
            </a:r>
          </a:p>
        </p:txBody>
      </p:sp>
      <p:sp>
        <p:nvSpPr>
          <p:cNvPr id="40" name="Rectangle 39"/>
          <p:cNvSpPr/>
          <p:nvPr/>
        </p:nvSpPr>
        <p:spPr>
          <a:xfrm>
            <a:off x="3511296" y="3959352"/>
            <a:ext cx="2171700"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21024" y="4041648"/>
            <a:ext cx="197510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8760</a:t>
            </a:r>
          </a:p>
        </p:txBody>
      </p:sp>
      <p:sp>
        <p:nvSpPr>
          <p:cNvPr id="42" name="Rectangle 41"/>
          <p:cNvSpPr/>
          <p:nvPr/>
        </p:nvSpPr>
        <p:spPr>
          <a:xfrm>
            <a:off x="5705856" y="3959352"/>
            <a:ext cx="2811780"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15584" y="4041648"/>
            <a:ext cx="2615184"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a:t>
            </a:r>
          </a:p>
        </p:txBody>
      </p:sp>
      <p:sp>
        <p:nvSpPr>
          <p:cNvPr id="44" name="Rectangle 43"/>
          <p:cNvSpPr/>
          <p:nvPr/>
        </p:nvSpPr>
        <p:spPr>
          <a:xfrm>
            <a:off x="8540496" y="3959352"/>
            <a:ext cx="2775204" cy="52578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50224" y="4041648"/>
            <a:ext cx="2578608" cy="429768"/>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966.8</a:t>
            </a:r>
          </a:p>
        </p:txBody>
      </p:sp>
      <p:sp>
        <p:nvSpPr>
          <p:cNvPr id="46" name="TextBox 45"/>
          <p:cNvSpPr txBox="1"/>
          <p:nvPr/>
        </p:nvSpPr>
        <p:spPr>
          <a:xfrm>
            <a:off x="1051560" y="4818888"/>
            <a:ext cx="10058400" cy="429768"/>
          </a:xfrm>
          <a:prstGeom prst="rect">
            <a:avLst/>
          </a:prstGeom>
          <a:noFill/>
        </p:spPr>
        <p:txBody>
          <a:bodyPr wrap="square" lIns="18288" rIns="18288" tIns="13716" bIns="0">
            <a:spAutoFit/>
          </a:bodyPr>
          <a:lstStyle/>
          <a:p>
            <a:pPr algn="l">
              <a:lnSpc>
                <a:spcPct val="112000"/>
              </a:lnSpc>
              <a:spcAft>
                <a:spcPts val="600"/>
              </a:spcAft>
              <a:defRPr sz="1900" b="1">
                <a:solidFill>
                  <a:srgbClr val="008B99"/>
                </a:solidFill>
                <a:latin typeface="Microsoft YaHei"/>
              </a:defRPr>
            </a:pPr>
            <a:r>
              <a:rPr>
                <a:latin typeface="Microsoft YaHei"/>
                <a:ea typeface="Microsoft YaHei"/>
                <a:cs typeface="Microsoft YaHei"/>
              </a:rPr>
              <a:t>基准：300 kW × 8760 h = 2628 MWh；制冷电耗降低约63.2%。</a:t>
            </a:r>
          </a:p>
        </p:txBody>
      </p:sp>
      <p:sp>
        <p:nvSpPr>
          <p:cNvPr id="47" name="Rounded Rectangle 46"/>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同一教学边界：PUE 1.40 → 约1.21；不代表真实工程或行业平均性能。</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把水算进去：WUE 与全年补水的数量级</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资料：教学假设：蒸发承担800 kW，6260 h/a；hfg=2450 kJ/kg，COC=3</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41</a:t>
            </a:r>
          </a:p>
        </p:txBody>
      </p:sp>
      <p:sp>
        <p:nvSpPr>
          <p:cNvPr id="6" name="Rounded Rectangle 5"/>
          <p:cNvSpPr/>
          <p:nvPr/>
        </p:nvSpPr>
        <p:spPr>
          <a:xfrm>
            <a:off x="914400" y="1783080"/>
            <a:ext cx="10332720" cy="93268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901952"/>
            <a:ext cx="10058400" cy="502920"/>
          </a:xfrm>
          <a:prstGeom prst="rect">
            <a:avLst/>
          </a:prstGeom>
          <a:noFill/>
        </p:spPr>
        <p:txBody>
          <a:bodyPr wrap="square" lIns="18288" rIns="18288" tIns="13716" bIns="0">
            <a:spAutoFit/>
          </a:bodyPr>
          <a:lstStyle/>
          <a:p>
            <a:pPr algn="l">
              <a:lnSpc>
                <a:spcPct val="112000"/>
              </a:lnSpc>
              <a:spcAft>
                <a:spcPts val="600"/>
              </a:spcAft>
              <a:defRPr sz="2500" b="1">
                <a:solidFill>
                  <a:srgbClr val="166DB3"/>
                </a:solidFill>
                <a:latin typeface="Microsoft YaHei"/>
              </a:defRPr>
            </a:pPr>
            <a:r>
              <a:rPr>
                <a:latin typeface="Microsoft YaHei"/>
                <a:ea typeface="Microsoft YaHei"/>
                <a:cs typeface="Microsoft YaHei"/>
              </a:rPr>
              <a:t>现场 WUE = 同期现场年用水量 / 同期IT设备电能</a:t>
            </a:r>
          </a:p>
        </p:txBody>
      </p:sp>
      <p:sp>
        <p:nvSpPr>
          <p:cNvPr id="8" name="TextBox 7"/>
          <p:cNvSpPr txBox="1"/>
          <p:nvPr/>
        </p:nvSpPr>
        <p:spPr>
          <a:xfrm>
            <a:off x="1051560" y="2441448"/>
            <a:ext cx="10058400" cy="228600"/>
          </a:xfrm>
          <a:prstGeom prst="rect">
            <a:avLst/>
          </a:prstGeom>
          <a:noFill/>
        </p:spPr>
        <p:txBody>
          <a:bodyPr wrap="square" lIns="18288" rIns="18288" tIns="13716" bIns="0">
            <a:spAutoFit/>
          </a:bodyPr>
          <a:lstStyle/>
          <a:p>
            <a:pPr algn="l">
              <a:lnSpc>
                <a:spcPct val="112000"/>
              </a:lnSpc>
              <a:spcAft>
                <a:spcPts val="600"/>
              </a:spcAft>
              <a:defRPr sz="1000" b="0">
                <a:solidFill>
                  <a:srgbClr val="607488"/>
                </a:solidFill>
                <a:latin typeface="Microsoft YaHei"/>
              </a:defRPr>
            </a:pPr>
            <a:r>
              <a:rPr>
                <a:latin typeface="Microsoft YaHei"/>
                <a:ea typeface="Microsoft YaHei"/>
                <a:cs typeface="Microsoft YaHei"/>
              </a:rPr>
              <a:t>单位常用 L/kWh；本页仅包含示例补水，不含上游发电用水与其他现场用水</a:t>
            </a:r>
          </a:p>
        </p:txBody>
      </p:sp>
      <p:sp>
        <p:nvSpPr>
          <p:cNvPr id="9" name="TextBox 8"/>
          <p:cNvSpPr txBox="1"/>
          <p:nvPr/>
        </p:nvSpPr>
        <p:spPr>
          <a:xfrm>
            <a:off x="1097280" y="3054096"/>
            <a:ext cx="9875520" cy="1371600"/>
          </a:xfrm>
          <a:prstGeom prst="rect">
            <a:avLst/>
          </a:prstGeom>
          <a:noFill/>
        </p:spPr>
        <p:txBody>
          <a:bodyPr wrap="square" lIns="18288" rIns="18288" tIns="13716" bIns="0">
            <a:spAutoFit/>
          </a:bodyPr>
          <a:lstStyle/>
          <a:p>
            <a:pPr algn="l">
              <a:lnSpc>
                <a:spcPct val="112000"/>
              </a:lnSpc>
              <a:spcAft>
                <a:spcPts val="600"/>
              </a:spcAft>
              <a:defRPr sz="2400" b="1">
                <a:solidFill>
                  <a:srgbClr val="008B99"/>
                </a:solidFill>
                <a:latin typeface="Microsoft YaHei"/>
              </a:defRPr>
            </a:pPr>
            <a:r>
              <a:rPr>
                <a:latin typeface="Microsoft YaHei"/>
                <a:ea typeface="Microsoft YaHei"/>
                <a:cs typeface="Microsoft YaHei"/>
              </a:rPr>
              <a:t>E ≈ 800 / 2450 = 0.327 kg/s ≈ 1.18 m³/h</a:t>
            </a:r>
          </a:p>
          <a:p>
            <a:pPr algn="l">
              <a:lnSpc>
                <a:spcPct val="112000"/>
              </a:lnSpc>
              <a:spcAft>
                <a:spcPts val="600"/>
              </a:spcAft>
              <a:defRPr sz="2400" b="1">
                <a:solidFill>
                  <a:srgbClr val="008B99"/>
                </a:solidFill>
                <a:latin typeface="Microsoft YaHei"/>
              </a:defRPr>
            </a:pPr>
            <a:r>
              <a:rPr>
                <a:latin typeface="Microsoft YaHei"/>
                <a:ea typeface="Microsoft YaHei"/>
                <a:cs typeface="Microsoft YaHei"/>
              </a:rPr>
              <a:t>M ≈ E × 3 / (3−1) ≈ 1.76 m³/h</a:t>
            </a:r>
          </a:p>
          <a:p>
            <a:pPr algn="l">
              <a:lnSpc>
                <a:spcPct val="112000"/>
              </a:lnSpc>
              <a:spcAft>
                <a:spcPts val="600"/>
              </a:spcAft>
              <a:defRPr sz="2400" b="1">
                <a:solidFill>
                  <a:srgbClr val="008B99"/>
                </a:solidFill>
                <a:latin typeface="Microsoft YaHei"/>
              </a:defRPr>
            </a:pPr>
            <a:r>
              <a:rPr>
                <a:latin typeface="Microsoft YaHei"/>
                <a:ea typeface="Microsoft YaHei"/>
                <a:cs typeface="Microsoft YaHei"/>
              </a:rPr>
              <a:t>年补水 ≈ 1.10万 m³；示例 WUE ≈ 1.26 L/kWh</a:t>
            </a:r>
          </a:p>
        </p:txBody>
      </p:sp>
      <p:sp>
        <p:nvSpPr>
          <p:cNvPr id="10" name="Rounded Rectangle 9"/>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系统评价至少同时报告：年用电、年用水、峰值补水和当地水资源约束。</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可靠性：节能设备也要经得起停水与故障</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资料：PDF②，第7页蓄水与冗余、第14页备份建议；系统工程整理</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42</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资源中断</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停水：蓄水＋切换＋限水策略。</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缺电：关键风机泵的供电保障。</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部件失效</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风机、泵、阀与换热芯体。</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冗余、隔离、旁通和可维护性。</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环境越界</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高湿、沙尘、烟气、极寒。</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预警、备用排热与安全降级。</a:t>
            </a:r>
          </a:p>
        </p:txBody>
      </p:sp>
      <p:sp>
        <p:nvSpPr>
          <p:cNvPr id="18" name="Rounded Rectangle 17"/>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通过故障情景检验方案；“平时能省电”不足以证明“关键时刻能持续排热”。</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选址与适配：气候只是第一道筛选</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资料：PDF②，第14页因地制宜建议；PDF①系统发展思路</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43</a:t>
            </a:r>
          </a:p>
        </p:txBody>
      </p:sp>
      <p:sp>
        <p:nvSpPr>
          <p:cNvPr id="6" name="Rectangle 5"/>
          <p:cNvSpPr/>
          <p:nvPr/>
        </p:nvSpPr>
        <p:spPr>
          <a:xfrm>
            <a:off x="859536" y="1783080"/>
            <a:ext cx="272034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250545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条件</a:t>
            </a:r>
          </a:p>
        </p:txBody>
      </p:sp>
      <p:sp>
        <p:nvSpPr>
          <p:cNvPr id="8" name="Rectangle 7"/>
          <p:cNvSpPr/>
          <p:nvPr/>
        </p:nvSpPr>
        <p:spPr>
          <a:xfrm>
            <a:off x="3602736" y="1783080"/>
            <a:ext cx="290322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1608" y="1874519"/>
            <a:ext cx="268833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潜在收益</a:t>
            </a:r>
          </a:p>
        </p:txBody>
      </p:sp>
      <p:sp>
        <p:nvSpPr>
          <p:cNvPr id="10" name="Rectangle 9"/>
          <p:cNvSpPr/>
          <p:nvPr/>
        </p:nvSpPr>
        <p:spPr>
          <a:xfrm>
            <a:off x="6528816" y="1783080"/>
            <a:ext cx="4786883"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1874519"/>
            <a:ext cx="4572000"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必须核对</a:t>
            </a:r>
          </a:p>
        </p:txBody>
      </p:sp>
      <p:sp>
        <p:nvSpPr>
          <p:cNvPr id="12" name="Rectangle 11"/>
          <p:cNvSpPr/>
          <p:nvPr/>
        </p:nvSpPr>
        <p:spPr>
          <a:xfrm>
            <a:off x="859536" y="2313432"/>
            <a:ext cx="272034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2523744" cy="70408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干燥／低湿球</a:t>
            </a:r>
          </a:p>
        </p:txBody>
      </p:sp>
      <p:sp>
        <p:nvSpPr>
          <p:cNvPr id="14" name="Rectangle 13"/>
          <p:cNvSpPr/>
          <p:nvPr/>
        </p:nvSpPr>
        <p:spPr>
          <a:xfrm>
            <a:off x="3602736" y="2313432"/>
            <a:ext cx="290322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2463" y="2395728"/>
            <a:ext cx="2706624"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湿模式潜力较大</a:t>
            </a:r>
          </a:p>
        </p:txBody>
      </p:sp>
      <p:sp>
        <p:nvSpPr>
          <p:cNvPr id="16" name="Rectangle 15"/>
          <p:cNvSpPr/>
          <p:nvPr/>
        </p:nvSpPr>
        <p:spPr>
          <a:xfrm>
            <a:off x="6528816" y="2313432"/>
            <a:ext cx="4786883"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38544" y="2395728"/>
            <a:ext cx="4590288"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补水保障、水质、沙尘与冬季防冻</a:t>
            </a:r>
          </a:p>
        </p:txBody>
      </p:sp>
      <p:sp>
        <p:nvSpPr>
          <p:cNvPr id="18" name="Rectangle 17"/>
          <p:cNvSpPr/>
          <p:nvPr/>
        </p:nvSpPr>
        <p:spPr>
          <a:xfrm>
            <a:off x="859536" y="3136391"/>
            <a:ext cx="2720340"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218688"/>
            <a:ext cx="2523744" cy="70408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寒冷／低干球</a:t>
            </a:r>
          </a:p>
        </p:txBody>
      </p:sp>
      <p:sp>
        <p:nvSpPr>
          <p:cNvPr id="20" name="Rectangle 19"/>
          <p:cNvSpPr/>
          <p:nvPr/>
        </p:nvSpPr>
        <p:spPr>
          <a:xfrm>
            <a:off x="3602736" y="3136391"/>
            <a:ext cx="2903220"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12463" y="3218688"/>
            <a:ext cx="2706624"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干模式时数可能较多</a:t>
            </a:r>
          </a:p>
        </p:txBody>
      </p:sp>
      <p:sp>
        <p:nvSpPr>
          <p:cNvPr id="22" name="Rectangle 21"/>
          <p:cNvSpPr/>
          <p:nvPr/>
        </p:nvSpPr>
        <p:spPr>
          <a:xfrm>
            <a:off x="6528816" y="3136391"/>
            <a:ext cx="4786883"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38544" y="3218688"/>
            <a:ext cx="4590288"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旁通、防冻、过冷与启停</a:t>
            </a:r>
          </a:p>
        </p:txBody>
      </p:sp>
      <p:sp>
        <p:nvSpPr>
          <p:cNvPr id="24" name="Rectangle 23"/>
          <p:cNvSpPr/>
          <p:nvPr/>
        </p:nvSpPr>
        <p:spPr>
          <a:xfrm>
            <a:off x="859536" y="3959352"/>
            <a:ext cx="272034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041648"/>
            <a:ext cx="2523744" cy="70408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湿热／高湿球</a:t>
            </a:r>
          </a:p>
        </p:txBody>
      </p:sp>
      <p:sp>
        <p:nvSpPr>
          <p:cNvPr id="26" name="Rectangle 25"/>
          <p:cNvSpPr/>
          <p:nvPr/>
        </p:nvSpPr>
        <p:spPr>
          <a:xfrm>
            <a:off x="3602736" y="3959352"/>
            <a:ext cx="290322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12463" y="4041648"/>
            <a:ext cx="2706624"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仍可承担部分预冷</a:t>
            </a:r>
          </a:p>
        </p:txBody>
      </p:sp>
      <p:sp>
        <p:nvSpPr>
          <p:cNvPr id="28" name="Rectangle 27"/>
          <p:cNvSpPr/>
          <p:nvPr/>
        </p:nvSpPr>
        <p:spPr>
          <a:xfrm>
            <a:off x="6528816" y="3959352"/>
            <a:ext cx="4786883"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38544" y="4041648"/>
            <a:ext cx="4590288" cy="70408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补冷容量、总功率与峰值可靠性</a:t>
            </a:r>
          </a:p>
        </p:txBody>
      </p:sp>
      <p:sp>
        <p:nvSpPr>
          <p:cNvPr id="30" name="Rounded Rectangle 29"/>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结论来自逐时仿真与工程约束，而不是“某地区一定适合／一定不适合”。</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从风冷到液冷：蒸发冷却没有退出，而是在冷源侧协同</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资料：PDF①，第9—11页蒸发冷与液冷融合；按功能重绘</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44</a:t>
            </a:r>
          </a:p>
        </p:txBody>
      </p:sp>
      <p:sp>
        <p:nvSpPr>
          <p:cNvPr id="6" name="Rounded Rectangle 5"/>
          <p:cNvSpPr/>
          <p:nvPr/>
        </p:nvSpPr>
        <p:spPr>
          <a:xfrm>
            <a:off x="877824" y="2039112"/>
            <a:ext cx="2487168" cy="2359152"/>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7824" y="2039112"/>
            <a:ext cx="50292" cy="2359152"/>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218541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芯片／冷板</a:t>
            </a:r>
          </a:p>
        </p:txBody>
      </p:sp>
      <p:sp>
        <p:nvSpPr>
          <p:cNvPr id="9" name="TextBox 8"/>
          <p:cNvSpPr txBox="1"/>
          <p:nvPr/>
        </p:nvSpPr>
        <p:spPr>
          <a:xfrm>
            <a:off x="1042415" y="2770632"/>
            <a:ext cx="2157984" cy="153619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IT侧取热</a:t>
            </a:r>
          </a:p>
        </p:txBody>
      </p:sp>
      <p:cxnSp>
        <p:nvCxnSpPr>
          <p:cNvPr id="10" name="Connector 9"/>
          <p:cNvCxnSpPr/>
          <p:nvPr/>
        </p:nvCxnSpPr>
        <p:spPr>
          <a:xfrm>
            <a:off x="3374136" y="3383280"/>
            <a:ext cx="128016" cy="0"/>
          </a:xfrm>
          <a:prstGeom prst="line">
            <a:avLst/>
          </a:prstGeom>
          <a:ln w="254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29584" y="2039112"/>
            <a:ext cx="2487168" cy="2359152"/>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9584" y="2039112"/>
            <a:ext cx="50292" cy="2359152"/>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4176" y="218541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CDU</a:t>
            </a:r>
          </a:p>
        </p:txBody>
      </p:sp>
      <p:sp>
        <p:nvSpPr>
          <p:cNvPr id="14" name="TextBox 13"/>
          <p:cNvSpPr txBox="1"/>
          <p:nvPr/>
        </p:nvSpPr>
        <p:spPr>
          <a:xfrm>
            <a:off x="3694176" y="2770632"/>
            <a:ext cx="2157984" cy="153619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隔离＋分配＋换热</a:t>
            </a:r>
          </a:p>
        </p:txBody>
      </p:sp>
      <p:cxnSp>
        <p:nvCxnSpPr>
          <p:cNvPr id="15" name="Connector 14"/>
          <p:cNvCxnSpPr/>
          <p:nvPr/>
        </p:nvCxnSpPr>
        <p:spPr>
          <a:xfrm>
            <a:off x="6025896" y="3383280"/>
            <a:ext cx="128016" cy="0"/>
          </a:xfrm>
          <a:prstGeom prst="line">
            <a:avLst/>
          </a:prstGeom>
          <a:ln w="254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81344" y="2039112"/>
            <a:ext cx="2487168" cy="2359152"/>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2039112"/>
            <a:ext cx="50292" cy="2359152"/>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18541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设施水回路</a:t>
            </a:r>
          </a:p>
        </p:txBody>
      </p:sp>
      <p:sp>
        <p:nvSpPr>
          <p:cNvPr id="19" name="TextBox 18"/>
          <p:cNvSpPr txBox="1"/>
          <p:nvPr/>
        </p:nvSpPr>
        <p:spPr>
          <a:xfrm>
            <a:off x="6345936" y="2770632"/>
            <a:ext cx="2157984" cy="153619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输送热量</a:t>
            </a:r>
          </a:p>
        </p:txBody>
      </p:sp>
      <p:cxnSp>
        <p:nvCxnSpPr>
          <p:cNvPr id="20" name="Connector 19"/>
          <p:cNvCxnSpPr/>
          <p:nvPr/>
        </p:nvCxnSpPr>
        <p:spPr>
          <a:xfrm>
            <a:off x="8677656" y="3383280"/>
            <a:ext cx="128016" cy="0"/>
          </a:xfrm>
          <a:prstGeom prst="line">
            <a:avLst/>
          </a:prstGeom>
          <a:ln w="25400">
            <a:solidFill>
              <a:srgbClr val="F3A2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33104" y="2039112"/>
            <a:ext cx="2487168" cy="2359152"/>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33104" y="2039112"/>
            <a:ext cx="50292" cy="2359152"/>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97696" y="2185416"/>
            <a:ext cx="2157984"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室外冷源</a:t>
            </a:r>
          </a:p>
        </p:txBody>
      </p:sp>
      <p:sp>
        <p:nvSpPr>
          <p:cNvPr id="24" name="TextBox 23"/>
          <p:cNvSpPr txBox="1"/>
          <p:nvPr/>
        </p:nvSpPr>
        <p:spPr>
          <a:xfrm>
            <a:off x="8997696" y="2770632"/>
            <a:ext cx="2157984" cy="1536192"/>
          </a:xfrm>
          <a:prstGeom prst="rect">
            <a:avLst/>
          </a:prstGeom>
          <a:noFill/>
        </p:spPr>
        <p:txBody>
          <a:bodyPr wrap="square" lIns="18288" rIns="18288" tIns="13716" bIns="0">
            <a:spAutoFit/>
          </a:bodyPr>
          <a:lstStyle/>
          <a:p>
            <a:pPr algn="l">
              <a:lnSpc>
                <a:spcPct val="112000"/>
              </a:lnSpc>
              <a:spcAft>
                <a:spcPts val="600"/>
              </a:spcAft>
              <a:defRPr sz="1700" b="0">
                <a:solidFill>
                  <a:srgbClr val="20364B"/>
                </a:solidFill>
                <a:latin typeface="Microsoft YaHei"/>
              </a:defRPr>
            </a:pPr>
            <a:r>
              <a:rPr>
                <a:latin typeface="Microsoft YaHei"/>
                <a:ea typeface="Microsoft YaHei"/>
                <a:cs typeface="Microsoft YaHei"/>
              </a:rPr>
              <a:t>蒸发冷却／干冷／补冷</a:t>
            </a:r>
          </a:p>
        </p:txBody>
      </p:sp>
      <p:sp>
        <p:nvSpPr>
          <p:cNvPr id="25" name="TextBox 24"/>
          <p:cNvSpPr txBox="1"/>
          <p:nvPr/>
        </p:nvSpPr>
        <p:spPr>
          <a:xfrm>
            <a:off x="1069848" y="4727448"/>
            <a:ext cx="9875520" cy="457200"/>
          </a:xfrm>
          <a:prstGeom prst="rect">
            <a:avLst/>
          </a:prstGeom>
          <a:noFill/>
        </p:spPr>
        <p:txBody>
          <a:bodyPr wrap="square" lIns="18288" rIns="18288" tIns="13716" bIns="0">
            <a:spAutoFit/>
          </a:bodyPr>
          <a:lstStyle/>
          <a:p>
            <a:pPr algn="l">
              <a:lnSpc>
                <a:spcPct val="112000"/>
              </a:lnSpc>
              <a:spcAft>
                <a:spcPts val="600"/>
              </a:spcAft>
              <a:defRPr sz="2000" b="1">
                <a:solidFill>
                  <a:srgbClr val="008B99"/>
                </a:solidFill>
                <a:latin typeface="Microsoft YaHei"/>
              </a:defRPr>
            </a:pPr>
            <a:r>
              <a:rPr>
                <a:latin typeface="Microsoft YaHei"/>
                <a:ea typeface="Microsoft YaHei"/>
                <a:cs typeface="Microsoft YaHei"/>
              </a:rPr>
              <a:t>液冷回路＋残余风冷＋共同冷源：重点是温度等级、回路隔离和系统协同。</a:t>
            </a:r>
          </a:p>
        </p:txBody>
      </p:sp>
      <p:sp>
        <p:nvSpPr>
          <p:cNvPr id="26" name="Rounded Rectangle 25"/>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提高可接受冷却温度，有利于利用自然冷源；仍需逐项核对端差与设备约束。</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综合练习：给这座假想机房选择运行模式</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3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资料：课堂练习；沿用回风38 ℃、目标26 ℃、εdry=0.70、εwb=0.75</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45</a:t>
            </a:r>
          </a:p>
        </p:txBody>
      </p:sp>
      <p:sp>
        <p:nvSpPr>
          <p:cNvPr id="6" name="Rectangle 5"/>
          <p:cNvSpPr/>
          <p:nvPr/>
        </p:nvSpPr>
        <p:spPr>
          <a:xfrm>
            <a:off x="859536" y="1783080"/>
            <a:ext cx="134874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1133856" cy="393192"/>
          </a:xfrm>
          <a:prstGeom prst="rect">
            <a:avLst/>
          </a:prstGeom>
          <a:noFill/>
        </p:spPr>
        <p:txBody>
          <a:bodyPr wrap="square" lIns="18288" rIns="18288" tIns="13716" bIns="0">
            <a:spAutoFit/>
          </a:bodyPr>
          <a:lstStyle/>
          <a:p>
            <a:pPr algn="l">
              <a:lnSpc>
                <a:spcPct val="112000"/>
              </a:lnSpc>
              <a:spcAft>
                <a:spcPts val="600"/>
              </a:spcAft>
              <a:defRPr sz="2000" b="1">
                <a:solidFill>
                  <a:srgbClr val="FFFFFF"/>
                </a:solidFill>
                <a:latin typeface="Microsoft YaHei"/>
              </a:defRPr>
            </a:pPr>
            <a:r>
              <a:rPr>
                <a:latin typeface="Microsoft YaHei"/>
                <a:ea typeface="Microsoft YaHei"/>
                <a:cs typeface="Microsoft YaHei"/>
              </a:rPr>
              <a:t>工况</a:t>
            </a:r>
          </a:p>
        </p:txBody>
      </p:sp>
      <p:sp>
        <p:nvSpPr>
          <p:cNvPr id="8" name="Rectangle 7"/>
          <p:cNvSpPr/>
          <p:nvPr/>
        </p:nvSpPr>
        <p:spPr>
          <a:xfrm>
            <a:off x="2231136" y="1783080"/>
            <a:ext cx="294894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50008" y="1874519"/>
            <a:ext cx="2734056" cy="393192"/>
          </a:xfrm>
          <a:prstGeom prst="rect">
            <a:avLst/>
          </a:prstGeom>
          <a:noFill/>
        </p:spPr>
        <p:txBody>
          <a:bodyPr wrap="square" lIns="18288" rIns="18288" tIns="13716" bIns="0">
            <a:spAutoFit/>
          </a:bodyPr>
          <a:lstStyle/>
          <a:p>
            <a:pPr algn="l">
              <a:lnSpc>
                <a:spcPct val="112000"/>
              </a:lnSpc>
              <a:spcAft>
                <a:spcPts val="600"/>
              </a:spcAft>
              <a:defRPr sz="2000" b="1">
                <a:solidFill>
                  <a:srgbClr val="FFFFFF"/>
                </a:solidFill>
                <a:latin typeface="Microsoft YaHei"/>
              </a:defRPr>
            </a:pPr>
            <a:r>
              <a:rPr>
                <a:latin typeface="Microsoft YaHei"/>
                <a:ea typeface="Microsoft YaHei"/>
                <a:cs typeface="Microsoft YaHei"/>
              </a:rPr>
              <a:t>室外干球 / 湿球</a:t>
            </a:r>
          </a:p>
        </p:txBody>
      </p:sp>
      <p:sp>
        <p:nvSpPr>
          <p:cNvPr id="10" name="Rectangle 9"/>
          <p:cNvSpPr/>
          <p:nvPr/>
        </p:nvSpPr>
        <p:spPr>
          <a:xfrm>
            <a:off x="5202936" y="1783080"/>
            <a:ext cx="290322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21807" y="1874519"/>
            <a:ext cx="2688336" cy="393192"/>
          </a:xfrm>
          <a:prstGeom prst="rect">
            <a:avLst/>
          </a:prstGeom>
          <a:noFill/>
        </p:spPr>
        <p:txBody>
          <a:bodyPr wrap="square" lIns="18288" rIns="18288" tIns="13716" bIns="0">
            <a:spAutoFit/>
          </a:bodyPr>
          <a:lstStyle/>
          <a:p>
            <a:pPr algn="l">
              <a:lnSpc>
                <a:spcPct val="112000"/>
              </a:lnSpc>
              <a:spcAft>
                <a:spcPts val="600"/>
              </a:spcAft>
              <a:defRPr sz="2000" b="1">
                <a:solidFill>
                  <a:srgbClr val="FFFFFF"/>
                </a:solidFill>
                <a:latin typeface="Microsoft YaHei"/>
              </a:defRPr>
            </a:pPr>
            <a:r>
              <a:rPr>
                <a:latin typeface="Microsoft YaHei"/>
                <a:ea typeface="Microsoft YaHei"/>
                <a:cs typeface="Microsoft YaHei"/>
              </a:rPr>
              <a:t>你选择的模式</a:t>
            </a:r>
          </a:p>
        </p:txBody>
      </p:sp>
      <p:sp>
        <p:nvSpPr>
          <p:cNvPr id="12" name="Rectangle 11"/>
          <p:cNvSpPr/>
          <p:nvPr/>
        </p:nvSpPr>
        <p:spPr>
          <a:xfrm>
            <a:off x="8129016" y="1783080"/>
            <a:ext cx="318668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874519"/>
            <a:ext cx="2971800" cy="393192"/>
          </a:xfrm>
          <a:prstGeom prst="rect">
            <a:avLst/>
          </a:prstGeom>
          <a:noFill/>
        </p:spPr>
        <p:txBody>
          <a:bodyPr wrap="square" lIns="18288" rIns="18288" tIns="13716" bIns="0">
            <a:spAutoFit/>
          </a:bodyPr>
          <a:lstStyle/>
          <a:p>
            <a:pPr algn="l">
              <a:lnSpc>
                <a:spcPct val="112000"/>
              </a:lnSpc>
              <a:spcAft>
                <a:spcPts val="600"/>
              </a:spcAft>
              <a:defRPr sz="2000" b="1">
                <a:solidFill>
                  <a:srgbClr val="FFFFFF"/>
                </a:solidFill>
                <a:latin typeface="Microsoft YaHei"/>
              </a:defRPr>
            </a:pPr>
            <a:r>
              <a:rPr>
                <a:latin typeface="Microsoft YaHei"/>
                <a:ea typeface="Microsoft YaHei"/>
                <a:cs typeface="Microsoft YaHei"/>
              </a:rPr>
              <a:t>你还需要核对什么？</a:t>
            </a:r>
          </a:p>
        </p:txBody>
      </p:sp>
      <p:sp>
        <p:nvSpPr>
          <p:cNvPr id="14" name="Rectangle 13"/>
          <p:cNvSpPr/>
          <p:nvPr/>
        </p:nvSpPr>
        <p:spPr>
          <a:xfrm>
            <a:off x="859536" y="2313432"/>
            <a:ext cx="134874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395728"/>
            <a:ext cx="1152144" cy="704088"/>
          </a:xfrm>
          <a:prstGeom prst="rect">
            <a:avLst/>
          </a:prstGeom>
          <a:noFill/>
        </p:spPr>
        <p:txBody>
          <a:bodyPr wrap="square" lIns="18288" rIns="18288" tIns="13716" bIns="0">
            <a:spAutoFit/>
          </a:bodyPr>
          <a:lstStyle/>
          <a:p>
            <a:pPr algn="l">
              <a:lnSpc>
                <a:spcPct val="112000"/>
              </a:lnSpc>
              <a:spcAft>
                <a:spcPts val="600"/>
              </a:spcAft>
              <a:defRPr sz="2000" b="1">
                <a:solidFill>
                  <a:srgbClr val="166DB3"/>
                </a:solidFill>
                <a:latin typeface="Microsoft YaHei"/>
              </a:defRPr>
            </a:pPr>
            <a:r>
              <a:rPr>
                <a:latin typeface="Microsoft YaHei"/>
                <a:ea typeface="Microsoft YaHei"/>
                <a:cs typeface="Microsoft YaHei"/>
              </a:rPr>
              <a:t>A</a:t>
            </a:r>
          </a:p>
        </p:txBody>
      </p:sp>
      <p:sp>
        <p:nvSpPr>
          <p:cNvPr id="16" name="Rectangle 15"/>
          <p:cNvSpPr/>
          <p:nvPr/>
        </p:nvSpPr>
        <p:spPr>
          <a:xfrm>
            <a:off x="2231136" y="2313432"/>
            <a:ext cx="294894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40864" y="2395728"/>
            <a:ext cx="2752344"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10 / 8 ℃</a:t>
            </a:r>
          </a:p>
        </p:txBody>
      </p:sp>
      <p:sp>
        <p:nvSpPr>
          <p:cNvPr id="18" name="Rectangle 17"/>
          <p:cNvSpPr/>
          <p:nvPr/>
        </p:nvSpPr>
        <p:spPr>
          <a:xfrm>
            <a:off x="5202936" y="2313432"/>
            <a:ext cx="290322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2664" y="2395728"/>
            <a:ext cx="2706624"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a:t>
            </a:r>
          </a:p>
        </p:txBody>
      </p:sp>
      <p:sp>
        <p:nvSpPr>
          <p:cNvPr id="20" name="Rectangle 19"/>
          <p:cNvSpPr/>
          <p:nvPr/>
        </p:nvSpPr>
        <p:spPr>
          <a:xfrm>
            <a:off x="8129016" y="2313432"/>
            <a:ext cx="3186684"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2395728"/>
            <a:ext cx="2990087"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a:t>
            </a:r>
          </a:p>
        </p:txBody>
      </p:sp>
      <p:sp>
        <p:nvSpPr>
          <p:cNvPr id="22" name="Rectangle 21"/>
          <p:cNvSpPr/>
          <p:nvPr/>
        </p:nvSpPr>
        <p:spPr>
          <a:xfrm>
            <a:off x="859536" y="3136391"/>
            <a:ext cx="1348740"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3218688"/>
            <a:ext cx="1152144" cy="704088"/>
          </a:xfrm>
          <a:prstGeom prst="rect">
            <a:avLst/>
          </a:prstGeom>
          <a:noFill/>
        </p:spPr>
        <p:txBody>
          <a:bodyPr wrap="square" lIns="18288" rIns="18288" tIns="13716" bIns="0">
            <a:spAutoFit/>
          </a:bodyPr>
          <a:lstStyle/>
          <a:p>
            <a:pPr algn="l">
              <a:lnSpc>
                <a:spcPct val="112000"/>
              </a:lnSpc>
              <a:spcAft>
                <a:spcPts val="600"/>
              </a:spcAft>
              <a:defRPr sz="2000" b="1">
                <a:solidFill>
                  <a:srgbClr val="166DB3"/>
                </a:solidFill>
                <a:latin typeface="Microsoft YaHei"/>
              </a:defRPr>
            </a:pPr>
            <a:r>
              <a:rPr>
                <a:latin typeface="Microsoft YaHei"/>
                <a:ea typeface="Microsoft YaHei"/>
                <a:cs typeface="Microsoft YaHei"/>
              </a:rPr>
              <a:t>B</a:t>
            </a:r>
          </a:p>
        </p:txBody>
      </p:sp>
      <p:sp>
        <p:nvSpPr>
          <p:cNvPr id="24" name="Rectangle 23"/>
          <p:cNvSpPr/>
          <p:nvPr/>
        </p:nvSpPr>
        <p:spPr>
          <a:xfrm>
            <a:off x="2231136" y="3136391"/>
            <a:ext cx="2948940"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40864" y="3218688"/>
            <a:ext cx="2752344"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32 / 20 ℃</a:t>
            </a:r>
          </a:p>
        </p:txBody>
      </p:sp>
      <p:sp>
        <p:nvSpPr>
          <p:cNvPr id="26" name="Rectangle 25"/>
          <p:cNvSpPr/>
          <p:nvPr/>
        </p:nvSpPr>
        <p:spPr>
          <a:xfrm>
            <a:off x="5202936" y="3136391"/>
            <a:ext cx="2903220"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12664" y="3218688"/>
            <a:ext cx="2706624"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a:t>
            </a:r>
          </a:p>
        </p:txBody>
      </p:sp>
      <p:sp>
        <p:nvSpPr>
          <p:cNvPr id="28" name="Rectangle 27"/>
          <p:cNvSpPr/>
          <p:nvPr/>
        </p:nvSpPr>
        <p:spPr>
          <a:xfrm>
            <a:off x="8129016" y="3136391"/>
            <a:ext cx="3186684" cy="8001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38744" y="3218688"/>
            <a:ext cx="2990087"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a:t>
            </a:r>
          </a:p>
        </p:txBody>
      </p:sp>
      <p:sp>
        <p:nvSpPr>
          <p:cNvPr id="30" name="Rectangle 29"/>
          <p:cNvSpPr/>
          <p:nvPr/>
        </p:nvSpPr>
        <p:spPr>
          <a:xfrm>
            <a:off x="859536" y="3959352"/>
            <a:ext cx="134874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041648"/>
            <a:ext cx="1152144" cy="704088"/>
          </a:xfrm>
          <a:prstGeom prst="rect">
            <a:avLst/>
          </a:prstGeom>
          <a:noFill/>
        </p:spPr>
        <p:txBody>
          <a:bodyPr wrap="square" lIns="18288" rIns="18288" tIns="13716" bIns="0">
            <a:spAutoFit/>
          </a:bodyPr>
          <a:lstStyle/>
          <a:p>
            <a:pPr algn="l">
              <a:lnSpc>
                <a:spcPct val="112000"/>
              </a:lnSpc>
              <a:spcAft>
                <a:spcPts val="600"/>
              </a:spcAft>
              <a:defRPr sz="2000" b="1">
                <a:solidFill>
                  <a:srgbClr val="166DB3"/>
                </a:solidFill>
                <a:latin typeface="Microsoft YaHei"/>
              </a:defRPr>
            </a:pPr>
            <a:r>
              <a:rPr>
                <a:latin typeface="Microsoft YaHei"/>
                <a:ea typeface="Microsoft YaHei"/>
                <a:cs typeface="Microsoft YaHei"/>
              </a:rPr>
              <a:t>C</a:t>
            </a:r>
          </a:p>
        </p:txBody>
      </p:sp>
      <p:sp>
        <p:nvSpPr>
          <p:cNvPr id="32" name="Rectangle 31"/>
          <p:cNvSpPr/>
          <p:nvPr/>
        </p:nvSpPr>
        <p:spPr>
          <a:xfrm>
            <a:off x="2231136" y="3959352"/>
            <a:ext cx="294894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40864" y="4041648"/>
            <a:ext cx="2752344"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35 / 27 ℃</a:t>
            </a:r>
          </a:p>
        </p:txBody>
      </p:sp>
      <p:sp>
        <p:nvSpPr>
          <p:cNvPr id="34" name="Rectangle 33"/>
          <p:cNvSpPr/>
          <p:nvPr/>
        </p:nvSpPr>
        <p:spPr>
          <a:xfrm>
            <a:off x="5202936" y="3959352"/>
            <a:ext cx="2903220"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12664" y="4041648"/>
            <a:ext cx="2706624"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a:t>
            </a:r>
          </a:p>
        </p:txBody>
      </p:sp>
      <p:sp>
        <p:nvSpPr>
          <p:cNvPr id="36" name="Rectangle 35"/>
          <p:cNvSpPr/>
          <p:nvPr/>
        </p:nvSpPr>
        <p:spPr>
          <a:xfrm>
            <a:off x="8129016" y="3959352"/>
            <a:ext cx="3186684" cy="80010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38744" y="4041648"/>
            <a:ext cx="2990087" cy="704088"/>
          </a:xfrm>
          <a:prstGeom prst="rect">
            <a:avLst/>
          </a:prstGeom>
          <a:noFill/>
        </p:spPr>
        <p:txBody>
          <a:bodyPr wrap="square" lIns="18288" rIns="18288" tIns="13716" bIns="0">
            <a:spAutoFit/>
          </a:bodyPr>
          <a:lstStyle/>
          <a:p>
            <a:pPr algn="l">
              <a:lnSpc>
                <a:spcPct val="112000"/>
              </a:lnSpc>
              <a:spcAft>
                <a:spcPts val="600"/>
              </a:spcAft>
              <a:defRPr sz="2000" b="0">
                <a:solidFill>
                  <a:srgbClr val="20364B"/>
                </a:solidFill>
                <a:latin typeface="Microsoft YaHei"/>
              </a:defRPr>
            </a:pPr>
            <a:r>
              <a:rPr>
                <a:latin typeface="Microsoft YaHei"/>
                <a:ea typeface="Microsoft YaHei"/>
                <a:cs typeface="Microsoft YaHei"/>
              </a:rPr>
              <a:t>？</a:t>
            </a:r>
          </a:p>
        </p:txBody>
      </p:sp>
      <p:sp>
        <p:nvSpPr>
          <p:cNvPr id="38" name="Rounded Rectangle 37"/>
          <p:cNvSpPr/>
          <p:nvPr/>
        </p:nvSpPr>
        <p:spPr>
          <a:xfrm>
            <a:off x="859536" y="5431536"/>
            <a:ext cx="10479024" cy="429768"/>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F3A21B"/>
                </a:solidFill>
                <a:latin typeface="Microsoft YaHei"/>
              </a:defRPr>
            </a:pPr>
            <a:r>
              <a:rPr>
                <a:latin typeface="Microsoft YaHei"/>
                <a:ea typeface="Microsoft YaHei"/>
                <a:cs typeface="Microsoft YaHei"/>
              </a:rPr>
              <a:t>每组提交：模式＋计算理由＋一个工程风险。</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综合练习答案：数字达标之后，还要看什么？</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2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资料：课堂练习答案；温度为简化设备出口值</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46</a:t>
            </a:r>
          </a:p>
        </p:txBody>
      </p:sp>
      <p:sp>
        <p:nvSpPr>
          <p:cNvPr id="6" name="Rectangle 5"/>
          <p:cNvSpPr/>
          <p:nvPr/>
        </p:nvSpPr>
        <p:spPr>
          <a:xfrm>
            <a:off x="859536" y="1783080"/>
            <a:ext cx="1120140"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7" y="1874519"/>
            <a:ext cx="90525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工况</a:t>
            </a:r>
          </a:p>
        </p:txBody>
      </p:sp>
      <p:sp>
        <p:nvSpPr>
          <p:cNvPr id="8" name="Rectangle 7"/>
          <p:cNvSpPr/>
          <p:nvPr/>
        </p:nvSpPr>
        <p:spPr>
          <a:xfrm>
            <a:off x="2002536" y="1783080"/>
            <a:ext cx="4411979"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1408" y="1874519"/>
            <a:ext cx="4197096"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简化计算结果</a:t>
            </a:r>
          </a:p>
        </p:txBody>
      </p:sp>
      <p:sp>
        <p:nvSpPr>
          <p:cNvPr id="10" name="Rectangle 9"/>
          <p:cNvSpPr/>
          <p:nvPr/>
        </p:nvSpPr>
        <p:spPr>
          <a:xfrm>
            <a:off x="6437375" y="1783080"/>
            <a:ext cx="4878324" cy="502920"/>
          </a:xfrm>
          <a:prstGeom prst="rect">
            <a:avLst/>
          </a:prstGeom>
          <a:solidFill>
            <a:srgbClr val="07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6247" y="1874519"/>
            <a:ext cx="4663440" cy="393192"/>
          </a:xfrm>
          <a:prstGeom prst="rect">
            <a:avLst/>
          </a:prstGeom>
          <a:noFill/>
        </p:spPr>
        <p:txBody>
          <a:bodyPr wrap="square" lIns="18288" rIns="18288" tIns="13716" bIns="0">
            <a:spAutoFit/>
          </a:bodyPr>
          <a:lstStyle/>
          <a:p>
            <a:pPr algn="l">
              <a:lnSpc>
                <a:spcPct val="112000"/>
              </a:lnSpc>
              <a:spcAft>
                <a:spcPts val="600"/>
              </a:spcAft>
              <a:defRPr sz="1800" b="1">
                <a:solidFill>
                  <a:srgbClr val="FFFFFF"/>
                </a:solidFill>
                <a:latin typeface="Microsoft YaHei"/>
              </a:defRPr>
            </a:pPr>
            <a:r>
              <a:rPr>
                <a:latin typeface="Microsoft YaHei"/>
                <a:ea typeface="Microsoft YaHei"/>
                <a:cs typeface="Microsoft YaHei"/>
              </a:rPr>
              <a:t>模式判断与工程提醒</a:t>
            </a:r>
          </a:p>
        </p:txBody>
      </p:sp>
      <p:sp>
        <p:nvSpPr>
          <p:cNvPr id="12" name="Rectangle 11"/>
          <p:cNvSpPr/>
          <p:nvPr/>
        </p:nvSpPr>
        <p:spPr>
          <a:xfrm>
            <a:off x="859536" y="2313432"/>
            <a:ext cx="1120140" cy="8915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395728"/>
            <a:ext cx="923544" cy="79552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A</a:t>
            </a:r>
          </a:p>
        </p:txBody>
      </p:sp>
      <p:sp>
        <p:nvSpPr>
          <p:cNvPr id="14" name="Rectangle 13"/>
          <p:cNvSpPr/>
          <p:nvPr/>
        </p:nvSpPr>
        <p:spPr>
          <a:xfrm>
            <a:off x="2002536" y="2313432"/>
            <a:ext cx="4411979" cy="8915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12264" y="2395728"/>
            <a:ext cx="4215383" cy="79552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干式：38−0.70×28 = 18.4 ℃</a:t>
            </a:r>
          </a:p>
        </p:txBody>
      </p:sp>
      <p:sp>
        <p:nvSpPr>
          <p:cNvPr id="16" name="Rectangle 15"/>
          <p:cNvSpPr/>
          <p:nvPr/>
        </p:nvSpPr>
        <p:spPr>
          <a:xfrm>
            <a:off x="6437375" y="2313432"/>
            <a:ext cx="4878324" cy="8915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3" y="2395728"/>
            <a:ext cx="4681728" cy="79552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干模式可达；需调节、防过冷与防冻</a:t>
            </a:r>
          </a:p>
        </p:txBody>
      </p:sp>
      <p:sp>
        <p:nvSpPr>
          <p:cNvPr id="18" name="Rectangle 17"/>
          <p:cNvSpPr/>
          <p:nvPr/>
        </p:nvSpPr>
        <p:spPr>
          <a:xfrm>
            <a:off x="859536" y="3227832"/>
            <a:ext cx="1120140" cy="8915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310128"/>
            <a:ext cx="923544" cy="79552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B</a:t>
            </a:r>
          </a:p>
        </p:txBody>
      </p:sp>
      <p:sp>
        <p:nvSpPr>
          <p:cNvPr id="20" name="Rectangle 19"/>
          <p:cNvSpPr/>
          <p:nvPr/>
        </p:nvSpPr>
        <p:spPr>
          <a:xfrm>
            <a:off x="2002536" y="3227832"/>
            <a:ext cx="4411979" cy="8915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12264" y="3310128"/>
            <a:ext cx="4215383" cy="79552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干式33.8 ℃；湿式24.5 ℃</a:t>
            </a:r>
          </a:p>
        </p:txBody>
      </p:sp>
      <p:sp>
        <p:nvSpPr>
          <p:cNvPr id="22" name="Rectangle 21"/>
          <p:cNvSpPr/>
          <p:nvPr/>
        </p:nvSpPr>
        <p:spPr>
          <a:xfrm>
            <a:off x="6437375" y="3227832"/>
            <a:ext cx="4878324" cy="89154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47103" y="3310128"/>
            <a:ext cx="4681728" cy="79552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湿模式有潜力；核对温升、水与裕量</a:t>
            </a:r>
          </a:p>
        </p:txBody>
      </p:sp>
      <p:sp>
        <p:nvSpPr>
          <p:cNvPr id="24" name="Rectangle 23"/>
          <p:cNvSpPr/>
          <p:nvPr/>
        </p:nvSpPr>
        <p:spPr>
          <a:xfrm>
            <a:off x="859536" y="4142231"/>
            <a:ext cx="1120140" cy="8915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224528"/>
            <a:ext cx="923544" cy="795528"/>
          </a:xfrm>
          <a:prstGeom prst="rect">
            <a:avLst/>
          </a:prstGeom>
          <a:noFill/>
        </p:spPr>
        <p:txBody>
          <a:bodyPr wrap="square" lIns="18288" rIns="18288" tIns="13716" bIns="0">
            <a:spAutoFit/>
          </a:bodyPr>
          <a:lstStyle/>
          <a:p>
            <a:pPr algn="l">
              <a:lnSpc>
                <a:spcPct val="112000"/>
              </a:lnSpc>
              <a:spcAft>
                <a:spcPts val="600"/>
              </a:spcAft>
              <a:defRPr sz="1800" b="1">
                <a:solidFill>
                  <a:srgbClr val="166DB3"/>
                </a:solidFill>
                <a:latin typeface="Microsoft YaHei"/>
              </a:defRPr>
            </a:pPr>
            <a:r>
              <a:rPr>
                <a:latin typeface="Microsoft YaHei"/>
                <a:ea typeface="Microsoft YaHei"/>
                <a:cs typeface="Microsoft YaHei"/>
              </a:rPr>
              <a:t>C</a:t>
            </a:r>
          </a:p>
        </p:txBody>
      </p:sp>
      <p:sp>
        <p:nvSpPr>
          <p:cNvPr id="26" name="Rectangle 25"/>
          <p:cNvSpPr/>
          <p:nvPr/>
        </p:nvSpPr>
        <p:spPr>
          <a:xfrm>
            <a:off x="2002536" y="4142231"/>
            <a:ext cx="4411979" cy="8915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12264" y="4224528"/>
            <a:ext cx="4215383" cy="79552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湿式：38−0.75×11 = 29.75 ℃</a:t>
            </a:r>
          </a:p>
        </p:txBody>
      </p:sp>
      <p:sp>
        <p:nvSpPr>
          <p:cNvPr id="28" name="Rectangle 27"/>
          <p:cNvSpPr/>
          <p:nvPr/>
        </p:nvSpPr>
        <p:spPr>
          <a:xfrm>
            <a:off x="6437375" y="4142231"/>
            <a:ext cx="4878324" cy="891540"/>
          </a:xfrm>
          <a:prstGeom prst="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47103" y="4224528"/>
            <a:ext cx="4681728" cy="795528"/>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需要补冷；上一算例约313 kW</a:t>
            </a:r>
          </a:p>
        </p:txBody>
      </p:sp>
      <p:sp>
        <p:nvSpPr>
          <p:cNvPr id="30" name="Rounded Rectangle 29"/>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可行性回答“能不能”；优化还要回答“哪一种总代价更低”。</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从本科知识走向研究：三个值得追问的方向</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1.5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资料：依据PDF①融合发展、PDF②改进方向与EnergyPlus模型整理</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47</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器件与材料</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高效润湿、低压降、抗结垢。</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验证长期性能与体积冷量比。</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模型与控制</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气象／负荷预测、性能辨识。</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电—水—可靠性多目标优化。</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风液协同</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温度等级与冷源共享。</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残余风冷、液冷回路与余热利用。</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好的研究问题：有明确边界、可测指标、对照基准，以及可重复的验证。</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带走五句话：原理、系统和评价要连起来</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02  数据中心应用  /  1 min</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资料：全课总结；PDF①、②及EnergyPlus参考</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48</a:t>
            </a:r>
          </a:p>
        </p:txBody>
      </p:sp>
      <p:sp>
        <p:nvSpPr>
          <p:cNvPr id="6" name="Rounded Rectangle 5"/>
          <p:cNvSpPr/>
          <p:nvPr/>
        </p:nvSpPr>
        <p:spPr>
          <a:xfrm>
            <a:off x="914400" y="1773936"/>
            <a:ext cx="475488" cy="320040"/>
          </a:xfrm>
          <a:prstGeom prst="roundRect">
            <a:avLst>
              <a:gd name="adj" fmla="val 12000"/>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805939"/>
            <a:ext cx="329184" cy="274320"/>
          </a:xfrm>
          <a:prstGeom prst="rect">
            <a:avLst/>
          </a:prstGeom>
          <a:noFill/>
        </p:spPr>
        <p:txBody>
          <a:bodyPr wrap="square" lIns="18288" rIns="18288" tIns="13716" bIns="0">
            <a:spAutoFit/>
          </a:bodyPr>
          <a:lstStyle/>
          <a:p>
            <a:pPr algn="l">
              <a:lnSpc>
                <a:spcPct val="112000"/>
              </a:lnSpc>
              <a:spcAft>
                <a:spcPts val="600"/>
              </a:spcAft>
              <a:defRPr sz="1000" b="1">
                <a:solidFill>
                  <a:srgbClr val="FFFFFF"/>
                </a:solidFill>
                <a:latin typeface="Microsoft YaHei"/>
              </a:defRPr>
            </a:pPr>
            <a:r>
              <a:rPr>
                <a:latin typeface="Microsoft YaHei"/>
                <a:ea typeface="Microsoft YaHei"/>
                <a:cs typeface="Microsoft YaHei"/>
              </a:rPr>
              <a:t>1</a:t>
            </a:r>
          </a:p>
        </p:txBody>
      </p:sp>
      <p:sp>
        <p:nvSpPr>
          <p:cNvPr id="8" name="TextBox 7"/>
          <p:cNvSpPr txBox="1"/>
          <p:nvPr/>
        </p:nvSpPr>
        <p:spPr>
          <a:xfrm>
            <a:off x="1600200" y="1746504"/>
            <a:ext cx="9601200" cy="521207"/>
          </a:xfrm>
          <a:prstGeom prst="rect">
            <a:avLst/>
          </a:prstGeom>
          <a:noFill/>
        </p:spPr>
        <p:txBody>
          <a:bodyPr wrap="square" lIns="18288" rIns="18288" tIns="13716" bIns="0">
            <a:spAutoFit/>
          </a:bodyPr>
          <a:lstStyle/>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两股空气隔离：一次侧显冷，湿侧向室外排热。</a:t>
            </a:r>
          </a:p>
        </p:txBody>
      </p:sp>
      <p:sp>
        <p:nvSpPr>
          <p:cNvPr id="9" name="Rounded Rectangle 8"/>
          <p:cNvSpPr/>
          <p:nvPr/>
        </p:nvSpPr>
        <p:spPr>
          <a:xfrm>
            <a:off x="914400" y="2487168"/>
            <a:ext cx="475488" cy="320040"/>
          </a:xfrm>
          <a:prstGeom prst="roundRect">
            <a:avLst>
              <a:gd name="adj" fmla="val 12000"/>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519172"/>
            <a:ext cx="329184" cy="274320"/>
          </a:xfrm>
          <a:prstGeom prst="rect">
            <a:avLst/>
          </a:prstGeom>
          <a:noFill/>
        </p:spPr>
        <p:txBody>
          <a:bodyPr wrap="square" lIns="18288" rIns="18288" tIns="13716" bIns="0">
            <a:spAutoFit/>
          </a:bodyPr>
          <a:lstStyle/>
          <a:p>
            <a:pPr algn="l">
              <a:lnSpc>
                <a:spcPct val="112000"/>
              </a:lnSpc>
              <a:spcAft>
                <a:spcPts val="600"/>
              </a:spcAft>
              <a:defRPr sz="1000" b="1">
                <a:solidFill>
                  <a:srgbClr val="FFFFFF"/>
                </a:solidFill>
                <a:latin typeface="Microsoft YaHei"/>
              </a:defRPr>
            </a:pPr>
            <a:r>
              <a:rPr>
                <a:latin typeface="Microsoft YaHei"/>
                <a:ea typeface="Microsoft YaHei"/>
                <a:cs typeface="Microsoft YaHei"/>
              </a:rPr>
              <a:t>2</a:t>
            </a:r>
          </a:p>
        </p:txBody>
      </p:sp>
      <p:sp>
        <p:nvSpPr>
          <p:cNvPr id="11" name="TextBox 10"/>
          <p:cNvSpPr txBox="1"/>
          <p:nvPr/>
        </p:nvSpPr>
        <p:spPr>
          <a:xfrm>
            <a:off x="1600200" y="2459736"/>
            <a:ext cx="9601200" cy="521207"/>
          </a:xfrm>
          <a:prstGeom prst="rect">
            <a:avLst/>
          </a:prstGeom>
          <a:noFill/>
        </p:spPr>
        <p:txBody>
          <a:bodyPr wrap="square" lIns="18288" rIns="18288" tIns="13716" bIns="0">
            <a:spAutoFit/>
          </a:bodyPr>
          <a:lstStyle/>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湿球／露点有不同参照；效率必须带着工况解释。</a:t>
            </a:r>
          </a:p>
        </p:txBody>
      </p:sp>
      <p:sp>
        <p:nvSpPr>
          <p:cNvPr id="12" name="Rounded Rectangle 11"/>
          <p:cNvSpPr/>
          <p:nvPr/>
        </p:nvSpPr>
        <p:spPr>
          <a:xfrm>
            <a:off x="914400" y="3200399"/>
            <a:ext cx="475488" cy="320040"/>
          </a:xfrm>
          <a:prstGeom prst="roundRect">
            <a:avLst>
              <a:gd name="adj" fmla="val 12000"/>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3232403"/>
            <a:ext cx="329184" cy="274320"/>
          </a:xfrm>
          <a:prstGeom prst="rect">
            <a:avLst/>
          </a:prstGeom>
          <a:noFill/>
        </p:spPr>
        <p:txBody>
          <a:bodyPr wrap="square" lIns="18288" rIns="18288" tIns="13716" bIns="0">
            <a:spAutoFit/>
          </a:bodyPr>
          <a:lstStyle/>
          <a:p>
            <a:pPr algn="l">
              <a:lnSpc>
                <a:spcPct val="112000"/>
              </a:lnSpc>
              <a:spcAft>
                <a:spcPts val="600"/>
              </a:spcAft>
              <a:defRPr sz="1000" b="1">
                <a:solidFill>
                  <a:srgbClr val="FFFFFF"/>
                </a:solidFill>
                <a:latin typeface="Microsoft YaHei"/>
              </a:defRPr>
            </a:pPr>
            <a:r>
              <a:rPr>
                <a:latin typeface="Microsoft YaHei"/>
                <a:ea typeface="Microsoft YaHei"/>
                <a:cs typeface="Microsoft YaHei"/>
              </a:rPr>
              <a:t>3</a:t>
            </a:r>
          </a:p>
        </p:txBody>
      </p:sp>
      <p:sp>
        <p:nvSpPr>
          <p:cNvPr id="14" name="TextBox 13"/>
          <p:cNvSpPr txBox="1"/>
          <p:nvPr/>
        </p:nvSpPr>
        <p:spPr>
          <a:xfrm>
            <a:off x="1600200" y="3172968"/>
            <a:ext cx="9601200" cy="521207"/>
          </a:xfrm>
          <a:prstGeom prst="rect">
            <a:avLst/>
          </a:prstGeom>
          <a:noFill/>
        </p:spPr>
        <p:txBody>
          <a:bodyPr wrap="square" lIns="18288" rIns="18288" tIns="13716" bIns="0">
            <a:spAutoFit/>
          </a:bodyPr>
          <a:lstStyle/>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服务器入口条件，比换热器出口数字更接近真正目标。</a:t>
            </a:r>
          </a:p>
        </p:txBody>
      </p:sp>
      <p:sp>
        <p:nvSpPr>
          <p:cNvPr id="15" name="Rounded Rectangle 14"/>
          <p:cNvSpPr/>
          <p:nvPr/>
        </p:nvSpPr>
        <p:spPr>
          <a:xfrm>
            <a:off x="914400" y="3913632"/>
            <a:ext cx="475488" cy="320040"/>
          </a:xfrm>
          <a:prstGeom prst="roundRect">
            <a:avLst>
              <a:gd name="adj" fmla="val 12000"/>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945636"/>
            <a:ext cx="329184" cy="274320"/>
          </a:xfrm>
          <a:prstGeom prst="rect">
            <a:avLst/>
          </a:prstGeom>
          <a:noFill/>
        </p:spPr>
        <p:txBody>
          <a:bodyPr wrap="square" lIns="18288" rIns="18288" tIns="13716" bIns="0">
            <a:spAutoFit/>
          </a:bodyPr>
          <a:lstStyle/>
          <a:p>
            <a:pPr algn="l">
              <a:lnSpc>
                <a:spcPct val="112000"/>
              </a:lnSpc>
              <a:spcAft>
                <a:spcPts val="600"/>
              </a:spcAft>
              <a:defRPr sz="1000" b="1">
                <a:solidFill>
                  <a:srgbClr val="FFFFFF"/>
                </a:solidFill>
                <a:latin typeface="Microsoft YaHei"/>
              </a:defRPr>
            </a:pPr>
            <a:r>
              <a:rPr>
                <a:latin typeface="Microsoft YaHei"/>
                <a:ea typeface="Microsoft YaHei"/>
                <a:cs typeface="Microsoft YaHei"/>
              </a:rPr>
              <a:t>4</a:t>
            </a:r>
          </a:p>
        </p:txBody>
      </p:sp>
      <p:sp>
        <p:nvSpPr>
          <p:cNvPr id="17" name="TextBox 16"/>
          <p:cNvSpPr txBox="1"/>
          <p:nvPr/>
        </p:nvSpPr>
        <p:spPr>
          <a:xfrm>
            <a:off x="1600200" y="3886200"/>
            <a:ext cx="9601200" cy="521207"/>
          </a:xfrm>
          <a:prstGeom prst="rect">
            <a:avLst/>
          </a:prstGeom>
          <a:noFill/>
        </p:spPr>
        <p:txBody>
          <a:bodyPr wrap="square" lIns="18288" rIns="18288" tIns="13716" bIns="0">
            <a:spAutoFit/>
          </a:bodyPr>
          <a:lstStyle/>
          <a:p>
            <a:pPr algn="l">
              <a:lnSpc>
                <a:spcPct val="112000"/>
              </a:lnSpc>
              <a:spcAft>
                <a:spcPts val="600"/>
              </a:spcAft>
              <a:defRPr sz="2100" b="0">
                <a:solidFill>
                  <a:srgbClr val="20364B"/>
                </a:solidFill>
                <a:latin typeface="Microsoft YaHei"/>
              </a:defRPr>
            </a:pPr>
            <a:r>
              <a:rPr>
                <a:latin typeface="Microsoft YaHei"/>
                <a:ea typeface="Microsoft YaHei"/>
                <a:cs typeface="Microsoft YaHei"/>
              </a:rPr>
              <a:t>全年用电、用水、维护与可靠性，要放在一起评价。</a:t>
            </a:r>
          </a:p>
        </p:txBody>
      </p:sp>
      <p:sp>
        <p:nvSpPr>
          <p:cNvPr id="18" name="Rounded Rectangle 17"/>
          <p:cNvSpPr/>
          <p:nvPr/>
        </p:nvSpPr>
        <p:spPr>
          <a:xfrm>
            <a:off x="914400" y="4626864"/>
            <a:ext cx="475488" cy="320040"/>
          </a:xfrm>
          <a:prstGeom prst="roundRect">
            <a:avLst>
              <a:gd name="adj" fmla="val 12000"/>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4658868"/>
            <a:ext cx="329184" cy="274320"/>
          </a:xfrm>
          <a:prstGeom prst="rect">
            <a:avLst/>
          </a:prstGeom>
          <a:noFill/>
        </p:spPr>
        <p:txBody>
          <a:bodyPr wrap="square" lIns="18288" rIns="18288" tIns="13716" bIns="0">
            <a:spAutoFit/>
          </a:bodyPr>
          <a:lstStyle/>
          <a:p>
            <a:pPr algn="l">
              <a:lnSpc>
                <a:spcPct val="112000"/>
              </a:lnSpc>
              <a:spcAft>
                <a:spcPts val="600"/>
              </a:spcAft>
              <a:defRPr sz="1000" b="1">
                <a:solidFill>
                  <a:srgbClr val="FFFFFF"/>
                </a:solidFill>
                <a:latin typeface="Microsoft YaHei"/>
              </a:defRPr>
            </a:pPr>
            <a:r>
              <a:rPr>
                <a:latin typeface="Microsoft YaHei"/>
                <a:ea typeface="Microsoft YaHei"/>
                <a:cs typeface="Microsoft YaHei"/>
              </a:rPr>
              <a:t>5</a:t>
            </a:r>
          </a:p>
        </p:txBody>
      </p:sp>
      <p:sp>
        <p:nvSpPr>
          <p:cNvPr id="20" name="TextBox 19"/>
          <p:cNvSpPr txBox="1"/>
          <p:nvPr/>
        </p:nvSpPr>
        <p:spPr>
          <a:xfrm>
            <a:off x="1600200" y="4599432"/>
            <a:ext cx="9601200" cy="521207"/>
          </a:xfrm>
          <a:prstGeom prst="rect">
            <a:avLst/>
          </a:prstGeom>
          <a:noFill/>
        </p:spPr>
        <p:txBody>
          <a:bodyPr wrap="square" lIns="18288" rIns="18288" tIns="13716" bIns="0">
            <a:spAutoFit/>
          </a:bodyPr>
          <a:lstStyle/>
          <a:p>
            <a:pPr algn="l">
              <a:lnSpc>
                <a:spcPct val="112000"/>
              </a:lnSpc>
              <a:spcAft>
                <a:spcPts val="600"/>
              </a:spcAft>
              <a:defRPr sz="2100" b="1">
                <a:solidFill>
                  <a:srgbClr val="20364B"/>
                </a:solidFill>
                <a:latin typeface="Microsoft YaHei"/>
              </a:defRPr>
            </a:pPr>
            <a:r>
              <a:rPr>
                <a:latin typeface="Microsoft YaHei"/>
                <a:ea typeface="Microsoft YaHei"/>
                <a:cs typeface="Microsoft YaHei"/>
              </a:rPr>
              <a:t>液冷负责高密度取热，蒸发冷却可在冷源侧继续协同。</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讨论：如果这是你的毕业设计，你会先测什么？</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课堂补充资料  /  备选</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资料：课堂讨论；可用最后5分钟</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49</a:t>
            </a:r>
          </a:p>
        </p:txBody>
      </p:sp>
      <p:sp>
        <p:nvSpPr>
          <p:cNvPr id="6" name="Rounded Rectangle 5"/>
          <p:cNvSpPr/>
          <p:nvPr/>
        </p:nvSpPr>
        <p:spPr>
          <a:xfrm>
            <a:off x="859536" y="1773936"/>
            <a:ext cx="3358896" cy="3337560"/>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9536" y="1773936"/>
            <a:ext cx="50292" cy="3337560"/>
          </a:xfrm>
          <a:prstGeom prst="rect">
            <a:avLst/>
          </a:prstGeom>
          <a:solidFill>
            <a:srgbClr val="166D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166DB3"/>
                </a:solidFill>
                <a:latin typeface="Microsoft YaHei"/>
              </a:defRPr>
            </a:pPr>
            <a:r>
              <a:rPr>
                <a:latin typeface="Microsoft YaHei"/>
                <a:ea typeface="Microsoft YaHei"/>
                <a:cs typeface="Microsoft YaHei"/>
              </a:rPr>
              <a:t>问题①</a:t>
            </a:r>
          </a:p>
        </p:txBody>
      </p:sp>
      <p:sp>
        <p:nvSpPr>
          <p:cNvPr id="9" name="TextBox 8"/>
          <p:cNvSpPr txBox="1"/>
          <p:nvPr/>
        </p:nvSpPr>
        <p:spPr>
          <a:xfrm>
            <a:off x="1024127"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如何证明改进后的换热芯体</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带来了整机净节能？</a:t>
            </a:r>
          </a:p>
        </p:txBody>
      </p:sp>
      <p:sp>
        <p:nvSpPr>
          <p:cNvPr id="10" name="Rounded Rectangle 9"/>
          <p:cNvSpPr/>
          <p:nvPr/>
        </p:nvSpPr>
        <p:spPr>
          <a:xfrm>
            <a:off x="4419600" y="1773936"/>
            <a:ext cx="3358896" cy="3337560"/>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19600" y="1773936"/>
            <a:ext cx="50292" cy="3337560"/>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4192"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问题②</a:t>
            </a:r>
          </a:p>
        </p:txBody>
      </p:sp>
      <p:sp>
        <p:nvSpPr>
          <p:cNvPr id="13" name="TextBox 12"/>
          <p:cNvSpPr txBox="1"/>
          <p:nvPr/>
        </p:nvSpPr>
        <p:spPr>
          <a:xfrm>
            <a:off x="4584192"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如果提高液冷供水温度，</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需要同时检查哪些温度与风险？</a:t>
            </a:r>
          </a:p>
        </p:txBody>
      </p:sp>
      <p:sp>
        <p:nvSpPr>
          <p:cNvPr id="14" name="Rounded Rectangle 13"/>
          <p:cNvSpPr/>
          <p:nvPr/>
        </p:nvSpPr>
        <p:spPr>
          <a:xfrm>
            <a:off x="7979664" y="1773936"/>
            <a:ext cx="3358896" cy="3337560"/>
          </a:xfrm>
          <a:prstGeom prst="roundRect">
            <a:avLst>
              <a:gd name="adj" fmla="val 12000"/>
            </a:avLst>
          </a:prstGeom>
          <a:solidFill>
            <a:srgbClr val="FFF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9664" y="1773936"/>
            <a:ext cx="50292" cy="3337560"/>
          </a:xfrm>
          <a:prstGeom prst="rect">
            <a:avLst/>
          </a:prstGeom>
          <a:solidFill>
            <a:srgbClr val="F3A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4256" y="1920240"/>
            <a:ext cx="3029712" cy="457200"/>
          </a:xfrm>
          <a:prstGeom prst="rect">
            <a:avLst/>
          </a:prstGeom>
          <a:noFill/>
        </p:spPr>
        <p:txBody>
          <a:bodyPr wrap="square" lIns="18288" rIns="18288" tIns="13716" bIns="0">
            <a:spAutoFit/>
          </a:bodyPr>
          <a:lstStyle/>
          <a:p>
            <a:pPr algn="l">
              <a:lnSpc>
                <a:spcPct val="112000"/>
              </a:lnSpc>
              <a:spcAft>
                <a:spcPts val="600"/>
              </a:spcAft>
              <a:defRPr sz="2100" b="1">
                <a:solidFill>
                  <a:srgbClr val="F3A21B"/>
                </a:solidFill>
                <a:latin typeface="Microsoft YaHei"/>
              </a:defRPr>
            </a:pPr>
            <a:r>
              <a:rPr>
                <a:latin typeface="Microsoft YaHei"/>
                <a:ea typeface="Microsoft YaHei"/>
                <a:cs typeface="Microsoft YaHei"/>
              </a:rPr>
              <a:t>问题③</a:t>
            </a:r>
          </a:p>
        </p:txBody>
      </p:sp>
      <p:sp>
        <p:nvSpPr>
          <p:cNvPr id="17" name="TextBox 16"/>
          <p:cNvSpPr txBox="1"/>
          <p:nvPr/>
        </p:nvSpPr>
        <p:spPr>
          <a:xfrm>
            <a:off x="8144256" y="2505456"/>
            <a:ext cx="3029712" cy="2514600"/>
          </a:xfrm>
          <a:prstGeom prst="rect">
            <a:avLst/>
          </a:prstGeom>
          <a:noFill/>
        </p:spPr>
        <p:txBody>
          <a:bodyPr wrap="square" lIns="18288" rIns="18288" tIns="13716" bIns="0">
            <a:spAutoFit/>
          </a:bodyPr>
          <a:lstStyle/>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如果原案例迁移到湿热沿海城市，</a:t>
            </a:r>
          </a:p>
          <a:p>
            <a:pPr algn="l">
              <a:lnSpc>
                <a:spcPct val="112000"/>
              </a:lnSpc>
              <a:spcAft>
                <a:spcPts val="600"/>
              </a:spcAft>
              <a:defRPr sz="1800" b="0">
                <a:solidFill>
                  <a:srgbClr val="20364B"/>
                </a:solidFill>
                <a:latin typeface="Microsoft YaHei"/>
              </a:defRPr>
            </a:pPr>
            <a:r>
              <a:rPr>
                <a:latin typeface="Microsoft YaHei"/>
                <a:ea typeface="Microsoft YaHei"/>
                <a:cs typeface="Microsoft YaHei"/>
              </a:rPr>
              <a:t>你最先补齐哪三项数据？</a:t>
            </a:r>
          </a:p>
        </p:txBody>
      </p:sp>
      <p:sp>
        <p:nvSpPr>
          <p:cNvPr id="18" name="Rounded Rectangle 17"/>
          <p:cNvSpPr/>
          <p:nvPr/>
        </p:nvSpPr>
        <p:spPr>
          <a:xfrm>
            <a:off x="859536" y="5431536"/>
            <a:ext cx="10479024" cy="429768"/>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008B99"/>
                </a:solidFill>
                <a:latin typeface="Microsoft YaHei"/>
              </a:defRPr>
            </a:pPr>
            <a:r>
              <a:rPr>
                <a:latin typeface="Microsoft YaHei"/>
                <a:ea typeface="Microsoft YaHei"/>
                <a:cs typeface="Microsoft YaHei"/>
              </a:rPr>
              <a:t>课后任务：画出一个系统边界，并列出其用电、用水与可靠性验证清单。</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原文图示补充：案例中的季节运行路径</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课堂补充资料  /  备选</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资料：PDF②，第6页；保留原图，图内文字与图形为图片</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50</a:t>
            </a:r>
          </a:p>
        </p:txBody>
      </p:sp>
      <p:pic>
        <p:nvPicPr>
          <p:cNvPr id="6" name="Picture 5" descr="case_season_summer.png"/>
          <p:cNvPicPr>
            <a:picLocks noChangeAspect="1"/>
          </p:cNvPicPr>
          <p:nvPr/>
        </p:nvPicPr>
        <p:blipFill>
          <a:blip r:embed="rId3"/>
          <a:stretch>
            <a:fillRect/>
          </a:stretch>
        </p:blipFill>
        <p:spPr>
          <a:xfrm>
            <a:off x="877824" y="1990908"/>
            <a:ext cx="5166360" cy="2912758"/>
          </a:xfrm>
          <a:prstGeom prst="rect">
            <a:avLst/>
          </a:prstGeom>
        </p:spPr>
      </p:pic>
      <p:pic>
        <p:nvPicPr>
          <p:cNvPr id="7" name="Picture 6" descr="case_season_winter.png"/>
          <p:cNvPicPr>
            <a:picLocks noChangeAspect="1"/>
          </p:cNvPicPr>
          <p:nvPr/>
        </p:nvPicPr>
        <p:blipFill>
          <a:blip r:embed="rId4"/>
          <a:stretch>
            <a:fillRect/>
          </a:stretch>
        </p:blipFill>
        <p:spPr>
          <a:xfrm>
            <a:off x="6181344" y="1977547"/>
            <a:ext cx="5166360" cy="2939480"/>
          </a:xfrm>
          <a:prstGeom prst="rect">
            <a:avLst/>
          </a:prstGeom>
        </p:spPr>
      </p:pic>
      <p:sp>
        <p:nvSpPr>
          <p:cNvPr id="8" name="Rounded Rectangle 7"/>
          <p:cNvSpPr/>
          <p:nvPr/>
        </p:nvSpPr>
        <p:spPr>
          <a:xfrm>
            <a:off x="859536" y="5431536"/>
            <a:ext cx="10479024" cy="429768"/>
          </a:xfrm>
          <a:prstGeom prst="roundRect">
            <a:avLst>
              <a:gd name="adj" fmla="val 12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5495544"/>
            <a:ext cx="10186416" cy="310896"/>
          </a:xfrm>
          <a:prstGeom prst="rect">
            <a:avLst/>
          </a:prstGeom>
          <a:noFill/>
        </p:spPr>
        <p:txBody>
          <a:bodyPr wrap="square" lIns="18288" rIns="18288" tIns="13716" bIns="0">
            <a:spAutoFit/>
          </a:bodyPr>
          <a:lstStyle/>
          <a:p>
            <a:pPr algn="l">
              <a:lnSpc>
                <a:spcPct val="112000"/>
              </a:lnSpc>
              <a:spcAft>
                <a:spcPts val="600"/>
              </a:spcAft>
              <a:defRPr sz="1600" b="1">
                <a:solidFill>
                  <a:srgbClr val="166DB3"/>
                </a:solidFill>
                <a:latin typeface="Microsoft YaHei"/>
              </a:defRPr>
            </a:pPr>
            <a:r>
              <a:rPr>
                <a:latin typeface="Microsoft YaHei"/>
                <a:ea typeface="Microsoft YaHei"/>
                <a:cs typeface="Microsoft YaHei"/>
              </a:rPr>
              <a:t>看图顺序：环境条件 → 使用的冷源 → 流动介质 → 板换／旁通 → 显热末端。</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原文图示补充：蒸发冷却与冷板液冷的融合</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课堂补充资料  /  备选</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资料：PDF①，第10页“液冷技术与蒸发冷却冷水系统融合”；保留原图</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51</a:t>
            </a:r>
          </a:p>
        </p:txBody>
      </p:sp>
      <p:pic>
        <p:nvPicPr>
          <p:cNvPr id="6" name="Picture 5" descr="liquid_fusion.png"/>
          <p:cNvPicPr>
            <a:picLocks noChangeAspect="1"/>
          </p:cNvPicPr>
          <p:nvPr/>
        </p:nvPicPr>
        <p:blipFill>
          <a:blip r:embed="rId3"/>
          <a:stretch>
            <a:fillRect/>
          </a:stretch>
        </p:blipFill>
        <p:spPr>
          <a:xfrm>
            <a:off x="914400" y="1763530"/>
            <a:ext cx="6400800" cy="3641834"/>
          </a:xfrm>
          <a:prstGeom prst="rect">
            <a:avLst/>
          </a:prstGeom>
        </p:spPr>
      </p:pic>
      <p:sp>
        <p:nvSpPr>
          <p:cNvPr id="7" name="Rounded Rectangle 6"/>
          <p:cNvSpPr/>
          <p:nvPr/>
        </p:nvSpPr>
        <p:spPr>
          <a:xfrm>
            <a:off x="7635240" y="1783080"/>
            <a:ext cx="3703320" cy="3346704"/>
          </a:xfrm>
          <a:prstGeom prst="roundRect">
            <a:avLst>
              <a:gd name="adj" fmla="val 12000"/>
            </a:avLst>
          </a:prstGeom>
          <a:solidFill>
            <a:srgbClr val="EA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35240" y="1783080"/>
            <a:ext cx="50292" cy="3346704"/>
          </a:xfrm>
          <a:prstGeom prst="rect">
            <a:avLst/>
          </a:prstGeom>
          <a:solidFill>
            <a:srgbClr val="008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99831" y="1929384"/>
            <a:ext cx="3374136" cy="457200"/>
          </a:xfrm>
          <a:prstGeom prst="rect">
            <a:avLst/>
          </a:prstGeom>
          <a:noFill/>
        </p:spPr>
        <p:txBody>
          <a:bodyPr wrap="square" lIns="18288" rIns="18288" tIns="13716" bIns="0">
            <a:spAutoFit/>
          </a:bodyPr>
          <a:lstStyle/>
          <a:p>
            <a:pPr algn="l">
              <a:lnSpc>
                <a:spcPct val="112000"/>
              </a:lnSpc>
              <a:spcAft>
                <a:spcPts val="600"/>
              </a:spcAft>
              <a:defRPr sz="2100" b="1">
                <a:solidFill>
                  <a:srgbClr val="008B99"/>
                </a:solidFill>
                <a:latin typeface="Microsoft YaHei"/>
              </a:defRPr>
            </a:pPr>
            <a:r>
              <a:rPr>
                <a:latin typeface="Microsoft YaHei"/>
                <a:ea typeface="Microsoft YaHei"/>
                <a:cs typeface="Microsoft YaHei"/>
              </a:rPr>
              <a:t>读图关注三件事</a:t>
            </a:r>
          </a:p>
        </p:txBody>
      </p:sp>
      <p:sp>
        <p:nvSpPr>
          <p:cNvPr id="10" name="TextBox 9"/>
          <p:cNvSpPr txBox="1"/>
          <p:nvPr/>
        </p:nvSpPr>
        <p:spPr>
          <a:xfrm>
            <a:off x="7799831" y="2514600"/>
            <a:ext cx="3374136" cy="2523744"/>
          </a:xfrm>
          <a:prstGeom prst="rect">
            <a:avLst/>
          </a:prstGeom>
          <a:noFill/>
        </p:spPr>
        <p:txBody>
          <a:bodyPr wrap="square" lIns="18288" rIns="18288" tIns="13716" bIns="0">
            <a:spAutoFit/>
          </a:bodyPr>
          <a:lstStyle/>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温度等级是否匹配？</a:t>
            </a:r>
          </a:p>
          <a:p>
            <a:pPr algn="l">
              <a:lnSpc>
                <a:spcPct val="112000"/>
              </a:lnSpc>
              <a:spcAft>
                <a:spcPts val="600"/>
              </a:spcAft>
              <a:defRPr sz="1900" b="0">
                <a:solidFill>
                  <a:srgbClr val="20364B"/>
                </a:solidFill>
                <a:latin typeface="Microsoft YaHei"/>
              </a:defRPr>
            </a:pP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CDU隔离与端差如何处理？</a:t>
            </a:r>
          </a:p>
          <a:p>
            <a:pPr algn="l">
              <a:lnSpc>
                <a:spcPct val="112000"/>
              </a:lnSpc>
              <a:spcAft>
                <a:spcPts val="600"/>
              </a:spcAft>
              <a:defRPr sz="1900" b="0">
                <a:solidFill>
                  <a:srgbClr val="20364B"/>
                </a:solidFill>
                <a:latin typeface="Microsoft YaHei"/>
              </a:defRPr>
            </a:pPr>
          </a:p>
          <a:p>
            <a:pPr algn="l">
              <a:lnSpc>
                <a:spcPct val="112000"/>
              </a:lnSpc>
              <a:spcAft>
                <a:spcPts val="600"/>
              </a:spcAft>
              <a:defRPr sz="1900" b="0">
                <a:solidFill>
                  <a:srgbClr val="20364B"/>
                </a:solidFill>
                <a:latin typeface="Microsoft YaHei"/>
              </a:defRPr>
            </a:pPr>
            <a:r>
              <a:rPr>
                <a:latin typeface="Microsoft YaHei"/>
                <a:ea typeface="Microsoft YaHei"/>
                <a:cs typeface="Microsoft YaHei"/>
              </a:rPr>
              <a:t>残余热量由谁带走？</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87552" y="219456"/>
            <a:ext cx="8065008" cy="530352"/>
          </a:xfrm>
          <a:prstGeom prst="rect">
            <a:avLst/>
          </a:prstGeom>
          <a:noFill/>
        </p:spPr>
        <p:txBody>
          <a:bodyPr wrap="square" lIns="18288" rIns="18288" tIns="13716" bIns="0">
            <a:spAutoFit/>
          </a:bodyPr>
          <a:lstStyle/>
          <a:p>
            <a:pPr algn="l">
              <a:lnSpc>
                <a:spcPct val="112000"/>
              </a:lnSpc>
              <a:spcAft>
                <a:spcPts val="600"/>
              </a:spcAft>
              <a:defRPr sz="2500" b="1">
                <a:solidFill>
                  <a:srgbClr val="FFFFFF"/>
                </a:solidFill>
                <a:latin typeface="Microsoft YaHei"/>
              </a:defRPr>
            </a:pPr>
            <a:r>
              <a:rPr>
                <a:latin typeface="Microsoft YaHei"/>
                <a:ea typeface="Microsoft YaHei"/>
                <a:cs typeface="Microsoft YaHei"/>
              </a:rPr>
              <a:t>参考资料与素材说明</a:t>
            </a:r>
          </a:p>
        </p:txBody>
      </p:sp>
      <p:sp>
        <p:nvSpPr>
          <p:cNvPr id="3" name="TextBox 2"/>
          <p:cNvSpPr txBox="1"/>
          <p:nvPr/>
        </p:nvSpPr>
        <p:spPr>
          <a:xfrm>
            <a:off x="886968" y="1143000"/>
            <a:ext cx="9966960" cy="265176"/>
          </a:xfrm>
          <a:prstGeom prst="rect">
            <a:avLst/>
          </a:prstGeom>
          <a:noFill/>
        </p:spPr>
        <p:txBody>
          <a:bodyPr wrap="square" lIns="18288" rIns="18288" tIns="13716" bIns="0">
            <a:spAutoFit/>
          </a:bodyPr>
          <a:lstStyle/>
          <a:p>
            <a:pPr algn="l">
              <a:lnSpc>
                <a:spcPct val="112000"/>
              </a:lnSpc>
              <a:spcAft>
                <a:spcPts val="600"/>
              </a:spcAft>
              <a:defRPr sz="1000" b="1">
                <a:solidFill>
                  <a:srgbClr val="166DB3"/>
                </a:solidFill>
                <a:latin typeface="Microsoft YaHei"/>
              </a:defRPr>
            </a:pPr>
            <a:r>
              <a:rPr>
                <a:latin typeface="Microsoft YaHei"/>
                <a:ea typeface="Microsoft YaHei"/>
                <a:cs typeface="Microsoft YaHei"/>
              </a:rPr>
              <a:t>课堂补充资料  /  备选</a:t>
            </a:r>
          </a:p>
        </p:txBody>
      </p:sp>
      <p:sp>
        <p:nvSpPr>
          <p:cNvPr id="4" name="TextBox 3"/>
          <p:cNvSpPr txBox="1"/>
          <p:nvPr/>
        </p:nvSpPr>
        <p:spPr>
          <a:xfrm>
            <a:off x="886968" y="5998464"/>
            <a:ext cx="9738360" cy="192024"/>
          </a:xfrm>
          <a:prstGeom prst="rect">
            <a:avLst/>
          </a:prstGeom>
          <a:noFill/>
        </p:spPr>
        <p:txBody>
          <a:bodyPr wrap="square" lIns="18288" rIns="18288" tIns="13716" bIns="0">
            <a:spAutoFit/>
          </a:bodyPr>
          <a:lstStyle/>
          <a:p>
            <a:pPr algn="l">
              <a:lnSpc>
                <a:spcPct val="112000"/>
              </a:lnSpc>
              <a:spcAft>
                <a:spcPts val="600"/>
              </a:spcAft>
              <a:defRPr sz="800" b="0">
                <a:solidFill>
                  <a:srgbClr val="607488"/>
                </a:solidFill>
                <a:latin typeface="Microsoft YaHei"/>
              </a:defRPr>
            </a:pPr>
            <a:r>
              <a:rPr>
                <a:latin typeface="Microsoft YaHei"/>
                <a:ea typeface="Microsoft YaHei"/>
                <a:cs typeface="Microsoft YaHei"/>
              </a:rPr>
              <a:t>资料：用户提供PDF①、②；EnergyPlus公开工程参考；用户校方模板</a:t>
            </a:r>
          </a:p>
        </p:txBody>
      </p:sp>
      <p:sp>
        <p:nvSpPr>
          <p:cNvPr id="5" name="TextBox 4"/>
          <p:cNvSpPr txBox="1"/>
          <p:nvPr/>
        </p:nvSpPr>
        <p:spPr>
          <a:xfrm>
            <a:off x="10698480" y="6446520"/>
            <a:ext cx="640080" cy="192024"/>
          </a:xfrm>
          <a:prstGeom prst="rect">
            <a:avLst/>
          </a:prstGeom>
          <a:noFill/>
        </p:spPr>
        <p:txBody>
          <a:bodyPr wrap="square" lIns="18288" rIns="18288" tIns="13716" bIns="0">
            <a:spAutoFit/>
          </a:bodyPr>
          <a:lstStyle/>
          <a:p>
            <a:pPr algn="r">
              <a:lnSpc>
                <a:spcPct val="112000"/>
              </a:lnSpc>
              <a:spcAft>
                <a:spcPts val="600"/>
              </a:spcAft>
              <a:defRPr sz="900" b="0">
                <a:solidFill>
                  <a:srgbClr val="607488"/>
                </a:solidFill>
                <a:latin typeface="Microsoft YaHei"/>
              </a:defRPr>
            </a:pPr>
            <a:r>
              <a:rPr>
                <a:latin typeface="Microsoft YaHei"/>
                <a:ea typeface="Microsoft YaHei"/>
                <a:cs typeface="Microsoft YaHei"/>
              </a:rPr>
              <a:t>52</a:t>
            </a:r>
          </a:p>
        </p:txBody>
      </p:sp>
      <p:sp>
        <p:nvSpPr>
          <p:cNvPr id="6" name="TextBox 5"/>
          <p:cNvSpPr txBox="1"/>
          <p:nvPr/>
        </p:nvSpPr>
        <p:spPr>
          <a:xfrm>
            <a:off x="932688" y="1719072"/>
            <a:ext cx="10314432" cy="1033271"/>
          </a:xfrm>
          <a:prstGeom prst="rect">
            <a:avLst/>
          </a:prstGeom>
          <a:noFill/>
        </p:spPr>
        <p:txBody>
          <a:bodyPr wrap="square" lIns="18288" rIns="18288" tIns="13716" bIns="0">
            <a:spAutoFit/>
          </a:bodyPr>
          <a:lstStyle/>
          <a:p>
            <a:pPr algn="l">
              <a:lnSpc>
                <a:spcPct val="112000"/>
              </a:lnSpc>
              <a:spcAft>
                <a:spcPts val="600"/>
              </a:spcAft>
              <a:defRPr sz="1800" b="1">
                <a:solidFill>
                  <a:srgbClr val="20364B"/>
                </a:solidFill>
                <a:latin typeface="Microsoft YaHei"/>
              </a:defRPr>
            </a:pPr>
            <a:r>
              <a:rPr>
                <a:latin typeface="Microsoft YaHei"/>
                <a:ea typeface="Microsoft YaHei"/>
                <a:cs typeface="Microsoft YaHei"/>
              </a:rPr>
              <a:t>① 黄翔：《算力时代数据中心冷却蒸发冷与液冷的融合发展》</a:t>
            </a:r>
          </a:p>
          <a:p>
            <a:pPr algn="l">
              <a:lnSpc>
                <a:spcPct val="112000"/>
              </a:lnSpc>
              <a:spcAft>
                <a:spcPts val="600"/>
              </a:spcAft>
              <a:defRPr sz="1800" b="1">
                <a:solidFill>
                  <a:srgbClr val="20364B"/>
                </a:solidFill>
                <a:latin typeface="Microsoft YaHei"/>
              </a:defRPr>
            </a:pPr>
            <a:r>
              <a:rPr>
                <a:latin typeface="Microsoft YaHei"/>
                <a:ea typeface="Microsoft YaHei"/>
                <a:cs typeface="Microsoft YaHei"/>
              </a:rPr>
              <a:t>报告日期：2024年3月26日；用户提供网页打印PDF，主要采用第2—11页。</a:t>
            </a:r>
          </a:p>
        </p:txBody>
      </p:sp>
      <p:sp>
        <p:nvSpPr>
          <p:cNvPr id="7" name="TextBox 6"/>
          <p:cNvSpPr txBox="1"/>
          <p:nvPr/>
        </p:nvSpPr>
        <p:spPr>
          <a:xfrm>
            <a:off x="932688" y="2816352"/>
            <a:ext cx="10314432" cy="1078992"/>
          </a:xfrm>
          <a:prstGeom prst="rect">
            <a:avLst/>
          </a:prstGeom>
          <a:noFill/>
        </p:spPr>
        <p:txBody>
          <a:bodyPr wrap="square" lIns="18288" rIns="18288" tIns="13716" bIns="0">
            <a:spAutoFit/>
          </a:bodyPr>
          <a:lstStyle/>
          <a:p>
            <a:pPr algn="l">
              <a:lnSpc>
                <a:spcPct val="112000"/>
              </a:lnSpc>
              <a:spcAft>
                <a:spcPts val="600"/>
              </a:spcAft>
              <a:defRPr sz="1800" b="1">
                <a:solidFill>
                  <a:srgbClr val="20364B"/>
                </a:solidFill>
                <a:latin typeface="Microsoft YaHei"/>
              </a:defRPr>
            </a:pPr>
            <a:r>
              <a:rPr>
                <a:latin typeface="Microsoft YaHei"/>
                <a:ea typeface="Microsoft YaHei"/>
                <a:cs typeface="Microsoft YaHei"/>
              </a:rPr>
              <a:t>② 黄翔：《新型蒸发冷却空调系统在干燥地区数据中心的应用研究》</a:t>
            </a:r>
          </a:p>
          <a:p>
            <a:pPr algn="l">
              <a:lnSpc>
                <a:spcPct val="112000"/>
              </a:lnSpc>
              <a:spcAft>
                <a:spcPts val="600"/>
              </a:spcAft>
              <a:defRPr sz="1800" b="1">
                <a:solidFill>
                  <a:srgbClr val="20364B"/>
                </a:solidFill>
                <a:latin typeface="Microsoft YaHei"/>
              </a:defRPr>
            </a:pPr>
            <a:r>
              <a:rPr>
                <a:latin typeface="Microsoft YaHei"/>
                <a:ea typeface="Microsoft YaHei"/>
                <a:cs typeface="Microsoft YaHei"/>
              </a:rPr>
              <a:t>用户提供网页打印PDF，主要采用第3—14页；页码按PDF文件计。</a:t>
            </a:r>
          </a:p>
        </p:txBody>
      </p:sp>
      <p:sp>
        <p:nvSpPr>
          <p:cNvPr id="8" name="TextBox 7"/>
          <p:cNvSpPr txBox="1"/>
          <p:nvPr/>
        </p:nvSpPr>
        <p:spPr>
          <a:xfrm>
            <a:off x="932688" y="3968496"/>
            <a:ext cx="10314432" cy="1033271"/>
          </a:xfrm>
          <a:prstGeom prst="rect">
            <a:avLst/>
          </a:prstGeom>
          <a:noFill/>
        </p:spPr>
        <p:txBody>
          <a:bodyPr wrap="square" lIns="18288" rIns="18288" tIns="13716" bIns="0">
            <a:spAutoFit/>
          </a:bodyPr>
          <a:lstStyle/>
          <a:p>
            <a:pPr algn="l">
              <a:lnSpc>
                <a:spcPct val="112000"/>
              </a:lnSpc>
              <a:spcAft>
                <a:spcPts val="600"/>
              </a:spcAft>
              <a:defRPr sz="1800" b="1">
                <a:solidFill>
                  <a:srgbClr val="20364B"/>
                </a:solidFill>
                <a:latin typeface="Microsoft YaHei"/>
              </a:defRPr>
            </a:pPr>
            <a:r>
              <a:rPr>
                <a:latin typeface="Microsoft YaHei"/>
                <a:ea typeface="Microsoft YaHei"/>
                <a:cs typeface="Microsoft YaHei"/>
              </a:rPr>
              <a:t>③ EnergyPlus Engineering Reference：Evaporative Coolers</a:t>
            </a:r>
          </a:p>
          <a:p>
            <a:pPr algn="l">
              <a:lnSpc>
                <a:spcPct val="112000"/>
              </a:lnSpc>
              <a:spcAft>
                <a:spcPts val="600"/>
              </a:spcAft>
              <a:defRPr sz="1800" b="1">
                <a:solidFill>
                  <a:srgbClr val="20364B"/>
                </a:solidFill>
                <a:latin typeface="Microsoft YaHei"/>
              </a:defRPr>
            </a:pPr>
            <a:r>
              <a:rPr>
                <a:latin typeface="Microsoft YaHei"/>
                <a:ea typeface="Microsoft YaHei"/>
                <a:cs typeface="Microsoft YaHei"/>
              </a:rPr>
              <a:t>包括直接／间接模型及面向数据中心混合冷却的Research Special模型。</a:t>
            </a:r>
          </a:p>
        </p:txBody>
      </p:sp>
      <p:sp>
        <p:nvSpPr>
          <p:cNvPr id="9" name="TextBox 8"/>
          <p:cNvSpPr txBox="1"/>
          <p:nvPr/>
        </p:nvSpPr>
        <p:spPr>
          <a:xfrm>
            <a:off x="932688" y="5065776"/>
            <a:ext cx="10314432" cy="667512"/>
          </a:xfrm>
          <a:prstGeom prst="rect">
            <a:avLst/>
          </a:prstGeom>
          <a:noFill/>
        </p:spPr>
        <p:txBody>
          <a:bodyPr wrap="square" lIns="18288" rIns="18288" tIns="13716" bIns="0">
            <a:spAutoFit/>
          </a:bodyPr>
          <a:lstStyle/>
          <a:p>
            <a:pPr algn="l">
              <a:lnSpc>
                <a:spcPct val="112000"/>
              </a:lnSpc>
              <a:spcAft>
                <a:spcPts val="600"/>
              </a:spcAft>
              <a:defRPr sz="1200" b="0">
                <a:solidFill>
                  <a:srgbClr val="607488"/>
                </a:solidFill>
                <a:latin typeface="Microsoft YaHei"/>
              </a:defRPr>
            </a:pPr>
            <a:r>
              <a:rPr>
                <a:latin typeface="Microsoft YaHei"/>
                <a:ea typeface="Microsoft YaHei"/>
                <a:cs typeface="Microsoft YaHei"/>
              </a:rPr>
              <a:t>原始网页：https://roll.sohu.com/a/791078047_121124371</a:t>
            </a:r>
          </a:p>
          <a:p>
            <a:pPr algn="l">
              <a:lnSpc>
                <a:spcPct val="112000"/>
              </a:lnSpc>
              <a:spcAft>
                <a:spcPts val="600"/>
              </a:spcAft>
              <a:defRPr sz="1200" b="0">
                <a:solidFill>
                  <a:srgbClr val="607488"/>
                </a:solidFill>
                <a:latin typeface="Microsoft YaHei"/>
              </a:defRPr>
            </a:pPr>
            <a:r>
              <a:rPr>
                <a:latin typeface="Microsoft YaHei"/>
                <a:ea typeface="Microsoft YaHei"/>
                <a:cs typeface="Microsoft YaHei"/>
              </a:rPr>
              <a:t>https://www.sohu.com/a/281794535_505899</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Microsoft YaHei"/>
        <a:font script="Hebr" typeface="Microsoft YaHei"/>
        <a:font script="Thai" typeface="Microsoft YaHei"/>
        <a:font script="Ethi" typeface="Microsoft YaHei"/>
        <a:font script="Beng" typeface="Microsoft YaHei"/>
        <a:font script="Gujr" typeface="Microsoft YaHei"/>
        <a:font script="Khmr" typeface="Microsoft YaHei"/>
        <a:font script="Knda" typeface="Microsoft YaHei"/>
        <a:font script="Guru" typeface="Microsoft YaHei"/>
        <a:font script="Cans" typeface="Microsoft YaHei"/>
        <a:font script="Cher" typeface="Microsoft YaHei"/>
        <a:font script="Yiii" typeface="Microsoft YaHei"/>
        <a:font script="Tibt" typeface="Microsoft YaHei"/>
        <a:font script="Thaa" typeface="Microsoft YaHei"/>
        <a:font script="Deva" typeface="Microsoft YaHei"/>
        <a:font script="Telu" typeface="Microsoft YaHei"/>
        <a:font script="Taml" typeface="Microsoft YaHei"/>
        <a:font script="Syrc" typeface="Microsoft YaHei"/>
        <a:font script="Orya" typeface="Microsoft YaHei"/>
        <a:font script="Mlym" typeface="Microsoft YaHei"/>
        <a:font script="Laoo" typeface="Microsoft YaHei"/>
        <a:font script="Sinh" typeface="Microsoft YaHei"/>
        <a:font script="Mong" typeface="Microsoft YaHei"/>
        <a:font script="Viet" typeface="Microsoft YaHei"/>
        <a:font script="Uigh" typeface="Microsoft YaHei"/>
        <a:font script="Geor" typeface="Microsoft YaHei"/>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Microsoft YaHei"/>
        <a:font script="Hebr" typeface="Microsoft YaHei"/>
        <a:font script="Thai" typeface="Microsoft YaHei"/>
        <a:font script="Ethi" typeface="Microsoft YaHei"/>
        <a:font script="Beng" typeface="Microsoft YaHei"/>
        <a:font script="Gujr" typeface="Microsoft YaHei"/>
        <a:font script="Khmr" typeface="Microsoft YaHei"/>
        <a:font script="Knda" typeface="Microsoft YaHei"/>
        <a:font script="Guru" typeface="Microsoft YaHei"/>
        <a:font script="Cans" typeface="Microsoft YaHei"/>
        <a:font script="Cher" typeface="Microsoft YaHei"/>
        <a:font script="Yiii" typeface="Microsoft YaHei"/>
        <a:font script="Tibt" typeface="Microsoft YaHei"/>
        <a:font script="Thaa" typeface="Microsoft YaHei"/>
        <a:font script="Deva" typeface="Microsoft YaHei"/>
        <a:font script="Telu" typeface="Microsoft YaHei"/>
        <a:font script="Taml" typeface="Microsoft YaHei"/>
        <a:font script="Syrc" typeface="Microsoft YaHei"/>
        <a:font script="Orya" typeface="Microsoft YaHei"/>
        <a:font script="Mlym" typeface="Microsoft YaHei"/>
        <a:font script="Laoo" typeface="Microsoft YaHei"/>
        <a:font script="Sinh" typeface="Microsoft YaHei"/>
        <a:font script="Mong" typeface="Microsoft YaHei"/>
        <a:font script="Viet" typeface="Microsoft YaHei"/>
        <a:font script="Uigh" typeface="Microsoft YaHei"/>
        <a:font script="Geor" typeface="Microsoft Ya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Microsoft YaHei"/>
        <a:font script="Hebr" typeface="Microsoft YaHei"/>
        <a:font script="Thai" typeface="Microsoft YaHei"/>
        <a:font script="Ethi" typeface="Microsoft YaHei"/>
        <a:font script="Beng" typeface="Microsoft YaHei"/>
        <a:font script="Gujr" typeface="Microsoft YaHei"/>
        <a:font script="Khmr" typeface="Microsoft YaHei"/>
        <a:font script="Knda" typeface="Microsoft YaHei"/>
        <a:font script="Guru" typeface="Microsoft YaHei"/>
        <a:font script="Cans" typeface="Microsoft YaHei"/>
        <a:font script="Cher" typeface="Microsoft YaHei"/>
        <a:font script="Yiii" typeface="Microsoft YaHei"/>
        <a:font script="Tibt" typeface="Microsoft YaHei"/>
        <a:font script="Thaa" typeface="Microsoft YaHei"/>
        <a:font script="Deva" typeface="Microsoft YaHei"/>
        <a:font script="Telu" typeface="Microsoft YaHei"/>
        <a:font script="Taml" typeface="Microsoft YaHei"/>
        <a:font script="Syrc" typeface="Microsoft YaHei"/>
        <a:font script="Orya" typeface="Microsoft YaHei"/>
        <a:font script="Mlym" typeface="Microsoft YaHei"/>
        <a:font script="Laoo" typeface="Microsoft YaHei"/>
        <a:font script="Sinh" typeface="Microsoft YaHei"/>
        <a:font script="Mong" typeface="Microsoft YaHei"/>
        <a:font script="Viet" typeface="Microsoft YaHei"/>
        <a:font script="Uigh" typeface="Microsoft YaHei"/>
        <a:font script="Geor" typeface="Microsoft YaHei"/>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Microsoft YaHei"/>
        <a:font script="Hebr" typeface="Microsoft YaHei"/>
        <a:font script="Thai" typeface="Microsoft YaHei"/>
        <a:font script="Ethi" typeface="Microsoft YaHei"/>
        <a:font script="Beng" typeface="Microsoft YaHei"/>
        <a:font script="Gujr" typeface="Microsoft YaHei"/>
        <a:font script="Khmr" typeface="Microsoft YaHei"/>
        <a:font script="Knda" typeface="Microsoft YaHei"/>
        <a:font script="Guru" typeface="Microsoft YaHei"/>
        <a:font script="Cans" typeface="Microsoft YaHei"/>
        <a:font script="Cher" typeface="Microsoft YaHei"/>
        <a:font script="Yiii" typeface="Microsoft YaHei"/>
        <a:font script="Tibt" typeface="Microsoft YaHei"/>
        <a:font script="Thaa" typeface="Microsoft YaHei"/>
        <a:font script="Deva" typeface="Microsoft YaHei"/>
        <a:font script="Telu" typeface="Microsoft YaHei"/>
        <a:font script="Taml" typeface="Microsoft YaHei"/>
        <a:font script="Syrc" typeface="Microsoft YaHei"/>
        <a:font script="Orya" typeface="Microsoft YaHei"/>
        <a:font script="Mlym" typeface="Microsoft YaHei"/>
        <a:font script="Laoo" typeface="Microsoft YaHei"/>
        <a:font script="Sinh" typeface="Microsoft YaHei"/>
        <a:font script="Mong" typeface="Microsoft YaHei"/>
        <a:font script="Viet" typeface="Microsoft YaHei"/>
        <a:font script="Uigh" typeface="Microsoft YaHei"/>
        <a:font script="Geor" typeface="Microsoft Ya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Words>
  <Application>WPS 演示</Application>
  <PresentationFormat>宽屏</PresentationFormat>
  <Paragraphs>46</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微软雅黑</vt:lpstr>
      <vt:lpstr>华文行楷</vt:lpstr>
      <vt:lpstr>Arial Black</vt:lpstr>
      <vt:lpstr>Impact</vt:lpstr>
      <vt:lpstr>Arial Unicode MS</vt:lpstr>
      <vt:lpstr>等线 Light</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间接蒸发冷却技术及其在数据中心中的应用</dc:title>
  <dc:creator>课程资料整理</dc:creator>
  <cp:lastModifiedBy>马晓橙</cp:lastModifiedBy>
  <cp:revision>52</cp:revision>
  <dcterms:created xsi:type="dcterms:W3CDTF">2022-12-15T00:43:00Z</dcterms:created>
  <dcterms:modified xsi:type="dcterms:W3CDTF">2026-10-25T11:41:51Z</dcterms:modified>
  <dc:subject>建筑环境与能源应用新技术；建环大四本科生；两课时</dc:subject>
  <cp:keywords>间接蒸发冷却,数据中心,液冷,建环,黄翔,教学</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C0B47348B58D4943A5CE56B1DF5C5061_13</vt:lpwstr>
  </property>
</Properties>
</file>